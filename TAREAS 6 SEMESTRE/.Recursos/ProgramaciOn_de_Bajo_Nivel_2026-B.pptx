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22.xml"/>
  <Override ContentType="application/vnd.openxmlformats-officedocument.presentationml.notesSlide+xml" PartName="/ppt/notesSlides/notesSlide311.xml"/>
  <Override ContentType="application/vnd.openxmlformats-officedocument.presentationml.notesSlide+xml" PartName="/ppt/notesSlides/notesSlide397.xml"/>
  <Override ContentType="application/vnd.openxmlformats-officedocument.presentationml.notesSlide+xml" PartName="/ppt/notesSlides/notesSlide125.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486.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494.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303.xml"/>
  <Override ContentType="application/vnd.openxmlformats-officedocument.presentationml.notesSlide+xml" PartName="/ppt/notesSlides/notesSlide389.xml"/>
  <Override ContentType="application/vnd.openxmlformats-officedocument.presentationml.notesSlide+xml" PartName="/ppt/notesSlides/notesSlide400.xml"/>
  <Override ContentType="application/vnd.openxmlformats-officedocument.presentationml.notesSlide+xml" PartName="/ppt/notesSlides/notesSlide478.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390.xml"/>
  <Override ContentType="application/vnd.openxmlformats-officedocument.presentationml.notesSlide+xml" PartName="/ppt/notesSlides/notesSlide407.xml"/>
  <Override ContentType="application/vnd.openxmlformats-officedocument.presentationml.notesSlide+xml" PartName="/ppt/notesSlides/notesSlide196.xml"/>
  <Override ContentType="application/vnd.openxmlformats-officedocument.presentationml.notesSlide+xml" PartName="/ppt/notesSlides/notesSlide423.xml"/>
  <Override ContentType="application/vnd.openxmlformats-officedocument.presentationml.notesSlide+xml" PartName="/ppt/notesSlides/notesSlide148.xml"/>
  <Override ContentType="application/vnd.openxmlformats-officedocument.presentationml.notesSlide+xml" PartName="/ppt/notesSlides/notesSlide520.xml"/>
  <Override ContentType="application/vnd.openxmlformats-officedocument.presentationml.notesSlide+xml" PartName="/ppt/notesSlides/notesSlide39.xml"/>
  <Override ContentType="application/vnd.openxmlformats-officedocument.presentationml.notesSlide+xml" PartName="/ppt/notesSlides/notesSlide293.xml"/>
  <Override ContentType="application/vnd.openxmlformats-officedocument.presentationml.notesSlide+xml" PartName="/ppt/notesSlides/notesSlide277.xml"/>
  <Override ContentType="application/vnd.openxmlformats-officedocument.presentationml.notesSlide+xml" PartName="/ppt/notesSlides/notesSlide455.xml"/>
  <Override ContentType="application/vnd.openxmlformats-officedocument.presentationml.notesSlide+xml" PartName="/ppt/notesSlides/notesSlide87.xml"/>
  <Override ContentType="application/vnd.openxmlformats-officedocument.presentationml.notesSlide+xml" PartName="/ppt/notesSlides/notesSlide471.xml"/>
  <Override ContentType="application/vnd.openxmlformats-officedocument.presentationml.notesSlide+xml" PartName="/ppt/notesSlides/notesSlide141.xml"/>
  <Override ContentType="application/vnd.openxmlformats-officedocument.presentationml.notesSlide+xml" PartName="/ppt/notesSlides/notesSlide326.xml"/>
  <Override ContentType="application/vnd.openxmlformats-officedocument.presentationml.notesSlide+xml" PartName="/ppt/notesSlides/notesSlide110.xml"/>
  <Override ContentType="application/vnd.openxmlformats-officedocument.presentationml.notesSlide+xml" PartName="/ppt/notesSlides/notesSlide374.xml"/>
  <Override ContentType="application/vnd.openxmlformats-officedocument.presentationml.notesSlide+xml" PartName="/ppt/notesSlides/notesSlide504.xml"/>
  <Override ContentType="application/vnd.openxmlformats-officedocument.presentationml.notesSlide+xml" PartName="/ppt/notesSlides/notesSlide229.xml"/>
  <Override ContentType="application/vnd.openxmlformats-officedocument.presentationml.notesSlide+xml" PartName="/ppt/notesSlides/notesSlide528.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261.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358.xml"/>
  <Override ContentType="application/vnd.openxmlformats-officedocument.presentationml.notesSlide+xml" PartName="/ppt/notesSlides/notesSlide342.xml"/>
  <Override ContentType="application/vnd.openxmlformats-officedocument.presentationml.notesSlide+xml" PartName="/ppt/notesSlides/notesSlide270.xml"/>
  <Override ContentType="application/vnd.openxmlformats-officedocument.presentationml.notesSlide+xml" PartName="/ppt/notesSlides/notesSlide447.xml"/>
  <Override ContentType="application/vnd.openxmlformats-officedocument.presentationml.notesSlide+xml" PartName="/ppt/notesSlides/notesSlide439.xml"/>
  <Override ContentType="application/vnd.openxmlformats-officedocument.presentationml.notesSlide+xml" PartName="/ppt/notesSlides/notesSlide253.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462.xml"/>
  <Override ContentType="application/vnd.openxmlformats-officedocument.presentationml.notesSlide+xml" PartName="/ppt/notesSlides/notesSlide157.xml"/>
  <Override ContentType="application/vnd.openxmlformats-officedocument.presentationml.notesSlide+xml" PartName="/ppt/notesSlides/notesSlide513.xml"/>
  <Override ContentType="application/vnd.openxmlformats-officedocument.presentationml.notesSlide+xml" PartName="/ppt/notesSlides/notesSlide101.xml"/>
  <Override ContentType="application/vnd.openxmlformats-officedocument.presentationml.notesSlide+xml" PartName="/ppt/notesSlides/notesSlide432.xml"/>
  <Override ContentType="application/vnd.openxmlformats-officedocument.presentationml.notesSlide+xml" PartName="/ppt/notesSlides/notesSlide95.xml"/>
  <Override ContentType="application/vnd.openxmlformats-officedocument.presentationml.notesSlide+xml" PartName="/ppt/notesSlides/notesSlide351.xml"/>
  <Override ContentType="application/vnd.openxmlformats-officedocument.presentationml.notesSlide+xml" PartName="/ppt/notesSlides/notesSlide319.xml"/>
  <Override ContentType="application/vnd.openxmlformats-officedocument.presentationml.notesSlide+xml" PartName="/ppt/notesSlides/notesSlide334.xml"/>
  <Override ContentType="application/vnd.openxmlformats-officedocument.presentationml.notesSlide+xml" PartName="/ppt/notesSlides/notesSlide349.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366.xml"/>
  <Override ContentType="application/vnd.openxmlformats-officedocument.presentationml.notesSlide+xml" PartName="/ppt/notesSlides/notesSlide71.xml"/>
  <Override ContentType="application/vnd.openxmlformats-officedocument.presentationml.notesSlide+xml" PartName="/ppt/notesSlides/notesSlide285.xml"/>
  <Override ContentType="application/vnd.openxmlformats-officedocument.presentationml.notesSlide+xml" PartName="/ppt/notesSlides/notesSlide415.xml"/>
  <Override ContentType="application/vnd.openxmlformats-officedocument.presentationml.notesSlide+xml" PartName="/ppt/notesSlides/notesSlide268.xml"/>
  <Override ContentType="application/vnd.openxmlformats-officedocument.presentationml.notesSlide+xml" PartName="/ppt/notesSlides/notesSlide302.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388.xml"/>
  <Override ContentType="application/vnd.openxmlformats-officedocument.presentationml.notesSlide+xml" PartName="/ppt/notesSlides/notesSlide223.xml"/>
  <Override ContentType="application/vnd.openxmlformats-officedocument.presentationml.notesSlide+xml" PartName="/ppt/notesSlides/notesSlide408.xml"/>
  <Override ContentType="application/vnd.openxmlformats-officedocument.presentationml.notesSlide+xml" PartName="/ppt/notesSlides/notesSlide1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495.xml"/>
  <Override ContentType="application/vnd.openxmlformats-officedocument.presentationml.notesSlide+xml" PartName="/ppt/notesSlides/notesSlide134.xml"/>
  <Override ContentType="application/vnd.openxmlformats-officedocument.presentationml.notesSlide+xml" PartName="/ppt/notesSlides/notesSlide320.xml"/>
  <Override ContentType="application/vnd.openxmlformats-officedocument.presentationml.notesSlide+xml" PartName="/ppt/notesSlides/notesSlide246.xml"/>
  <Override ContentType="application/vnd.openxmlformats-officedocument.presentationml.notesSlide+xml" PartName="/ppt/notesSlides/notesSlide521.xml"/>
  <Override ContentType="application/vnd.openxmlformats-officedocument.presentationml.notesSlide+xml" PartName="/ppt/notesSlides/notesSlide470.xml"/>
  <Override ContentType="application/vnd.openxmlformats-officedocument.presentationml.notesSlide+xml" PartName="/ppt/notesSlides/notesSlide56.xml"/>
  <Override ContentType="application/vnd.openxmlformats-officedocument.presentationml.notesSlide+xml" PartName="/ppt/notesSlides/notesSlide195.xml"/>
  <Override ContentType="application/vnd.openxmlformats-officedocument.presentationml.notesSlide+xml" PartName="/ppt/notesSlides/notesSlide373.xml"/>
  <Override ContentType="application/vnd.openxmlformats-officedocument.presentationml.notesSlide+xml" PartName="/ppt/notesSlides/notesSlide479.xml"/>
  <Override ContentType="application/vnd.openxmlformats-officedocument.presentationml.notesSlide+xml" PartName="/ppt/notesSlides/notesSlide391.xml"/>
  <Override ContentType="application/vnd.openxmlformats-officedocument.presentationml.notesSlide+xml" PartName="/ppt/notesSlides/notesSlide503.xml"/>
  <Override ContentType="application/vnd.openxmlformats-officedocument.presentationml.notesSlide+xml" PartName="/ppt/notesSlides/notesSlide118.xml"/>
  <Override ContentType="application/vnd.openxmlformats-officedocument.presentationml.notesSlide+xml" PartName="/ppt/notesSlides/notesSlide485.xml"/>
  <Override ContentType="application/vnd.openxmlformats-officedocument.presentationml.notesSlide+xml" PartName="/ppt/notesSlides/notesSlide140.xml"/>
  <Override ContentType="application/vnd.openxmlformats-officedocument.presentationml.notesSlide+xml" PartName="/ppt/notesSlides/notesSlide88.xml"/>
  <Override ContentType="application/vnd.openxmlformats-officedocument.presentationml.notesSlide+xml" PartName="/ppt/notesSlides/notesSlide357.xml"/>
  <Override ContentType="application/vnd.openxmlformats-officedocument.presentationml.notesSlide+xml" PartName="/ppt/notesSlides/notesSlide424.xml"/>
  <Override ContentType="application/vnd.openxmlformats-officedocument.presentationml.notesSlide+xml" PartName="/ppt/notesSlides/notesSlide294.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341.xml"/>
  <Override ContentType="application/vnd.openxmlformats-officedocument.presentationml.notesSlide+xml" PartName="/ppt/notesSlides/notesSlide367.xml"/>
  <Override ContentType="application/vnd.openxmlformats-officedocument.presentationml.notesSlide+xml" PartName="/ppt/notesSlides/notesSlide529.xml"/>
  <Override ContentType="application/vnd.openxmlformats-officedocument.presentationml.notesSlide+xml" PartName="/ppt/notesSlides/notesSlide139.xml"/>
  <Override ContentType="application/vnd.openxmlformats-officedocument.presentationml.notesSlide+xml" PartName="/ppt/notesSlides/notesSlide278.xml"/>
  <Override ContentType="application/vnd.openxmlformats-officedocument.presentationml.notesSlide+xml" PartName="/ppt/notesSlides/notesSlide414.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431.xml"/>
  <Override ContentType="application/vnd.openxmlformats-officedocument.presentationml.notesSlide+xml" PartName="/ppt/notesSlides/notesSlide190.xml"/>
  <Override ContentType="application/vnd.openxmlformats-officedocument.presentationml.notesSlide+xml" PartName="/ppt/notesSlides/notesSlide262.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519.xml"/>
  <Override ContentType="application/vnd.openxmlformats-officedocument.presentationml.notesSlide+xml" PartName="/ppt/notesSlides/notesSlide335.xml"/>
  <Override ContentType="application/vnd.openxmlformats-officedocument.presentationml.notesSlide+xml" PartName="/ppt/notesSlides/notesSlide318.xml"/>
  <Override ContentType="application/vnd.openxmlformats-officedocument.presentationml.notesSlide+xml" PartName="/ppt/notesSlides/notesSlide284.xml"/>
  <Override ContentType="application/vnd.openxmlformats-officedocument.presentationml.notesSlide+xml" PartName="/ppt/notesSlides/notesSlide352.xml"/>
  <Override ContentType="application/vnd.openxmlformats-officedocument.presentationml.notesSlide+xml" PartName="/ppt/notesSlides/notesSlide267.xml"/>
  <Override ContentType="application/vnd.openxmlformats-officedocument.presentationml.notesSlide+xml" PartName="/ppt/notesSlides/notesSlide429.xml"/>
  <Override ContentType="application/vnd.openxmlformats-officedocument.presentationml.notesSlide+xml" PartName="/ppt/notesSlides/notesSlide463.xml"/>
  <Override ContentType="application/vnd.openxmlformats-officedocument.presentationml.notesSlide+xml" PartName="/ppt/notesSlides/notesSlide480.xml"/>
  <Override ContentType="application/vnd.openxmlformats-officedocument.presentationml.notesSlide+xml" PartName="/ppt/notesSlides/notesSlide49.xml"/>
  <Override ContentType="application/vnd.openxmlformats-officedocument.presentationml.notesSlide+xml" PartName="/ppt/notesSlides/notesSlide207.xml"/>
  <Override ContentType="application/vnd.openxmlformats-officedocument.presentationml.notesSlide+xml" PartName="/ppt/notesSlides/notesSlide299.xml"/>
  <Override ContentType="application/vnd.openxmlformats-officedocument.presentationml.notesSlide+xml" PartName="/ppt/notesSlides/notesSlide102.xml"/>
  <Override ContentType="application/vnd.openxmlformats-officedocument.presentationml.notesSlide+xml" PartName="/ppt/notesSlides/notesSlide446.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88.xml"/>
  <Override ContentType="application/vnd.openxmlformats-officedocument.presentationml.notesSlide+xml" PartName="/ppt/notesSlides/notesSlide291.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409.xml"/>
  <Override ContentType="application/vnd.openxmlformats-officedocument.presentationml.notesSlide+xml" PartName="/ppt/notesSlides/notesSlide34.xml"/>
  <Override ContentType="application/vnd.openxmlformats-officedocument.presentationml.notesSlide+xml" PartName="/ppt/notesSlides/notesSlide417.xml"/>
  <Override ContentType="application/vnd.openxmlformats-officedocument.presentationml.notesSlide+xml" PartName="/ppt/notesSlides/notesSlide77.xml"/>
  <Override ContentType="application/vnd.openxmlformats-officedocument.presentationml.notesSlide+xml" PartName="/ppt/notesSlides/notesSlide372.xml"/>
  <Override ContentType="application/vnd.openxmlformats-officedocument.presentationml.notesSlide+xml" PartName="/ppt/notesSlides/notesSlide263.xml"/>
  <Override ContentType="application/vnd.openxmlformats-officedocument.presentationml.notesSlide+xml" PartName="/ppt/notesSlides/notesSlide437.xml"/>
  <Override ContentType="application/vnd.openxmlformats-officedocument.presentationml.notesSlide+xml" PartName="/ppt/notesSlides/notesSlide259.xml"/>
  <Override ContentType="application/vnd.openxmlformats-officedocument.presentationml.notesSlide+xml" PartName="/ppt/notesSlides/notesSlide166.xml"/>
  <Override ContentType="application/vnd.openxmlformats-officedocument.presentationml.notesSlide+xml" PartName="/ppt/notesSlides/notesSlide220.xml"/>
  <Override ContentType="application/vnd.openxmlformats-officedocument.presentationml.notesSlide+xml" PartName="/ppt/notesSlides/notesSlide518.xml"/>
  <Override ContentType="application/vnd.openxmlformats-officedocument.presentationml.notesSlide+xml" PartName="/ppt/notesSlides/notesSlide178.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22.xml"/>
  <Override ContentType="application/vnd.openxmlformats-officedocument.presentationml.notesSlide+xml" PartName="/ppt/notesSlides/notesSlide301.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344.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8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02.xml"/>
  <Override ContentType="application/vnd.openxmlformats-officedocument.presentationml.notesSlide+xml" PartName="/ppt/notesSlides/notesSlide421.xml"/>
  <Override ContentType="application/vnd.openxmlformats-officedocument.presentationml.notesSlide+xml" PartName="/ppt/notesSlides/notesSlide473.xml"/>
  <Override ContentType="application/vnd.openxmlformats-officedocument.presentationml.notesSlide+xml" PartName="/ppt/notesSlides/notesSlide430.xml"/>
  <Override ContentType="application/vnd.openxmlformats-officedocument.presentationml.notesSlide+xml" PartName="/ppt/notesSlides/notesSlide287.xml"/>
  <Override ContentType="application/vnd.openxmlformats-officedocument.presentationml.notesSlide+xml" PartName="/ppt/notesSlides/notesSlide392.xml"/>
  <Override ContentType="application/vnd.openxmlformats-officedocument.presentationml.notesSlide+xml" PartName="/ppt/notesSlides/notesSlide464.xml"/>
  <Override ContentType="application/vnd.openxmlformats-officedocument.presentationml.notesSlide+xml" PartName="/ppt/notesSlides/notesSlide120.xml"/>
  <Override ContentType="application/vnd.openxmlformats-officedocument.presentationml.notesSlide+xml" PartName="/ppt/notesSlides/notesSlide308.xml"/>
  <Override ContentType="application/vnd.openxmlformats-officedocument.presentationml.notesSlide+xml" PartName="/ppt/notesSlides/notesSlide279.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509.xml"/>
  <Override ContentType="application/vnd.openxmlformats-officedocument.presentationml.notesSlide+xml" PartName="/ppt/notesSlides/notesSlide402.xml"/>
  <Override ContentType="application/vnd.openxmlformats-officedocument.presentationml.notesSlide+xml" PartName="/ppt/notesSlides/notesSlide445.xml"/>
  <Override ContentType="application/vnd.openxmlformats-officedocument.presentationml.notesSlide+xml" PartName="/ppt/notesSlides/notesSlide191.xml"/>
  <Override ContentType="application/vnd.openxmlformats-officedocument.presentationml.notesSlide+xml" PartName="/ppt/notesSlides/notesSlide488.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321.xml"/>
  <Override ContentType="application/vnd.openxmlformats-officedocument.presentationml.notesSlide+xml" PartName="/ppt/notesSlides/notesSlide364.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492.xml"/>
  <Override ContentType="application/vnd.openxmlformats-officedocument.presentationml.notesSlide+xml" PartName="/ppt/notesSlides/notesSlide317.xml"/>
  <Override ContentType="application/vnd.openxmlformats-officedocument.presentationml.notesSlide+xml" PartName="/ppt/notesSlides/notesSlide336.xml"/>
  <Override ContentType="application/vnd.openxmlformats-officedocument.presentationml.notesSlide+xml" PartName="/ppt/notesSlides/notesSlide272.xml"/>
  <Override ContentType="application/vnd.openxmlformats-officedocument.presentationml.notesSlide+xml" PartName="/ppt/notesSlides/notesSlide379.xml"/>
  <Override ContentType="application/vnd.openxmlformats-officedocument.presentationml.notesSlide+xml" PartName="/ppt/notesSlides/notesSlide530.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523.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371.xml"/>
  <Override ContentType="application/vnd.openxmlformats-officedocument.presentationml.notesSlide+xml" PartName="/ppt/notesSlides/notesSlide215.xml"/>
  <Override ContentType="application/vnd.openxmlformats-officedocument.presentationml.notesSlide+xml" PartName="/ppt/notesSlides/notesSlide401.xml"/>
  <Override ContentType="application/vnd.openxmlformats-officedocument.presentationml.notesSlide+xml" PartName="/ppt/notesSlides/notesSlide444.xml"/>
  <Override ContentType="application/vnd.openxmlformats-officedocument.presentationml.notesSlide+xml" PartName="/ppt/notesSlides/notesSlide258.xml"/>
  <Override ContentType="application/vnd.openxmlformats-officedocument.presentationml.notesSlide+xml" PartName="/ppt/notesSlides/notesSlide487.xml"/>
  <Override ContentType="application/vnd.openxmlformats-officedocument.presentationml.notesSlide+xml" PartName="/ppt/notesSlides/notesSlide292.xml"/>
  <Override ContentType="application/vnd.openxmlformats-officedocument.presentationml.notesSlide+xml" PartName="/ppt/notesSlides/notesSlide337.xml"/>
  <Override ContentType="application/vnd.openxmlformats-officedocument.presentationml.notesSlide+xml" PartName="/ppt/notesSlides/notesSlide108.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343.xml"/>
  <Override ContentType="application/vnd.openxmlformats-officedocument.presentationml.notesSlide+xml" PartName="/ppt/notesSlides/notesSlide300.xml"/>
  <Override ContentType="application/vnd.openxmlformats-officedocument.presentationml.notesSlide+xml" PartName="/ppt/notesSlides/notesSlide165.xml"/>
  <Override ContentType="application/vnd.openxmlformats-officedocument.presentationml.notesSlide+xml" PartName="/ppt/notesSlides/notesSlide386.xml"/>
  <Override ContentType="application/vnd.openxmlformats-officedocument.presentationml.notesSlide+xml" PartName="/ppt/notesSlides/notesSlide122.xml"/>
  <Override ContentType="application/vnd.openxmlformats-officedocument.presentationml.notesSlide+xml" PartName="/ppt/notesSlides/notesSlide264.xml"/>
  <Override ContentType="application/vnd.openxmlformats-officedocument.presentationml.notesSlide+xml" PartName="/ppt/notesSlides/notesSlide170.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472.xml"/>
  <Override ContentType="application/vnd.openxmlformats-officedocument.presentationml.notesSlide+xml" PartName="/ppt/notesSlides/notesSlide517.xml"/>
  <Override ContentType="application/vnd.openxmlformats-officedocument.presentationml.notesSlide+xml" PartName="/ppt/notesSlides/notesSlide136.xml"/>
  <Override ContentType="application/vnd.openxmlformats-officedocument.presentationml.notesSlide+xml" PartName="/ppt/notesSlides/notesSlide309.xml"/>
  <Override ContentType="application/vnd.openxmlformats-officedocument.presentationml.notesSlide+xml" PartName="/ppt/notesSlides/notesSlide359.xml"/>
  <Override ContentType="application/vnd.openxmlformats-officedocument.presentationml.notesSlide+xml" PartName="/ppt/notesSlides/notesSlide316.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501.xml"/>
  <Override ContentType="application/vnd.openxmlformats-officedocument.presentationml.notesSlide+xml" PartName="/ppt/notesSlides/notesSlide200.xml"/>
  <Override ContentType="application/vnd.openxmlformats-officedocument.presentationml.notesSlide+xml" PartName="/ppt/notesSlides/notesSlide438.xml"/>
  <Override ContentType="application/vnd.openxmlformats-officedocument.presentationml.notesSlide+xml" PartName="/ppt/notesSlides/notesSlide350.xml"/>
  <Override ContentType="application/vnd.openxmlformats-officedocument.presentationml.notesSlide+xml" PartName="/ppt/notesSlides/notesSlide393.xml"/>
  <Override ContentType="application/vnd.openxmlformats-officedocument.presentationml.notesSlide+xml" PartName="/ppt/notesSlides/notesSlide209.xml"/>
  <Override ContentType="application/vnd.openxmlformats-officedocument.presentationml.notesSlide+xml" PartName="/ppt/notesSlides/notesSlide465.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422.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71.xml"/>
  <Override ContentType="application/vnd.openxmlformats-officedocument.presentationml.notesSlide+xml" PartName="/ppt/notesSlides/notesSlide365.xml"/>
  <Override ContentType="application/vnd.openxmlformats-officedocument.presentationml.notesSlide+xml" PartName="/ppt/notesSlides/notesSlide416.xml"/>
  <Override ContentType="application/vnd.openxmlformats-officedocument.presentationml.notesSlide+xml" PartName="/ppt/notesSlides/notesSlide459.xml"/>
  <Override ContentType="application/vnd.openxmlformats-officedocument.presentationml.notesSlide+xml" PartName="/ppt/notesSlides/notesSlide237.xml"/>
  <Override ContentType="application/vnd.openxmlformats-officedocument.presentationml.notesSlide+xml" PartName="/ppt/notesSlides/notesSlide79.xml"/>
  <Override ContentType="application/vnd.openxmlformats-officedocument.presentationml.notesSlide+xml" PartName="/ppt/notesSlides/notesSlide450.xml"/>
  <Override ContentType="application/vnd.openxmlformats-officedocument.presentationml.notesSlide+xml" PartName="/ppt/notesSlides/notesSlide493.xml"/>
  <Override ContentType="application/vnd.openxmlformats-officedocument.presentationml.notesSlide+xml" PartName="/ppt/notesSlides/notesSlide36.xml"/>
  <Override ContentType="application/vnd.openxmlformats-officedocument.presentationml.notesSlide+xml" PartName="/ppt/notesSlides/notesSlide192.xml"/>
  <Override ContentType="application/vnd.openxmlformats-officedocument.presentationml.notesSlide+xml" PartName="/ppt/notesSlides/notesSlide286.xml"/>
  <Override ContentType="application/vnd.openxmlformats-officedocument.presentationml.notesSlide+xml" PartName="/ppt/notesSlides/notesSlide115.xml"/>
  <Override ContentType="application/vnd.openxmlformats-officedocument.presentationml.notesSlide+xml" PartName="/ppt/notesSlides/notesSlide158.xml"/>
  <Override ContentType="application/vnd.openxmlformats-officedocument.presentationml.notesSlide+xml" PartName="/ppt/notesSlides/notesSlide322.xml"/>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354.xml"/>
  <Override ContentType="application/vnd.openxmlformats-officedocument.presentationml.notesSlide+xml" PartName="/ppt/notesSlides/notesSlide257.xml"/>
  <Override ContentType="application/vnd.openxmlformats-officedocument.presentationml.notesSlide+xml" PartName="/ppt/notesSlides/notesSlide265.xml"/>
  <Override ContentType="application/vnd.openxmlformats-officedocument.presentationml.notesSlide+xml" PartName="/ppt/notesSlides/notesSlide443.xml"/>
  <Override ContentType="application/vnd.openxmlformats-officedocument.presentationml.notesSlide+xml" PartName="/ppt/notesSlides/notesSlide59.xml"/>
  <Override ContentType="application/vnd.openxmlformats-officedocument.presentationml.notesSlide+xml" PartName="/ppt/notesSlides/notesSlide249.xml"/>
  <Override ContentType="application/vnd.openxmlformats-officedocument.presentationml.notesSlide+xml" PartName="/ppt/notesSlides/notesSlide273.xml"/>
  <Override ContentType="application/vnd.openxmlformats-officedocument.presentationml.notesSlide+xml" PartName="/ppt/notesSlides/notesSlide524.xml"/>
  <Override ContentType="application/vnd.openxmlformats-officedocument.presentationml.notesSlide+xml" PartName="/ppt/notesSlides/notesSlide338.xml"/>
  <Override ContentType="application/vnd.openxmlformats-officedocument.presentationml.notesSlide+xml" PartName="/ppt/notesSlides/notesSlide362.xml"/>
  <Override ContentType="application/vnd.openxmlformats-officedocument.presentationml.notesSlide+xml" PartName="/ppt/notesSlides/notesSlide91.xml"/>
  <Override ContentType="application/vnd.openxmlformats-officedocument.presentationml.notesSlide+xml" PartName="/ppt/notesSlides/notesSlide176.xml"/>
  <Override ContentType="application/vnd.openxmlformats-officedocument.presentationml.notesSlide+xml" PartName="/ppt/notesSlides/notesSlide451.xml"/>
  <Override ContentType="application/vnd.openxmlformats-officedocument.presentationml.notesSlide+xml" PartName="/ppt/notesSlides/notesSlide427.xml"/>
  <Override ContentType="application/vnd.openxmlformats-officedocument.presentationml.notesSlide+xml" PartName="/ppt/notesSlides/notesSlide435.xml"/>
  <Override ContentType="application/vnd.openxmlformats-officedocument.presentationml.notesSlide+xml" PartName="/ppt/notesSlides/notesSlide346.xml"/>
  <Override ContentType="application/vnd.openxmlformats-officedocument.presentationml.notesSlide+xml" PartName="/ppt/notesSlides/notesSlide369.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202.xml"/>
  <Override ContentType="application/vnd.openxmlformats-officedocument.presentationml.notesSlide+xml" PartName="/ppt/notesSlides/notesSlide466.xml"/>
  <Override ContentType="application/vnd.openxmlformats-officedocument.presentationml.notesSlide+xml" PartName="/ppt/notesSlides/notesSlide137.xml"/>
  <Override ContentType="application/vnd.openxmlformats-officedocument.presentationml.notesSlide+xml" PartName="/ppt/notesSlides/notesSlide419.xml"/>
  <Override ContentType="application/vnd.openxmlformats-officedocument.presentationml.notesSlide+xml" PartName="/ppt/notesSlides/notesSlide498.xml"/>
  <Override ContentType="application/vnd.openxmlformats-officedocument.presentationml.notesSlide+xml" PartName="/ppt/notesSlides/notesSlide516.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53.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81.xml"/>
  <Override ContentType="application/vnd.openxmlformats-officedocument.presentationml.notesSlide+xml" PartName="/ppt/notesSlides/notesSlide331.xml"/>
  <Override ContentType="application/vnd.openxmlformats-officedocument.presentationml.notesSlide+xml" PartName="/ppt/notesSlides/notesSlide490.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377.xml"/>
  <Override ContentType="application/vnd.openxmlformats-officedocument.presentationml.notesSlide+xml" PartName="/ppt/notesSlides/notesSlide315.xml"/>
  <Override ContentType="application/vnd.openxmlformats-officedocument.presentationml.notesSlide+xml" PartName="/ppt/notesSlides/notesSlide129.xml"/>
  <Override ContentType="application/vnd.openxmlformats-officedocument.presentationml.notesSlide+xml" PartName="/ppt/notesSlides/notesSlide404.xml"/>
  <Override ContentType="application/vnd.openxmlformats-officedocument.presentationml.notesSlide+xml" PartName="/ppt/notesSlides/notesSlide394.xml"/>
  <Override ContentType="application/vnd.openxmlformats-officedocument.presentationml.notesSlide+xml" PartName="/ppt/notesSlides/notesSlide60.xml"/>
  <Override ContentType="application/vnd.openxmlformats-officedocument.presentationml.notesSlide+xml" PartName="/ppt/notesSlides/notesSlide296.xml"/>
  <Override ContentType="application/vnd.openxmlformats-officedocument.presentationml.notesSlide+xml" PartName="/ppt/notesSlides/notesSlide385.xml"/>
  <Override ContentType="application/vnd.openxmlformats-officedocument.presentationml.notesSlide+xml" PartName="/ppt/notesSlides/notesSlide144.xml"/>
  <Override ContentType="application/vnd.openxmlformats-officedocument.presentationml.notesSlide+xml" PartName="/ppt/notesSlides/notesSlide475.xml"/>
  <Override ContentType="application/vnd.openxmlformats-officedocument.presentationml.notesSlide+xml" PartName="/ppt/notesSlides/notesSlide114.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306.xml"/>
  <Override ContentType="application/vnd.openxmlformats-officedocument.presentationml.notesSlide+xml" PartName="/ppt/notesSlides/notesSlide5.xml"/>
  <Override ContentType="application/vnd.openxmlformats-officedocument.presentationml.notesSlide+xml" PartName="/ppt/notesSlides/notesSlide323.xml"/>
  <Override ContentType="application/vnd.openxmlformats-officedocument.presentationml.notesSlide+xml" PartName="/ppt/notesSlides/notesSlide370.xml"/>
  <Override ContentType="application/vnd.openxmlformats-officedocument.presentationml.notesSlide+xml" PartName="/ppt/notesSlides/notesSlide458.xml"/>
  <Override ContentType="application/vnd.openxmlformats-officedocument.presentationml.notesSlide+xml" PartName="/ppt/notesSlides/notesSlide500.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329.xml"/>
  <Override ContentType="application/vnd.openxmlformats-officedocument.presentationml.notesSlide+xml" PartName="/ppt/notesSlides/notesSlide515.xml"/>
  <Override ContentType="application/vnd.openxmlformats-officedocument.presentationml.notesSlide+xml" PartName="/ppt/notesSlides/notesSlide290.xml"/>
  <Override ContentType="application/vnd.openxmlformats-officedocument.presentationml.notesSlide+xml" PartName="/ppt/notesSlides/notesSlide418.xml"/>
  <Override ContentType="application/vnd.openxmlformats-officedocument.presentationml.notesSlide+xml" PartName="/ppt/notesSlides/notesSlide274.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45.xml"/>
  <Override ContentType="application/vnd.openxmlformats-officedocument.presentationml.notesSlide+xml" PartName="/ppt/notesSlides/notesSlide442.xml"/>
  <Override ContentType="application/vnd.openxmlformats-officedocument.presentationml.notesSlide+xml" PartName="/ppt/notesSlides/notesSlide507.xml"/>
  <Override ContentType="application/vnd.openxmlformats-officedocument.presentationml.notesSlide+xml" PartName="/ppt/notesSlides/notesSlide256.xml"/>
  <Override ContentType="application/vnd.openxmlformats-officedocument.presentationml.notesSlide+xml" PartName="/ppt/notesSlides/notesSlide531.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363.xml"/>
  <Override ContentType="application/vnd.openxmlformats-officedocument.presentationml.notesSlide+xml" PartName="/ppt/notesSlides/notesSlide51.xml"/>
  <Override ContentType="application/vnd.openxmlformats-officedocument.presentationml.notesSlide+xml" PartName="/ppt/notesSlides/notesSlide266.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452.xml"/>
  <Override ContentType="application/vnd.openxmlformats-officedocument.presentationml.notesSlide+xml" PartName="/ppt/notesSlides/notesSlide203.xml"/>
  <Override ContentType="application/vnd.openxmlformats-officedocument.presentationml.notesSlide+xml" PartName="/ppt/notesSlides/notesSlide330.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152.xml"/>
  <Override ContentType="application/vnd.openxmlformats-officedocument.presentationml.notesSlide+xml" PartName="/ppt/notesSlides/notesSlide289.xml"/>
  <Override ContentType="application/vnd.openxmlformats-officedocument.presentationml.notesSlide+xml" PartName="/ppt/notesSlides/notesSlide280.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436.xml"/>
  <Override ContentType="application/vnd.openxmlformats-officedocument.presentationml.notesSlide+xml" PartName="/ppt/notesSlides/notesSlide167.xml"/>
  <Override ContentType="application/vnd.openxmlformats-officedocument.presentationml.notesSlide+xml" PartName="/ppt/notesSlides/notesSlide314.xml"/>
  <Override ContentType="application/vnd.openxmlformats-officedocument.presentationml.notesSlide+xml" PartName="/ppt/notesSlides/notesSlide27.xml"/>
  <Override ContentType="application/vnd.openxmlformats-officedocument.presentationml.notesSlide+xml" PartName="/ppt/notesSlides/notesSlide339.xml"/>
  <Override ContentType="application/vnd.openxmlformats-officedocument.presentationml.notesSlide+xml" PartName="/ppt/notesSlides/notesSlide251.xml"/>
  <Override ContentType="application/vnd.openxmlformats-officedocument.presentationml.notesSlide+xml" PartName="/ppt/notesSlides/notesSlide467.xml"/>
  <Override ContentType="application/vnd.openxmlformats-officedocument.presentationml.notesSlide+xml" PartName="/ppt/notesSlides/notesSlide295.xml"/>
  <Override ContentType="application/vnd.openxmlformats-officedocument.presentationml.notesSlide+xml" PartName="/ppt/notesSlides/notesSlide384.xml"/>
  <Override ContentType="application/vnd.openxmlformats-officedocument.presentationml.notesSlide+xml" PartName="/ppt/notesSlides/notesSlide510.xml"/>
  <Override ContentType="application/vnd.openxmlformats-officedocument.presentationml.notesSlide+xml" PartName="/ppt/notesSlides/notesSlide324.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4.xml"/>
  <Override ContentType="application/vnd.openxmlformats-officedocument.presentationml.notesSlide+xml" PartName="/ppt/notesSlides/notesSlide199.xml"/>
  <Override ContentType="application/vnd.openxmlformats-officedocument.presentationml.notesSlide+xml" PartName="/ppt/notesSlides/notesSlide457.xml"/>
  <Override ContentType="application/vnd.openxmlformats-officedocument.presentationml.notesSlide+xml" PartName="/ppt/notesSlides/notesSlide98.xml"/>
  <Override ContentType="application/vnd.openxmlformats-officedocument.presentationml.notesSlide+xml" PartName="/ppt/notesSlides/notesSlide288.xml"/>
  <Override ContentType="application/vnd.openxmlformats-officedocument.presentationml.notesSlide+xml" PartName="/ppt/notesSlides/notesSlide218.xml"/>
  <Override ContentType="application/vnd.openxmlformats-officedocument.presentationml.notesSlide+xml" PartName="/ppt/notesSlides/notesSlide130.xml"/>
  <Override ContentType="application/vnd.openxmlformats-officedocument.presentationml.notesSlide+xml" PartName="/ppt/notesSlides/notesSlide307.xml"/>
  <Override ContentType="application/vnd.openxmlformats-officedocument.presentationml.notesSlide+xml" PartName="/ppt/notesSlides/notesSlide491.xml"/>
  <Override ContentType="application/vnd.openxmlformats-officedocument.presentationml.notesSlide+xml" PartName="/ppt/notesSlides/notesSlide378.xml"/>
  <Override ContentType="application/vnd.openxmlformats-officedocument.presentationml.notesSlide+xml" PartName="/ppt/notesSlides/notesSlide395.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403.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20.xml"/>
  <Override ContentType="application/vnd.openxmlformats-officedocument.presentationml.notesSlide+xml" PartName="/ppt/notesSlides/notesSlide508.xml"/>
  <Override ContentType="application/vnd.openxmlformats-officedocument.presentationml.notesSlide+xml" PartName="/ppt/notesSlides/notesSlide145.xml"/>
  <Override ContentType="application/vnd.openxmlformats-officedocument.presentationml.notesSlide+xml" PartName="/ppt/notesSlides/notesSlide525.xml"/>
  <Override ContentType="application/vnd.openxmlformats-officedocument.presentationml.notesSlide+xml" PartName="/ppt/notesSlides/notesSlide83.xml"/>
  <Override ContentType="application/vnd.openxmlformats-officedocument.presentationml.notesSlide+xml" PartName="/ppt/notesSlides/notesSlide489.xml"/>
  <Override ContentType="application/vnd.openxmlformats-officedocument.presentationml.notesSlide+xml" PartName="/ppt/notesSlides/notesSlide66.xml"/>
  <Override ContentType="application/vnd.openxmlformats-officedocument.presentationml.notesSlide+xml" PartName="/ppt/notesSlides/notesSlide3.xml"/>
  <Override ContentType="application/vnd.openxmlformats-officedocument.presentationml.notesSlide+xml" PartName="/ppt/notesSlides/notesSlide240.xml"/>
  <Override ContentType="application/vnd.openxmlformats-officedocument.presentationml.notesSlide+xml" PartName="/ppt/notesSlides/notesSlide425.xml"/>
  <Override ContentType="application/vnd.openxmlformats-officedocument.presentationml.notesSlide+xml" PartName="/ppt/notesSlides/notesSlide283.xml"/>
  <Override ContentType="application/vnd.openxmlformats-officedocument.presentationml.notesSlide+xml" PartName="/ppt/notesSlides/notesSlide461.xml"/>
  <Override ContentType="application/vnd.openxmlformats-officedocument.presentationml.notesSlide+xml" PartName="/ppt/notesSlides/notesSlide232.xml"/>
  <Override ContentType="application/vnd.openxmlformats-officedocument.presentationml.notesSlide+xml" PartName="/ppt/notesSlides/notesSlide275.xml"/>
  <Override ContentType="application/vnd.openxmlformats-officedocument.presentationml.notesSlide+xml" PartName="/ppt/notesSlides/notesSlide380.xml"/>
  <Override ContentType="application/vnd.openxmlformats-officedocument.presentationml.notesSlide+xml" PartName="/ppt/notesSlides/notesSlide514.xml"/>
  <Override ContentType="application/vnd.openxmlformats-officedocument.presentationml.notesSlide+xml" PartName="/ppt/notesSlides/notesSlide328.xml"/>
  <Override ContentType="application/vnd.openxmlformats-officedocument.presentationml.notesSlide+xml" PartName="/ppt/notesSlides/notesSlide506.xml"/>
  <Override ContentType="application/vnd.openxmlformats-officedocument.presentationml.notesSlide+xml" PartName="/ppt/notesSlides/notesSlide360.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313.xml"/>
  <Override ContentType="application/vnd.openxmlformats-officedocument.presentationml.notesSlide+xml" PartName="/ppt/notesSlides/notesSlide453.xml"/>
  <Override ContentType="application/vnd.openxmlformats-officedocument.presentationml.notesSlide+xml" PartName="/ppt/notesSlides/notesSlide399.xml"/>
  <Override ContentType="application/vnd.openxmlformats-officedocument.presentationml.notesSlide+xml" PartName="/ppt/notesSlides/notesSlide410.xml"/>
  <Override ContentType="application/vnd.openxmlformats-officedocument.presentationml.notesSlide+xml" PartName="/ppt/notesSlides/notesSlide69.xml"/>
  <Override ContentType="application/vnd.openxmlformats-officedocument.presentationml.notesSlide+xml" PartName="/ppt/notesSlides/notesSlide356.xml"/>
  <Override ContentType="application/vnd.openxmlformats-officedocument.presentationml.notesSlide+xml" PartName="/ppt/notesSlides/notesSlide496.xml"/>
  <Override ContentType="application/vnd.openxmlformats-officedocument.presentationml.notesSlide+xml" PartName="/ppt/notesSlides/notesSlide26.xml"/>
  <Override ContentType="application/vnd.openxmlformats-officedocument.presentationml.notesSlide+xml" PartName="/ppt/notesSlides/notesSlide468.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441.xml"/>
  <Override ContentType="application/vnd.openxmlformats-officedocument.presentationml.notesSlide+xml" PartName="/ppt/notesSlides/notesSlide484.xml"/>
  <Override ContentType="application/vnd.openxmlformats-officedocument.presentationml.notesSlide+xml" PartName="/ppt/notesSlides/notesSlide227.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456.xml"/>
  <Override ContentType="application/vnd.openxmlformats-officedocument.presentationml.notesSlide+xml" PartName="/ppt/notesSlides/notesSlide481.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99.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375.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332.xml"/>
  <Override ContentType="application/vnd.openxmlformats-officedocument.presentationml.notesSlide+xml" PartName="/ppt/notesSlides/notesSlide511.xml"/>
  <Override ContentType="application/vnd.openxmlformats-officedocument.presentationml.notesSlide+xml" PartName="/ppt/notesSlides/notesSlide325.xml"/>
  <Override ContentType="application/vnd.openxmlformats-officedocument.presentationml.notesSlide+xml" PartName="/ppt/notesSlides/notesSlide368.xml"/>
  <Override ContentType="application/vnd.openxmlformats-officedocument.presentationml.notesSlide+xml" PartName="/ppt/notesSlides/notesSlide413.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526.xml"/>
  <Override ContentType="application/vnd.openxmlformats-officedocument.presentationml.notesSlide+xml" PartName="/ppt/notesSlides/notesSlide174.xml"/>
  <Override ContentType="application/vnd.openxmlformats-officedocument.presentationml.notesSlide+xml" PartName="/ppt/notesSlides/notesSlide347.xml"/>
  <Override ContentType="application/vnd.openxmlformats-officedocument.presentationml.notesSlide+xml" PartName="/ppt/notesSlides/notesSlide304.xml"/>
  <Override ContentType="application/vnd.openxmlformats-officedocument.presentationml.notesSlide+xml" PartName="/ppt/notesSlides/notesSlide396.xml"/>
  <Override ContentType="application/vnd.openxmlformats-officedocument.presentationml.notesSlide+xml" PartName="/ppt/notesSlides/notesSlide310.xml"/>
  <Override ContentType="application/vnd.openxmlformats-officedocument.presentationml.notesSlide+xml" PartName="/ppt/notesSlides/notesSlide340.xml"/>
  <Override ContentType="application/vnd.openxmlformats-officedocument.presentationml.notesSlide+xml" PartName="/ppt/notesSlides/notesSlide353.xml"/>
  <Override ContentType="application/vnd.openxmlformats-officedocument.presentationml.notesSlide+xml" PartName="/ppt/notesSlides/notesSlide255.xml"/>
  <Override ContentType="application/vnd.openxmlformats-officedocument.presentationml.notesSlide+xml" PartName="/ppt/notesSlides/notesSlide428.xml"/>
  <Override ContentType="application/vnd.openxmlformats-officedocument.presentationml.notesSlide+xml" PartName="/ppt/notesSlides/notesSlide212.xml"/>
  <Override ContentType="application/vnd.openxmlformats-officedocument.presentationml.notesSlide+xml" PartName="/ppt/notesSlides/notesSlide298.xml"/>
  <Override ContentType="application/vnd.openxmlformats-officedocument.presentationml.notesSlide+xml" PartName="/ppt/notesSlides/notesSlide383.xml"/>
  <Override ContentType="application/vnd.openxmlformats-officedocument.presentationml.notesSlide+xml" PartName="/ppt/notesSlides/notesSlide282.xml"/>
  <Override ContentType="application/vnd.openxmlformats-officedocument.presentationml.notesSlide+xml" PartName="/ppt/notesSlides/notesSlide248.xml"/>
  <Override ContentType="application/vnd.openxmlformats-officedocument.presentationml.notesSlide+xml" PartName="/ppt/notesSlides/notesSlide477.xml"/>
  <Override ContentType="application/vnd.openxmlformats-officedocument.presentationml.notesSlide+xml" PartName="/ppt/notesSlides/notesSlide434.xml"/>
  <Override ContentType="application/vnd.openxmlformats-officedocument.presentationml.notesSlide+xml" PartName="/ppt/notesSlides/notesSlide460.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355.xml"/>
  <Override ContentType="application/vnd.openxmlformats-officedocument.presentationml.notesSlide+xml" PartName="/ppt/notesSlides/notesSlide312.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381.xml"/>
  <Override ContentType="application/vnd.openxmlformats-officedocument.presentationml.notesSlide+xml" PartName="/ppt/notesSlides/notesSlide398.xml"/>
  <Override ContentType="application/vnd.openxmlformats-officedocument.presentationml.notesSlide+xml" PartName="/ppt/notesSlides/notesSlide469.xml"/>
  <Override ContentType="application/vnd.openxmlformats-officedocument.presentationml.notesSlide+xml" PartName="/ppt/notesSlides/notesSlide426.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276.xml"/>
  <Override ContentType="application/vnd.openxmlformats-officedocument.presentationml.notesSlide+xml" PartName="/ppt/notesSlides/notesSlide497.xml"/>
  <Override ContentType="application/vnd.openxmlformats-officedocument.presentationml.notesSlide+xml" PartName="/ppt/notesSlides/notesSlide233.xml"/>
  <Override ContentType="application/vnd.openxmlformats-officedocument.presentationml.notesSlide+xml" PartName="/ppt/notesSlides/notesSlide327.xml"/>
  <Override ContentType="application/vnd.openxmlformats-officedocument.presentationml.notesSlide+xml" PartName="/ppt/notesSlides/notesSlide483.xml"/>
  <Override ContentType="application/vnd.openxmlformats-officedocument.presentationml.notesSlide+xml" PartName="/ppt/notesSlides/notesSlide440.xml"/>
  <Override ContentType="application/vnd.openxmlformats-officedocument.presentationml.notesSlide+xml" PartName="/ppt/notesSlides/notesSlide505.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449.xml"/>
  <Override ContentType="application/vnd.openxmlformats-officedocument.presentationml.notesSlide+xml" PartName="/ppt/notesSlides/notesSlide361.xml"/>
  <Override ContentType="application/vnd.openxmlformats-officedocument.presentationml.notesSlide+xml" PartName="/ppt/notesSlides/notesSlide74.xml"/>
  <Override ContentType="application/vnd.openxmlformats-officedocument.presentationml.notesSlide+xml" PartName="/ppt/notesSlides/notesSlide197.xml"/>
  <Override ContentType="application/vnd.openxmlformats-officedocument.presentationml.notesSlide+xml" PartName="/ppt/notesSlides/notesSlide406.xml"/>
  <Override ContentType="application/vnd.openxmlformats-officedocument.presentationml.notesSlide+xml" PartName="/ppt/notesSlides/notesSlide154.xml"/>
  <Override ContentType="application/vnd.openxmlformats-officedocument.presentationml.notesSlide+xml" PartName="/ppt/notesSlides/notesSlide2.xml"/>
  <Override ContentType="application/vnd.openxmlformats-officedocument.presentationml.notesSlide+xml" PartName="/ppt/notesSlides/notesSlide454.xml"/>
  <Override ContentType="application/vnd.openxmlformats-officedocument.presentationml.notesSlide+xml" PartName="/ppt/notesSlides/notesSlide411.xml"/>
  <Override ContentType="application/vnd.openxmlformats-officedocument.presentationml.notesSlide+xml" PartName="/ppt/notesSlides/notesSlide260.xml"/>
  <Override ContentType="application/vnd.openxmlformats-officedocument.presentationml.notesSlide+xml" PartName="/ppt/notesSlides/notesSlide448.xml"/>
  <Override ContentType="application/vnd.openxmlformats-officedocument.presentationml.notesSlide+xml" PartName="/ppt/notesSlides/notesSlide405.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69.xml"/>
  <Override ContentType="application/vnd.openxmlformats-officedocument.presentationml.notesSlide+xml" PartName="/ppt/notesSlides/notesSlide412.xml"/>
  <Override ContentType="application/vnd.openxmlformats-officedocument.presentationml.notesSlide+xml" PartName="/ppt/notesSlides/notesSlide181.xml"/>
  <Override ContentType="application/vnd.openxmlformats-officedocument.presentationml.notesSlide+xml" PartName="/ppt/notesSlides/notesSlide527.xml"/>
  <Override ContentType="application/vnd.openxmlformats-officedocument.presentationml.notesSlide+xml" PartName="/ppt/notesSlides/notesSlide47.xml"/>
  <Override ContentType="application/vnd.openxmlformats-officedocument.presentationml.notesSlide+xml" PartName="/ppt/notesSlides/notesSlide482.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376.xml"/>
  <Override ContentType="application/vnd.openxmlformats-officedocument.presentationml.notesSlide+xml" PartName="/ppt/notesSlides/notesSlide333.xml"/>
  <Override ContentType="application/vnd.openxmlformats-officedocument.presentationml.notesSlide+xml" PartName="/ppt/notesSlides/notesSlide305.xml"/>
  <Override ContentType="application/vnd.openxmlformats-officedocument.presentationml.notesSlide+xml" PartName="/ppt/notesSlides/notesSlide512.xml"/>
  <Override ContentType="application/vnd.openxmlformats-officedocument.presentationml.notesSlide+xml" PartName="/ppt/notesSlides/notesSlide297.xml"/>
  <Override ContentType="application/vnd.openxmlformats-officedocument.presentationml.notesSlide+xml" PartName="/ppt/notesSlides/notesSlide382.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132.xml"/>
  <Override ContentType="application/vnd.openxmlformats-officedocument.presentationml.notesSlide+xml" PartName="/ppt/notesSlides/notesSlide433.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76.xml"/>
  <Override ContentType="application/vnd.openxmlformats-officedocument.presentationml.notesSlide+xml" PartName="/ppt/notesSlides/notesSlide175.xml"/>
  <Override ContentType="application/vnd.openxmlformats-officedocument.presentationml.notesSlide+xml" PartName="/ppt/notesSlides/notesSlide348.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350.xml"/>
  <Override ContentType="application/vnd.openxmlformats-officedocument.presentationml.slide+xml" PartName="/ppt/slides/slide35.xml"/>
  <Override ContentType="application/vnd.openxmlformats-officedocument.presentationml.slide+xml" PartName="/ppt/slides/slide334.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423.xml"/>
  <Override ContentType="application/vnd.openxmlformats-officedocument.presentationml.slide+xml" PartName="/ppt/slides/slide19.xml"/>
  <Override ContentType="application/vnd.openxmlformats-officedocument.presentationml.slide+xml" PartName="/ppt/slides/slide326.xml"/>
  <Override ContentType="application/vnd.openxmlformats-officedocument.presentationml.slide+xml" PartName="/ppt/slides/slide512.xml"/>
  <Override ContentType="application/vnd.openxmlformats-officedocument.presentationml.slide+xml" PartName="/ppt/slides/slide237.xml"/>
  <Override ContentType="application/vnd.openxmlformats-officedocument.presentationml.slide+xml" PartName="/ppt/slides/slide261.xml"/>
  <Override ContentType="application/vnd.openxmlformats-officedocument.presentationml.slide+xml" PartName="/ppt/slides/slide519.xml"/>
  <Override ContentType="application/vnd.openxmlformats-officedocument.presentationml.slide+xml" PartName="/ppt/slides/slide520.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342.xml"/>
  <Override ContentType="application/vnd.openxmlformats-officedocument.presentationml.slide+xml" PartName="/ppt/slides/slide431.xml"/>
  <Override ContentType="application/vnd.openxmlformats-officedocument.presentationml.slide+xml" PartName="/ppt/slides/slide156.xml"/>
  <Override ContentType="application/vnd.openxmlformats-officedocument.presentationml.slide+xml" PartName="/ppt/slides/slide438.xml"/>
  <Override ContentType="application/vnd.openxmlformats-officedocument.presentationml.slide+xml" PartName="/ppt/slides/slide454.xml"/>
  <Override ContentType="application/vnd.openxmlformats-officedocument.presentationml.slide+xml" PartName="/ppt/slides/slide179.xml"/>
  <Override ContentType="application/vnd.openxmlformats-officedocument.presentationml.slide+xml" PartName="/ppt/slides/slide276.xml"/>
  <Override ContentType="application/vnd.openxmlformats-officedocument.presentationml.slide+xml" PartName="/ppt/slides/slide504.xml"/>
  <Override ContentType="application/vnd.openxmlformats-officedocument.presentationml.slide+xml" PartName="/ppt/slides/slide66.xml"/>
  <Override ContentType="application/vnd.openxmlformats-officedocument.presentationml.slide+xml" PartName="/ppt/slides/slide229.xml"/>
  <Override ContentType="application/vnd.openxmlformats-officedocument.presentationml.slide+xml" PartName="/ppt/slides/slide357.xml"/>
  <Override ContentType="application/vnd.openxmlformats-officedocument.presentationml.slide+xml" PartName="/ppt/slides/slide141.xml"/>
  <Override ContentType="application/vnd.openxmlformats-officedocument.presentationml.slide+xml" PartName="/ppt/slides/slide407.xml"/>
  <Override ContentType="application/vnd.openxmlformats-officedocument.presentationml.slide+xml" PartName="/ppt/slides/slide82.xml"/>
  <Override ContentType="application/vnd.openxmlformats-officedocument.presentationml.slide+xml" PartName="/ppt/slides/slide486.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469.xml"/>
  <Override ContentType="application/vnd.openxmlformats-officedocument.presentationml.slide+xml" PartName="/ppt/slides/slide470.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400.xml"/>
  <Override ContentType="application/vnd.openxmlformats-officedocument.presentationml.slide+xml" PartName="/ppt/slides/slide214.xml"/>
  <Override ContentType="application/vnd.openxmlformats-officedocument.presentationml.slide+xml" PartName="/ppt/slides/slide206.xml"/>
  <Override ContentType="application/vnd.openxmlformats-officedocument.presentationml.slide+xml" PartName="/ppt/slides/slide381.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285.xml"/>
  <Override ContentType="application/vnd.openxmlformats-officedocument.presentationml.slide+xml" PartName="/ppt/slides/slide89.xml"/>
  <Override ContentType="application/vnd.openxmlformats-officedocument.presentationml.slide+xml" PartName="/ppt/slides/slide349.xml"/>
  <Override ContentType="application/vnd.openxmlformats-officedocument.presentationml.slide+xml" PartName="/ppt/slides/slide477.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462.xml"/>
  <Override ContentType="application/vnd.openxmlformats-officedocument.presentationml.slide+xml" PartName="/ppt/slides/slide447.xml"/>
  <Override ContentType="application/vnd.openxmlformats-officedocument.presentationml.slide+xml" PartName="/ppt/slides/slide133.xml"/>
  <Override ContentType="application/vnd.openxmlformats-officedocument.presentationml.slide+xml" PartName="/ppt/slides/slide494.xml"/>
  <Override ContentType="application/vnd.openxmlformats-officedocument.presentationml.slide+xml" PartName="/ppt/slides/slide91.xml"/>
  <Override ContentType="application/vnd.openxmlformats-officedocument.presentationml.slide+xml" PartName="/ppt/slides/slide415.xml"/>
  <Override ContentType="application/vnd.openxmlformats-officedocument.presentationml.slide+xml" PartName="/ppt/slides/slide74.xml"/>
  <Override ContentType="application/vnd.openxmlformats-officedocument.presentationml.slide+xml" PartName="/ppt/slides/slide268.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310.xml"/>
  <Override ContentType="application/vnd.openxmlformats-officedocument.presentationml.slide+xml" PartName="/ppt/slides/slide366.xml"/>
  <Override ContentType="application/vnd.openxmlformats-officedocument.presentationml.slide+xml" PartName="/ppt/slides/slide396.xml"/>
  <Override ContentType="application/vnd.openxmlformats-officedocument.presentationml.slide+xml" PartName="/ppt/slides/slide180.xml"/>
  <Override ContentType="application/vnd.openxmlformats-officedocument.presentationml.slide+xml" PartName="/ppt/slides/slide511.xml"/>
  <Override ContentType="application/vnd.openxmlformats-officedocument.presentationml.slide+xml" PartName="/ppt/slides/slide18.xml"/>
  <Override ContentType="application/vnd.openxmlformats-officedocument.presentationml.slide+xml" PartName="/ppt/slides/slide333.xml"/>
  <Override ContentType="application/vnd.openxmlformats-officedocument.presentationml.slide+xml" PartName="/ppt/slides/slide309.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270.xml"/>
  <Override ContentType="application/vnd.openxmlformats-officedocument.presentationml.slide+xml" PartName="/ppt/slides/slide406.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343.xml"/>
  <Override ContentType="application/vnd.openxmlformats-officedocument.presentationml.slide+xml" PartName="/ppt/slides/slide528.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440.xml"/>
  <Override ContentType="application/vnd.openxmlformats-officedocument.presentationml.slide+xml" PartName="/ppt/slides/slide147.xml"/>
  <Override ContentType="application/vnd.openxmlformats-officedocument.presentationml.slide+xml" PartName="/ppt/slides/slide236.xml"/>
  <Override ContentType="application/vnd.openxmlformats-officedocument.presentationml.slide+xml" PartName="/ppt/slides/slide422.xml"/>
  <Override ContentType="application/vnd.openxmlformats-officedocument.presentationml.slide+xml" PartName="/ppt/slides/slide505.xml"/>
  <Override ContentType="application/vnd.openxmlformats-officedocument.presentationml.slide+xml" PartName="/ppt/slides/slide110.xml"/>
  <Override ContentType="application/vnd.openxmlformats-officedocument.presentationml.slide+xml" PartName="/ppt/slides/slide455.xml"/>
  <Override ContentType="application/vnd.openxmlformats-officedocument.presentationml.slide+xml" PartName="/ppt/slides/slide293.xml"/>
  <Override ContentType="application/vnd.openxmlformats-officedocument.presentationml.slide+xml" PartName="/ppt/slides/slide358.xml"/>
  <Override ContentType="application/vnd.openxmlformats-officedocument.presentationml.slide+xml" PartName="/ppt/slides/slide471.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259.xml"/>
  <Override ContentType="application/vnd.openxmlformats-officedocument.presentationml.slide+xml" PartName="/ppt/slides/slide49.xml"/>
  <Override ContentType="application/vnd.openxmlformats-officedocument.presentationml.slide+xml" PartName="/ppt/slides/slide327.xml"/>
  <Override ContentType="application/vnd.openxmlformats-officedocument.presentationml.slide+xml" PartName="/ppt/slides/slide83.xml"/>
  <Override ContentType="application/vnd.openxmlformats-officedocument.presentationml.slide+xml" PartName="/ppt/slides/slide437.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401.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11.xml"/>
  <Override ContentType="application/vnd.openxmlformats-officedocument.presentationml.slide+xml" PartName="/ppt/slides/slide13.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292.xml"/>
  <Override ContentType="application/vnd.openxmlformats-officedocument.presentationml.slide+xml" PartName="/ppt/slides/slide100.xml"/>
  <Override ContentType="application/vnd.openxmlformats-officedocument.presentationml.slide+xml" PartName="/ppt/slides/slide461.xml"/>
  <Override ContentType="application/vnd.openxmlformats-officedocument.presentationml.slide+xml" PartName="/ppt/slides/slide90.xml"/>
  <Override ContentType="application/vnd.openxmlformats-officedocument.presentationml.slide+xml" PartName="/ppt/slides/slide275.xml"/>
  <Override ContentType="application/vnd.openxmlformats-officedocument.presentationml.slide+xml" PartName="/ppt/slides/slide487.xml"/>
  <Override ContentType="application/vnd.openxmlformats-officedocument.presentationml.slide+xml" PartName="/ppt/slides/slide476.xml"/>
  <Override ContentType="application/vnd.openxmlformats-officedocument.presentationml.slide+xml" PartName="/ppt/slides/slide132.xml"/>
  <Override ContentType="application/vnd.openxmlformats-officedocument.presentationml.slide+xml" PartName="/ppt/slides/slide416.xml"/>
  <Override ContentType="application/vnd.openxmlformats-officedocument.presentationml.slide+xml" PartName="/ppt/slides/slide269.xml"/>
  <Override ContentType="application/vnd.openxmlformats-officedocument.presentationml.slide+xml" PartName="/ppt/slides/slide493.xml"/>
  <Override ContentType="application/vnd.openxmlformats-officedocument.presentationml.slide+xml" PartName="/ppt/slides/slide1.xml"/>
  <Override ContentType="application/vnd.openxmlformats-officedocument.presentationml.slide+xml" PartName="/ppt/slides/slide365.xml"/>
  <Override ContentType="application/vnd.openxmlformats-officedocument.presentationml.slide+xml" PartName="/ppt/slides/slide28.xml"/>
  <Override ContentType="application/vnd.openxmlformats-officedocument.presentationml.slide+xml" PartName="/ppt/slides/slide382.xml"/>
  <Override ContentType="application/vnd.openxmlformats-officedocument.presentationml.slide+xml" PartName="/ppt/slides/slide527.xml"/>
  <Override ContentType="application/vnd.openxmlformats-officedocument.presentationml.slide+xml" PartName="/ppt/slides/slide397.xml"/>
  <Override ContentType="application/vnd.openxmlformats-officedocument.presentationml.slide+xml" PartName="/ppt/slides/slide200.xml"/>
  <Override ContentType="application/vnd.openxmlformats-officedocument.presentationml.slide+xml" PartName="/ppt/slides/slide348.xml"/>
  <Override ContentType="application/vnd.openxmlformats-officedocument.presentationml.slide+xml" PartName="/ppt/slides/slide88.xml"/>
  <Override ContentType="application/vnd.openxmlformats-officedocument.presentationml.slide+xml" PartName="/ppt/slides/slide286.xml"/>
  <Override ContentType="application/vnd.openxmlformats-officedocument.presentationml.slide+xml" PartName="/ppt/slides/slide115.xml"/>
  <Override ContentType="application/vnd.openxmlformats-officedocument.presentationml.slide+xml" PartName="/ppt/slides/slide260.xml"/>
  <Override ContentType="application/vnd.openxmlformats-officedocument.presentationml.slide+xml" PartName="/ppt/slides/slide367.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71.xml"/>
  <Override ContentType="application/vnd.openxmlformats-officedocument.presentationml.slide+xml" PartName="/ppt/slides/slide324.xml"/>
  <Override ContentType="application/vnd.openxmlformats-officedocument.presentationml.slide+xml" PartName="/ppt/slides/slide510.xml"/>
  <Override ContentType="application/vnd.openxmlformats-officedocument.presentationml.slide+xml" PartName="/ppt/slides/slide174.xml"/>
  <Override ContentType="application/vnd.openxmlformats-officedocument.presentationml.slide+xml" PartName="/ppt/slides/slide360.xml"/>
  <Override ContentType="application/vnd.openxmlformats-officedocument.presentationml.slide+xml" PartName="/ppt/slides/slide219.xml"/>
  <Override ContentType="application/vnd.openxmlformats-officedocument.presentationml.slide+xml" PartName="/ppt/slides/slide405.xml"/>
  <Override ContentType="application/vnd.openxmlformats-officedocument.presentationml.slide+xml" PartName="/ppt/slides/slide502.xml"/>
  <Override ContentType="application/vnd.openxmlformats-officedocument.presentationml.slide+xml" PartName="/ppt/slides/slide359.xml"/>
  <Override ContentType="application/vnd.openxmlformats-officedocument.presentationml.slide+xml" PartName="/ppt/slides/slide316.xml"/>
  <Override ContentType="application/vnd.openxmlformats-officedocument.presentationml.slide+xml" PartName="/ppt/slides/slide448.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344.xml"/>
  <Override ContentType="application/vnd.openxmlformats-officedocument.presentationml.slide+xml" PartName="/ppt/slides/slide387.xml"/>
  <Override ContentType="application/vnd.openxmlformats-officedocument.presentationml.slide+xml" PartName="/ppt/slides/slide425.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94.xml"/>
  <Override ContentType="application/vnd.openxmlformats-officedocument.presentationml.slide+xml" PartName="/ppt/slides/slide468.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17.xml"/>
  <Override ContentType="application/vnd.openxmlformats-officedocument.presentationml.slide+xml" PartName="/ppt/slides/slide375.xml"/>
  <Override ContentType="application/vnd.openxmlformats-officedocument.presentationml.slide+xml" PartName="/ppt/slides/slide332.xml"/>
  <Override ContentType="application/vnd.openxmlformats-officedocument.presentationml.slide+xml" PartName="/ppt/slides/slide251.xml"/>
  <Override ContentType="application/vnd.openxmlformats-officedocument.presentationml.slide+xml" PartName="/ppt/slides/slide472.xml"/>
  <Override ContentType="application/vnd.openxmlformats-officedocument.presentationml.slide+xml" PartName="/ppt/slides/slide301.xml"/>
  <Override ContentType="application/vnd.openxmlformats-officedocument.presentationml.slide+xml" PartName="/ppt/slides/slide223.xml"/>
  <Override ContentType="application/vnd.openxmlformats-officedocument.presentationml.slide+xml" PartName="/ppt/slides/slide266.xml"/>
  <Override ContentType="application/vnd.openxmlformats-officedocument.presentationml.slide+xml" PartName="/ppt/slides/slide347.xml"/>
  <Override ContentType="application/vnd.openxmlformats-officedocument.presentationml.slide+xml" PartName="/ppt/slides/slide372.xml"/>
  <Override ContentType="application/vnd.openxmlformats-officedocument.presentationml.slide+xml" PartName="/ppt/slides/slide22.xml"/>
  <Override ContentType="application/vnd.openxmlformats-officedocument.presentationml.slide+xml" PartName="/ppt/slides/slide304.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274.xml"/>
  <Override ContentType="application/vnd.openxmlformats-officedocument.presentationml.slide+xml" PartName="/ppt/slides/slide460.xml"/>
  <Override ContentType="application/vnd.openxmlformats-officedocument.presentationml.slide+xml" PartName="/ppt/slides/slide488.xml"/>
  <Override ContentType="application/vnd.openxmlformats-officedocument.presentationml.slide+xml" PartName="/ppt/slides/slide410.xml"/>
  <Override ContentType="application/vnd.openxmlformats-officedocument.presentationml.slide+xml" PartName="/ppt/slides/slide72.xml"/>
  <Override ContentType="application/vnd.openxmlformats-officedocument.presentationml.slide+xml" PartName="/ppt/slides/slide453.xml"/>
  <Override ContentType="application/vnd.openxmlformats-officedocument.presentationml.slide+xml" PartName="/ppt/slides/slide496.xml"/>
  <Override ContentType="application/vnd.openxmlformats-officedocument.presentationml.slide+xml" PartName="/ppt/slides/slide29.xml"/>
  <Override ContentType="application/vnd.openxmlformats-officedocument.presentationml.slide+xml" PartName="/ppt/slides/slide530.xml"/>
  <Override ContentType="application/vnd.openxmlformats-officedocument.presentationml.slide+xml" PartName="/ppt/slides/slide319.xml"/>
  <Override ContentType="application/vnd.openxmlformats-officedocument.presentationml.slide+xml" PartName="/ppt/slides/slide417.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432.xml"/>
  <Override ContentType="application/vnd.openxmlformats-officedocument.presentationml.slide+xml" PartName="/ppt/slides/slide103.xml"/>
  <Override ContentType="application/vnd.openxmlformats-officedocument.presentationml.slide+xml" PartName="/ppt/slides/slide445.xml"/>
  <Override ContentType="application/vnd.openxmlformats-officedocument.presentationml.slide+xml" PartName="/ppt/slides/slide402.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481.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526.xml"/>
  <Override ContentType="application/vnd.openxmlformats-officedocument.presentationml.slide+xml" PartName="/ppt/slides/slide139.xml"/>
  <Override ContentType="application/vnd.openxmlformats-officedocument.presentationml.slide+xml" PartName="/ppt/slides/slide325.xml"/>
  <Override ContentType="application/vnd.openxmlformats-officedocument.presentationml.slide+xml" PartName="/ppt/slides/slide503.xml"/>
  <Override ContentType="application/vnd.openxmlformats-officedocument.presentationml.slide+xml" PartName="/ppt/slides/slide430.xml"/>
  <Override ContentType="application/vnd.openxmlformats-officedocument.presentationml.slide+xml" PartName="/ppt/slides/slide317.xml"/>
  <Override ContentType="application/vnd.openxmlformats-officedocument.presentationml.slide+xml" PartName="/ppt/slides/slide473.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439.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351.xml"/>
  <Override ContentType="application/vnd.openxmlformats-officedocument.presentationml.slide+xml" PartName="/ppt/slides/slide368.xml"/>
  <Override ContentType="application/vnd.openxmlformats-officedocument.presentationml.slide+xml" PartName="/ppt/slides/slide394.xml"/>
  <Override ContentType="application/vnd.openxmlformats-officedocument.presentationml.slide+xml" PartName="/ppt/slides/slide331.xml"/>
  <Override ContentType="application/vnd.openxmlformats-officedocument.presentationml.slide+xml" PartName="/ppt/slides/slide280.xml"/>
  <Override ContentType="application/vnd.openxmlformats-officedocument.presentationml.slide+xml" PartName="/ppt/slides/slide374.xml"/>
  <Override ContentType="application/vnd.openxmlformats-officedocument.presentationml.slide+xml" PartName="/ppt/slides/slide345.xml"/>
  <Override ContentType="application/vnd.openxmlformats-officedocument.presentationml.slide+xml" PartName="/ppt/slides/slide518.xml"/>
  <Override ContentType="application/vnd.openxmlformats-officedocument.presentationml.slide+xml" PartName="/ppt/slides/slide302.xml"/>
  <Override ContentType="application/vnd.openxmlformats-officedocument.presentationml.slide+xml" PartName="/ppt/slides/slide289.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295.xml"/>
  <Override ContentType="application/vnd.openxmlformats-officedocument.presentationml.slide+xml" PartName="/ppt/slides/slide467.xml"/>
  <Override ContentType="application/vnd.openxmlformats-officedocument.presentationml.slide+xml" PartName="/ppt/slides/slide388.xml"/>
  <Override ContentType="application/vnd.openxmlformats-officedocument.presentationml.slide+xml" PartName="/ppt/slides/slide124.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424.xml"/>
  <Override ContentType="application/vnd.openxmlformats-officedocument.presentationml.slide+xml" PartName="/ppt/slides/slide194.xml"/>
  <Override ContentType="application/vnd.openxmlformats-officedocument.presentationml.slide+xml" PartName="/ppt/slides/slide380.xml"/>
  <Override ContentType="application/vnd.openxmlformats-officedocument.presentationml.slide+xml" PartName="/ppt/slides/slide151.xml"/>
  <Override ContentType="application/vnd.openxmlformats-officedocument.presentationml.slide+xml" PartName="/ppt/slides/slide495.xml"/>
  <Override ContentType="application/vnd.openxmlformats-officedocument.presentationml.slide+xml" PartName="/ppt/slides/slide452.xml"/>
  <Override ContentType="application/vnd.openxmlformats-officedocument.presentationml.slide+xml" PartName="/ppt/slides/slide525.xml"/>
  <Override ContentType="application/vnd.openxmlformats-officedocument.presentationml.slide+xml" PartName="/ppt/slides/slide339.xml"/>
  <Override ContentType="application/vnd.openxmlformats-officedocument.presentationml.slide+xml" PartName="/ppt/slides/slide224.xml"/>
  <Override ContentType="application/vnd.openxmlformats-officedocument.presentationml.slide+xml" PartName="/ppt/slides/slide330.xml"/>
  <Override ContentType="application/vnd.openxmlformats-officedocument.presentationml.slide+xml" PartName="/ppt/slides/slide267.xml"/>
  <Override ContentType="application/vnd.openxmlformats-officedocument.presentationml.slide+xml" PartName="/ppt/slides/slide373.xml"/>
  <Override ContentType="application/vnd.openxmlformats-officedocument.presentationml.slide+xml" PartName="/ppt/slides/slide389.xml"/>
  <Override ContentType="application/vnd.openxmlformats-officedocument.presentationml.slide+xml" PartName="/ppt/slides/slide21.xml"/>
  <Override ContentType="application/vnd.openxmlformats-officedocument.presentationml.slide+xml" PartName="/ppt/slides/slide346.xml"/>
  <Override ContentType="application/vnd.openxmlformats-officedocument.presentationml.slide+xml" PartName="/ppt/slides/slide303.xml"/>
  <Override ContentType="application/vnd.openxmlformats-officedocument.presentationml.slide+xml" PartName="/ppt/slides/slide64.xml"/>
  <Override ContentType="application/vnd.openxmlformats-officedocument.presentationml.slide+xml" PartName="/ppt/slides/slide418.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403.xml"/>
  <Override ContentType="application/vnd.openxmlformats-officedocument.presentationml.slide+xml" PartName="/ppt/slides/slide480.xml"/>
  <Override ContentType="application/vnd.openxmlformats-officedocument.presentationml.slide+xml" PartName="/ppt/slides/slide395.xml"/>
  <Override ContentType="application/vnd.openxmlformats-officedocument.presentationml.slide+xml" PartName="/ppt/slides/slide352.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318.xml"/>
  <Override ContentType="application/vnd.openxmlformats-officedocument.presentationml.slide+xml" PartName="/ppt/slides/slide230.xml"/>
  <Override ContentType="application/vnd.openxmlformats-officedocument.presentationml.slide+xml" PartName="/ppt/slides/slide531.xml"/>
  <Override ContentType="application/vnd.openxmlformats-officedocument.presentationml.slide+xml" PartName="/ppt/slides/slide273.xml"/>
  <Override ContentType="application/vnd.openxmlformats-officedocument.presentationml.slide+xml" PartName="/ppt/slides/slide446.xml"/>
  <Override ContentType="application/vnd.openxmlformats-officedocument.presentationml.slide+xml" PartName="/ppt/slides/slide489.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slide+xml" PartName="/ppt/slides/slide121.xml"/>
  <Override ContentType="application/vnd.openxmlformats-officedocument.presentationml.slide+xml" PartName="/ppt/slides/slide296.xml"/>
  <Override ContentType="application/vnd.openxmlformats-officedocument.presentationml.slide+xml" PartName="/ppt/slides/slide482.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385.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490.xml"/>
  <Override ContentType="application/vnd.openxmlformats-officedocument.presentationml.slide+xml" PartName="/ppt/slides/slide202.xml"/>
  <Override ContentType="application/vnd.openxmlformats-officedocument.presentationml.slide+xml" PartName="/ppt/slides/slide466.xml"/>
  <Override ContentType="application/vnd.openxmlformats-officedocument.presentationml.slide+xml" PartName="/ppt/slides/slide105.xml"/>
  <Override ContentType="application/vnd.openxmlformats-officedocument.presentationml.slide+xml" PartName="/ppt/slides/slide5.xml"/>
  <Override ContentType="application/vnd.openxmlformats-officedocument.presentationml.slide+xml" PartName="/ppt/slides/slide369.xml"/>
  <Override ContentType="application/vnd.openxmlformats-officedocument.presentationml.slide+xml" PartName="/ppt/slides/slide393.xml"/>
  <Override ContentType="application/vnd.openxmlformats-officedocument.presentationml.slide+xml" PartName="/ppt/slides/slide377.xml"/>
  <Override ContentType="application/vnd.openxmlformats-officedocument.presentationml.slide+xml" PartName="/ppt/slides/slide113.xml"/>
  <Override ContentType="application/vnd.openxmlformats-officedocument.presentationml.slide+xml" PartName="/ppt/slides/slide288.xml"/>
  <Override ContentType="application/vnd.openxmlformats-officedocument.presentationml.slide+xml" PartName="/ppt/slides/slide474.xml"/>
  <Override ContentType="application/vnd.openxmlformats-officedocument.presentationml.slide+xml" PartName="/ppt/slides/slide94.xml"/>
  <Override ContentType="application/vnd.openxmlformats-officedocument.presentationml.slide+xml" PartName="/ppt/slides/slide217.xml"/>
  <Override ContentType="application/vnd.openxmlformats-officedocument.presentationml.slide+xml" PartName="/ppt/slides/slide281.xml"/>
  <Override ContentType="application/vnd.openxmlformats-officedocument.presentationml.slide+xml" PartName="/ppt/slides/slide71.xml"/>
  <Override ContentType="application/vnd.openxmlformats-officedocument.presentationml.slide+xml" PartName="/ppt/slides/slide497.xml"/>
  <Override ContentType="application/vnd.openxmlformats-officedocument.presentationml.slide+xml" PartName="/ppt/slides/slide233.xml"/>
  <Override ContentType="application/vnd.openxmlformats-officedocument.presentationml.slide+xml" PartName="/ppt/slides/slide362.xml"/>
  <Override ContentType="application/vnd.openxmlformats-officedocument.presentationml.slide+xml" PartName="/ppt/slides/slide265.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411.xml"/>
  <Override ContentType="application/vnd.openxmlformats-officedocument.presentationml.slide+xml" PartName="/ppt/slides/slide314.xml"/>
  <Override ContentType="application/vnd.openxmlformats-officedocument.presentationml.slide+xml" PartName="/ppt/slides/slide419.xml"/>
  <Override ContentType="application/vnd.openxmlformats-officedocument.presentationml.slide+xml" PartName="/ppt/slides/slide338.xml"/>
  <Override ContentType="application/vnd.openxmlformats-officedocument.presentationml.slide+xml" PartName="/ppt/slides/slide507.xml"/>
  <Override ContentType="application/vnd.openxmlformats-officedocument.presentationml.slide+xml" PartName="/ppt/slides/slide443.xml"/>
  <Override ContentType="application/vnd.openxmlformats-officedocument.presentationml.slide+xml" PartName="/ppt/slides/slide168.xml"/>
  <Override ContentType="application/vnd.openxmlformats-officedocument.presentationml.slide+xml" PartName="/ppt/slides/slide426.xml"/>
  <Override ContentType="application/vnd.openxmlformats-officedocument.presentationml.slide+xml" PartName="/ppt/slides/slide152.xml"/>
  <Override ContentType="application/vnd.openxmlformats-officedocument.presentationml.slide+xml" PartName="/ppt/slides/slide257.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24.xml"/>
  <Override ContentType="application/vnd.openxmlformats-officedocument.presentationml.slide+xml" PartName="/ppt/slides/slide515.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306.xml"/>
  <Override ContentType="application/vnd.openxmlformats-officedocument.presentationml.slide+xml" PartName="/ppt/slides/slide272.xml"/>
  <Override ContentType="application/vnd.openxmlformats-officedocument.presentationml.slide+xml" PartName="/ppt/slides/slide323.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404.xml"/>
  <Override ContentType="application/vnd.openxmlformats-officedocument.presentationml.slide+xml" PartName="/ppt/slides/slide144.xml"/>
  <Override ContentType="application/vnd.openxmlformats-officedocument.presentationml.slide+xml" PartName="/ppt/slides/slide434.xml"/>
  <Override ContentType="application/vnd.openxmlformats-officedocument.presentationml.slide+xml" PartName="/ppt/slides/slide451.xml"/>
  <Override ContentType="application/vnd.openxmlformats-officedocument.presentationml.slide+xml" PartName="/ppt/slides/slide31.xml"/>
  <Override ContentType="application/vnd.openxmlformats-officedocument.presentationml.slide+xml" PartName="/ppt/slides/slide458.xml"/>
  <Override ContentType="application/vnd.openxmlformats-officedocument.presentationml.slide+xml" PartName="/ppt/slides/slide176.xml"/>
  <Override ContentType="application/vnd.openxmlformats-officedocument.presentationml.slide+xml" PartName="/ppt/slides/slide225.xml"/>
  <Override ContentType="application/vnd.openxmlformats-officedocument.presentationml.slide+xml" PartName="/ppt/slides/slide370.xml"/>
  <Override ContentType="application/vnd.openxmlformats-officedocument.presentationml.slide+xml" PartName="/ppt/slides/slide500.xml"/>
  <Override ContentType="application/vnd.openxmlformats-officedocument.presentationml.slide+xml" PartName="/ppt/slides/slide353.xml"/>
  <Override ContentType="application/vnd.openxmlformats-officedocument.presentationml.slide+xml" PartName="/ppt/slides/slide465.xml"/>
  <Override ContentType="application/vnd.openxmlformats-officedocument.presentationml.slide+xml" PartName="/ppt/slides/slide201.xml"/>
  <Override ContentType="application/vnd.openxmlformats-officedocument.presentationml.slide+xml" PartName="/ppt/slides/slide287.xml"/>
  <Override ContentType="application/vnd.openxmlformats-officedocument.presentationml.slide+xml" PartName="/ppt/slides/slide376.xml"/>
  <Override ContentType="application/vnd.openxmlformats-officedocument.presentationml.slide+xml" PartName="/ppt/slides/slide449.xml"/>
  <Override ContentType="application/vnd.openxmlformats-officedocument.presentationml.slide+xml" PartName="/ppt/slides/slide95.xml"/>
  <Override ContentType="application/vnd.openxmlformats-officedocument.presentationml.slide+xml" PartName="/ppt/slides/slide386.xml"/>
  <Override ContentType="application/vnd.openxmlformats-officedocument.presentationml.slide+xml" PartName="/ppt/slides/slide475.xml"/>
  <Override ContentType="application/vnd.openxmlformats-officedocument.presentationml.slide+xml" PartName="/ppt/slides/slide211.xml"/>
  <Override ContentType="application/vnd.openxmlformats-officedocument.presentationml.slide+xml" PartName="/ppt/slides/slide483.xml"/>
  <Override ContentType="application/vnd.openxmlformats-officedocument.presentationml.slide+xml" PartName="/ppt/slides/slide77.xml"/>
  <Override ContentType="application/vnd.openxmlformats-officedocument.presentationml.slide+xml" PartName="/ppt/slides/slide297.xml"/>
  <Override ContentType="application/vnd.openxmlformats-officedocument.presentationml.slide+xml" PartName="/ppt/slides/slide122.xml"/>
  <Override ContentType="application/vnd.openxmlformats-officedocument.presentationml.slide+xml" PartName="/ppt/slides/slide191.xml"/>
  <Override ContentType="application/vnd.openxmlformats-officedocument.presentationml.slide+xml" PartName="/ppt/slides/slide279.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361.xml"/>
  <Override ContentType="application/vnd.openxmlformats-officedocument.presentationml.slide+xml" PartName="/ppt/slides/slide412.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300.xml"/>
  <Override ContentType="application/vnd.openxmlformats-officedocument.presentationml.slide+xml" PartName="/ppt/slides/slide315.xml"/>
  <Override ContentType="application/vnd.openxmlformats-officedocument.presentationml.slide+xml" PartName="/ppt/slides/slide392.xml"/>
  <Override ContentType="application/vnd.openxmlformats-officedocument.presentationml.slide+xml" PartName="/ppt/slides/slide282.xml"/>
  <Override ContentType="application/vnd.openxmlformats-officedocument.presentationml.slide+xml" PartName="/ppt/slides/slide216.xml"/>
  <Override ContentType="application/vnd.openxmlformats-officedocument.presentationml.slide+xml" PartName="/ppt/slides/slide6.xml"/>
  <Override ContentType="application/vnd.openxmlformats-officedocument.presentationml.slide+xml" PartName="/ppt/slides/slide264.xml"/>
  <Override ContentType="application/vnd.openxmlformats-officedocument.presentationml.slide+xml" PartName="/ppt/slides/slide498.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169.xml"/>
  <Override ContentType="application/vnd.openxmlformats-officedocument.presentationml.slide+xml" PartName="/ppt/slides/slide516.xml"/>
  <Override ContentType="application/vnd.openxmlformats-officedocument.presentationml.slide+xml" PartName="/ppt/slides/slide258.xml"/>
  <Override ContentType="application/vnd.openxmlformats-officedocument.presentationml.slide+xml" PartName="/ppt/slides/slide30.xml"/>
  <Override ContentType="application/vnd.openxmlformats-officedocument.presentationml.slide+xml" PartName="/ppt/slides/slide444.xml"/>
  <Override ContentType="application/vnd.openxmlformats-officedocument.presentationml.slide+xml" PartName="/ppt/slides/slide427.xml"/>
  <Override ContentType="application/vnd.openxmlformats-officedocument.presentationml.slide+xml" PartName="/ppt/slides/slide371.xml"/>
  <Override ContentType="application/vnd.openxmlformats-officedocument.presentationml.slide+xml" PartName="/ppt/slides/slide39.xml"/>
  <Override ContentType="application/vnd.openxmlformats-officedocument.presentationml.slide+xml" PartName="/ppt/slides/slide56.xml"/>
  <Override ContentType="application/vnd.openxmlformats-officedocument.presentationml.slide+xml" PartName="/ppt/slides/slide354.xml"/>
  <Override ContentType="application/vnd.openxmlformats-officedocument.presentationml.slide+xml" PartName="/ppt/slides/slide337.xml"/>
  <Override ContentType="application/vnd.openxmlformats-officedocument.presentationml.slide+xml" PartName="/ppt/slides/slide523.xml"/>
  <Override ContentType="application/vnd.openxmlformats-officedocument.presentationml.slide+xml" PartName="/ppt/slides/slide506.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43.xml"/>
  <Override ContentType="application/vnd.openxmlformats-officedocument.presentationml.slide+xml" PartName="/ppt/slides/slide433.xml"/>
  <Override ContentType="application/vnd.openxmlformats-officedocument.presentationml.slide+xml" PartName="/ppt/slides/slide450.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322.xml"/>
  <Override ContentType="application/vnd.openxmlformats-officedocument.presentationml.slide+xml" PartName="/ppt/slides/slide50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09.xml"/>
  <Override ContentType="application/vnd.openxmlformats-officedocument.presentationml.slide+xml" PartName="/ppt/slides/slide305.xml"/>
  <Override ContentType="application/vnd.openxmlformats-officedocument.presentationml.slide+xml" PartName="/ppt/slides/slide243.xml"/>
  <Override ContentType="application/vnd.openxmlformats-officedocument.presentationml.slide+xml" PartName="/ppt/slides/slide459.xml"/>
  <Override ContentType="application/vnd.openxmlformats-officedocument.presentationml.slide+xml" PartName="/ppt/slides/slide158.xml"/>
  <Override ContentType="application/vnd.openxmlformats-officedocument.presentationml.slide+xml" PartName="/ppt/slides/slide308.xml"/>
  <Override ContentType="application/vnd.openxmlformats-officedocument.presentationml.slide+xml" PartName="/ppt/slides/slide3.xml"/>
  <Override ContentType="application/vnd.openxmlformats-officedocument.presentationml.slide+xml" PartName="/ppt/slides/slide529.xml"/>
  <Override ContentType="application/vnd.openxmlformats-officedocument.presentationml.slide+xml" PartName="/ppt/slides/slide182.xml"/>
  <Override ContentType="application/vnd.openxmlformats-officedocument.presentationml.slide+xml" PartName="/ppt/slides/slide499.xml"/>
  <Override ContentType="application/vnd.openxmlformats-officedocument.presentationml.slide+xml" PartName="/ppt/slides/slide25.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413.xml"/>
  <Override ContentType="application/vnd.openxmlformats-officedocument.presentationml.slide+xml" PartName="/ppt/slides/slide456.xml"/>
  <Override ContentType="application/vnd.openxmlformats-officedocument.presentationml.slide+xml" PartName="/ppt/slides/slide492.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522.xml"/>
  <Override ContentType="application/vnd.openxmlformats-officedocument.presentationml.slide+xml" PartName="/ppt/slides/slide107.xml"/>
  <Override ContentType="application/vnd.openxmlformats-officedocument.presentationml.slide+xml" PartName="/ppt/slides/slide441.xml"/>
  <Override ContentType="application/vnd.openxmlformats-officedocument.presentationml.slide+xml" PartName="/ppt/slides/slide220.xml"/>
  <Override ContentType="application/vnd.openxmlformats-officedocument.presentationml.slide+xml" PartName="/ppt/slides/slide263.xml"/>
  <Override ContentType="application/vnd.openxmlformats-officedocument.presentationml.slide+xml" PartName="/ppt/slides/slide484.xml"/>
  <Override ContentType="application/vnd.openxmlformats-officedocument.presentationml.slide+xml" PartName="/ppt/slides/slide391.xml"/>
  <Override ContentType="application/vnd.openxmlformats-officedocument.presentationml.slide+xml" PartName="/ppt/slides/slide328.xml"/>
  <Override ContentType="application/vnd.openxmlformats-officedocument.presentationml.slide+xml" PartName="/ppt/slides/slide235.xml"/>
  <Override ContentType="application/vnd.openxmlformats-officedocument.presentationml.slide+xml" PartName="/ppt/slides/slide278.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355.xml"/>
  <Override ContentType="application/vnd.openxmlformats-officedocument.presentationml.slide+xml" PartName="/ppt/slides/slide283.xml"/>
  <Override ContentType="application/vnd.openxmlformats-officedocument.presentationml.slide+xml" PartName="/ppt/slides/slide291.xml"/>
  <Override ContentType="application/vnd.openxmlformats-officedocument.presentationml.slide+xml" PartName="/ppt/slides/slide312.xml"/>
  <Override ContentType="application/vnd.openxmlformats-officedocument.presentationml.slide+xml" PartName="/ppt/slides/slide398.xml"/>
  <Override ContentType="application/vnd.openxmlformats-officedocument.presentationml.slide+xml" PartName="/ppt/slides/slide240.xml"/>
  <Override ContentType="application/vnd.openxmlformats-officedocument.presentationml.slide+xml" PartName="/ppt/slides/slide436.xml"/>
  <Override ContentType="application/vnd.openxmlformats-officedocument.presentationml.slide+xml" PartName="/ppt/slides/slide479.xml"/>
  <Override ContentType="application/vnd.openxmlformats-officedocument.presentationml.slide+xml" PartName="/ppt/slides/slide185.xml"/>
  <Override ContentType="application/vnd.openxmlformats-officedocument.presentationml.slide+xml" PartName="/ppt/slides/slide142.xml"/>
  <Override ContentType="application/vnd.openxmlformats-officedocument.presentationml.slide+xml" PartName="/ppt/slides/slide135.xml"/>
  <Override ContentType="application/vnd.openxmlformats-officedocument.presentationml.slide+xml" PartName="/ppt/slides/slide321.xml"/>
  <Override ContentType="application/vnd.openxmlformats-officedocument.presentationml.slide+xml" PartName="/ppt/slides/slide178.xml"/>
  <Override ContentType="application/vnd.openxmlformats-officedocument.presentationml.slide+xml" PartName="/ppt/slides/slide364.xml"/>
  <Override ContentType="application/vnd.openxmlformats-officedocument.presentationml.slide+xml" PartName="/ppt/slides/slide409.xml"/>
  <Override ContentType="application/vnd.openxmlformats-officedocument.presentationml.slide+xml" PartName="/ppt/slides/slide379.xml"/>
  <Override ContentType="application/vnd.openxmlformats-officedocument.presentationml.slide+xml" PartName="/ppt/slides/slide212.xml"/>
  <Override ContentType="application/vnd.openxmlformats-officedocument.presentationml.slide+xml" PartName="/ppt/slides/slide336.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298.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42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464.xml"/>
  <Override ContentType="application/vnd.openxmlformats-officedocument.presentationml.slide+xml" PartName="/ppt/slides/slide120.xml"/>
  <Override ContentType="application/vnd.openxmlformats-officedocument.presentationml.slide+xml" PartName="/ppt/slides/slide509.xml"/>
  <Override ContentType="application/vnd.openxmlformats-officedocument.presentationml.slide+xml" PartName="/ppt/slides/slide428.xml"/>
  <Override ContentType="application/vnd.openxmlformats-officedocument.presentationml.slide+xml" PartName="/ppt/slides/slide383.xml"/>
  <Override ContentType="application/vnd.openxmlformats-officedocument.presentationml.slide+xml" PartName="/ppt/slides/slide208.xml"/>
  <Override ContentType="application/vnd.openxmlformats-officedocument.presentationml.slide+xml" PartName="/ppt/slides/slide340.xml"/>
  <Override ContentType="application/vnd.openxmlformats-officedocument.presentationml.slide+xml" PartName="/ppt/slides/slide513.xml"/>
  <Override ContentType="application/vnd.openxmlformats-officedocument.presentationml.slide+xml" PartName="/ppt/slides/slide457.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60.xml"/>
  <Override ContentType="application/vnd.openxmlformats-officedocument.presentationml.slide+xml" PartName="/ppt/slides/slide414.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384.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341.xml"/>
  <Override ContentType="application/vnd.openxmlformats-officedocument.presentationml.slide+xml" PartName="/ppt/slides/slide69.xml"/>
  <Override ContentType="application/vnd.openxmlformats-officedocument.presentationml.slide+xml" PartName="/ppt/slides/slide307.xml"/>
  <Override ContentType="application/vnd.openxmlformats-officedocument.presentationml.slide+xml" PartName="/ppt/slides/slide491.xml"/>
  <Override ContentType="application/vnd.openxmlformats-officedocument.presentationml.slide+xml" PartName="/ppt/slides/slide262.xml"/>
  <Override ContentType="application/vnd.openxmlformats-officedocument.presentationml.slide+xml" PartName="/ppt/slides/slide97.xml"/>
  <Override ContentType="application/vnd.openxmlformats-officedocument.presentationml.slide+xml" PartName="/ppt/slides/slide408.xml"/>
  <Override ContentType="application/vnd.openxmlformats-officedocument.presentationml.slide+xml" PartName="/ppt/slides/slide140.xml"/>
  <Override ContentType="application/vnd.openxmlformats-officedocument.presentationml.slide+xml" PartName="/ppt/slides/slide277.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13.xml"/>
  <Override ContentType="application/vnd.openxmlformats-officedocument.presentationml.slide+xml" PartName="/ppt/slides/slide149.xml"/>
  <Override ContentType="application/vnd.openxmlformats-officedocument.presentationml.slide+xml" PartName="/ppt/slides/slide521.xml"/>
  <Override ContentType="application/vnd.openxmlformats-officedocument.presentationml.slide+xml" PartName="/ppt/slides/slide442.xml"/>
  <Override ContentType="application/vnd.openxmlformats-officedocument.presentationml.slide+xml" PartName="/ppt/slides/slide485.xml"/>
  <Override ContentType="application/vnd.openxmlformats-officedocument.presentationml.slide+xml" PartName="/ppt/slides/slide106.xml"/>
  <Override ContentType="application/vnd.openxmlformats-officedocument.presentationml.slide+xml" PartName="/ppt/slides/slide234.xml"/>
  <Override ContentType="application/vnd.openxmlformats-officedocument.presentationml.slide+xml" PartName="/ppt/slides/slide177.xml"/>
  <Override ContentType="application/vnd.openxmlformats-officedocument.presentationml.slide+xml" PartName="/ppt/slides/slide363.xml"/>
  <Override ContentType="application/vnd.openxmlformats-officedocument.presentationml.slide+xml" PartName="/ppt/slides/slide134.xml"/>
  <Override ContentType="application/vnd.openxmlformats-officedocument.presentationml.slide+xml" PartName="/ppt/slides/slide320.xml"/>
  <Override ContentType="application/vnd.openxmlformats-officedocument.presentationml.slide+xml" PartName="/ppt/slides/slide508.xml"/>
  <Override ContentType="application/vnd.openxmlformats-officedocument.presentationml.slide+xml" PartName="/ppt/slides/slide207.xml"/>
  <Override ContentType="application/vnd.openxmlformats-officedocument.presentationml.slide+xml" PartName="/ppt/slides/slide356.xml"/>
  <Override ContentType="application/vnd.openxmlformats-officedocument.presentationml.slide+xml" PartName="/ppt/slides/slide284.xml"/>
  <Override ContentType="application/vnd.openxmlformats-officedocument.presentationml.slide+xml" PartName="/ppt/slides/slide399.xml"/>
  <Override ContentType="application/vnd.openxmlformats-officedocument.presentationml.slide+xml" PartName="/ppt/slides/slide47.xml"/>
  <Override ContentType="application/vnd.openxmlformats-officedocument.presentationml.slide+xml" PartName="/ppt/slides/slide241.xml"/>
  <Override ContentType="application/vnd.openxmlformats-officedocument.presentationml.slide+xml" PartName="/ppt/slides/slide478.xml"/>
  <Override ContentType="application/vnd.openxmlformats-officedocument.presentationml.slide+xml" PartName="/ppt/slides/slide390.xml"/>
  <Override ContentType="application/vnd.openxmlformats-officedocument.presentationml.slide+xml" PartName="/ppt/slides/slide81.xml"/>
  <Override ContentType="application/vnd.openxmlformats-officedocument.presentationml.slide+xml" PartName="/ppt/slides/slide435.xml"/>
  <Override ContentType="application/vnd.openxmlformats-officedocument.presentationml.slide+xml" PartName="/ppt/slides/slide329.xml"/>
  <Override ContentType="application/vnd.openxmlformats-officedocument.presentationml.slide+xml" PartName="/ppt/slides/slide463.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14.xml"/>
  <Override ContentType="application/vnd.openxmlformats-officedocument.presentationml.slide+xml" PartName="/ppt/slides/slide290.xml"/>
  <Override ContentType="application/vnd.openxmlformats-officedocument.presentationml.slide+xml" PartName="/ppt/slides/slide378.xml"/>
  <Override ContentType="application/vnd.openxmlformats-officedocument.presentationml.slide+xml" PartName="/ppt/slides/slide335.xml"/>
  <Override ContentType="application/vnd.openxmlformats-officedocument.presentationml.slide+xml" PartName="/ppt/slides/slide256.xml"/>
  <Override ContentType="application/vnd.openxmlformats-officedocument.presentationml.slide+xml" PartName="/ppt/slides/slide429.xml"/>
  <Override ContentType="application/vnd.openxmlformats-officedocument.presentationml.slide+xml" PartName="/ppt/slides/slide299.xml"/>
  <Override ContentType="application/vnd.openxmlformats-officedocument.presentationml.slide+xml" PartName="/ppt/slides/slide128.xml"/>
  <Override ContentType="application/vnd.openxmlformats-officedocument.presentationml.slide+xml" PartName="/ppt/slides/slide42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Lst>
  <p:sldSz cy="6858000" cx="9144000"/>
  <p:notesSz cx="6858000" cy="9144000"/>
  <p:embeddedFontLst>
    <p:embeddedFont>
      <p:font typeface="Ubuntu"/>
      <p:regular r:id="rId538"/>
      <p:bold r:id="rId539"/>
      <p:italic r:id="rId540"/>
      <p:boldItalic r:id="rId541"/>
    </p:embeddedFont>
    <p:embeddedFont>
      <p:font typeface="Roboto"/>
      <p:regular r:id="rId542"/>
      <p:bold r:id="rId543"/>
      <p:italic r:id="rId544"/>
      <p:boldItalic r:id="rId545"/>
    </p:embeddedFont>
    <p:embeddedFont>
      <p:font typeface="Arimo"/>
      <p:regular r:id="rId546"/>
      <p:bold r:id="rId547"/>
      <p:italic r:id="rId548"/>
      <p:boldItalic r:id="rId549"/>
    </p:embeddedFont>
    <p:embeddedFont>
      <p:font typeface="Helvetica Neue Light"/>
      <p:regular r:id="rId550"/>
      <p:bold r:id="rId551"/>
      <p:italic r:id="rId552"/>
      <p:boldItalic r:id="rId5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BCB561C-A8D9-4940-A105-9EE0E4D35472}">
  <a:tblStyle styleId="{7BCB561C-A8D9-4940-A105-9EE0E4D3547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172FE551-808E-42A2-8D77-5CFF6C3DFD85}"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1F959347-7F3F-4B6C-B37F-F1AF98F59DA9}"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90" Type="http://schemas.openxmlformats.org/officeDocument/2006/relationships/slide" Target="slides/slide184.xml"/><Relationship Id="rId194" Type="http://schemas.openxmlformats.org/officeDocument/2006/relationships/slide" Target="slides/slide188.xml"/><Relationship Id="rId193" Type="http://schemas.openxmlformats.org/officeDocument/2006/relationships/slide" Target="slides/slide187.xml"/><Relationship Id="rId192" Type="http://schemas.openxmlformats.org/officeDocument/2006/relationships/slide" Target="slides/slide186.xml"/><Relationship Id="rId191" Type="http://schemas.openxmlformats.org/officeDocument/2006/relationships/slide" Target="slides/slide185.xml"/><Relationship Id="rId187" Type="http://schemas.openxmlformats.org/officeDocument/2006/relationships/slide" Target="slides/slide181.xml"/><Relationship Id="rId186" Type="http://schemas.openxmlformats.org/officeDocument/2006/relationships/slide" Target="slides/slide180.xml"/><Relationship Id="rId185" Type="http://schemas.openxmlformats.org/officeDocument/2006/relationships/slide" Target="slides/slide179.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183" Type="http://schemas.openxmlformats.org/officeDocument/2006/relationships/slide" Target="slides/slide177.xml"/><Relationship Id="rId182" Type="http://schemas.openxmlformats.org/officeDocument/2006/relationships/slide" Target="slides/slide176.xml"/><Relationship Id="rId181" Type="http://schemas.openxmlformats.org/officeDocument/2006/relationships/slide" Target="slides/slide175.xml"/><Relationship Id="rId180" Type="http://schemas.openxmlformats.org/officeDocument/2006/relationships/slide" Target="slides/slide174.xml"/><Relationship Id="rId176" Type="http://schemas.openxmlformats.org/officeDocument/2006/relationships/slide" Target="slides/slide170.xml"/><Relationship Id="rId297" Type="http://schemas.openxmlformats.org/officeDocument/2006/relationships/slide" Target="slides/slide291.xml"/><Relationship Id="rId175" Type="http://schemas.openxmlformats.org/officeDocument/2006/relationships/slide" Target="slides/slide169.xml"/><Relationship Id="rId296" Type="http://schemas.openxmlformats.org/officeDocument/2006/relationships/slide" Target="slides/slide290.xml"/><Relationship Id="rId174" Type="http://schemas.openxmlformats.org/officeDocument/2006/relationships/slide" Target="slides/slide168.xml"/><Relationship Id="rId295" Type="http://schemas.openxmlformats.org/officeDocument/2006/relationships/slide" Target="slides/slide289.xml"/><Relationship Id="rId173" Type="http://schemas.openxmlformats.org/officeDocument/2006/relationships/slide" Target="slides/slide167.xml"/><Relationship Id="rId294" Type="http://schemas.openxmlformats.org/officeDocument/2006/relationships/slide" Target="slides/slide288.xml"/><Relationship Id="rId179" Type="http://schemas.openxmlformats.org/officeDocument/2006/relationships/slide" Target="slides/slide173.xml"/><Relationship Id="rId178" Type="http://schemas.openxmlformats.org/officeDocument/2006/relationships/slide" Target="slides/slide172.xml"/><Relationship Id="rId299" Type="http://schemas.openxmlformats.org/officeDocument/2006/relationships/slide" Target="slides/slide293.xml"/><Relationship Id="rId177" Type="http://schemas.openxmlformats.org/officeDocument/2006/relationships/slide" Target="slides/slide171.xml"/><Relationship Id="rId298" Type="http://schemas.openxmlformats.org/officeDocument/2006/relationships/slide" Target="slides/slide292.xml"/><Relationship Id="rId198" Type="http://schemas.openxmlformats.org/officeDocument/2006/relationships/slide" Target="slides/slide192.xml"/><Relationship Id="rId197" Type="http://schemas.openxmlformats.org/officeDocument/2006/relationships/slide" Target="slides/slide191.xml"/><Relationship Id="rId196" Type="http://schemas.openxmlformats.org/officeDocument/2006/relationships/slide" Target="slides/slide190.xml"/><Relationship Id="rId195" Type="http://schemas.openxmlformats.org/officeDocument/2006/relationships/slide" Target="slides/slide189.xml"/><Relationship Id="rId199" Type="http://schemas.openxmlformats.org/officeDocument/2006/relationships/slide" Target="slides/slide193.xml"/><Relationship Id="rId150" Type="http://schemas.openxmlformats.org/officeDocument/2006/relationships/slide" Target="slides/slide144.xml"/><Relationship Id="rId271" Type="http://schemas.openxmlformats.org/officeDocument/2006/relationships/slide" Target="slides/slide265.xml"/><Relationship Id="rId392" Type="http://schemas.openxmlformats.org/officeDocument/2006/relationships/slide" Target="slides/slide386.xml"/><Relationship Id="rId270" Type="http://schemas.openxmlformats.org/officeDocument/2006/relationships/slide" Target="slides/slide264.xml"/><Relationship Id="rId391" Type="http://schemas.openxmlformats.org/officeDocument/2006/relationships/slide" Target="slides/slide385.xml"/><Relationship Id="rId390" Type="http://schemas.openxmlformats.org/officeDocument/2006/relationships/slide" Target="slides/slide38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269" Type="http://schemas.openxmlformats.org/officeDocument/2006/relationships/slide" Target="slides/slide263.xml"/><Relationship Id="rId9" Type="http://schemas.openxmlformats.org/officeDocument/2006/relationships/slide" Target="slides/slide3.xml"/><Relationship Id="rId143" Type="http://schemas.openxmlformats.org/officeDocument/2006/relationships/slide" Target="slides/slide137.xml"/><Relationship Id="rId264" Type="http://schemas.openxmlformats.org/officeDocument/2006/relationships/slide" Target="slides/slide258.xml"/><Relationship Id="rId385" Type="http://schemas.openxmlformats.org/officeDocument/2006/relationships/slide" Target="slides/slide379.xml"/><Relationship Id="rId142" Type="http://schemas.openxmlformats.org/officeDocument/2006/relationships/slide" Target="slides/slide136.xml"/><Relationship Id="rId263" Type="http://schemas.openxmlformats.org/officeDocument/2006/relationships/slide" Target="slides/slide257.xml"/><Relationship Id="rId384" Type="http://schemas.openxmlformats.org/officeDocument/2006/relationships/slide" Target="slides/slide378.xml"/><Relationship Id="rId141" Type="http://schemas.openxmlformats.org/officeDocument/2006/relationships/slide" Target="slides/slide135.xml"/><Relationship Id="rId262" Type="http://schemas.openxmlformats.org/officeDocument/2006/relationships/slide" Target="slides/slide256.xml"/><Relationship Id="rId383" Type="http://schemas.openxmlformats.org/officeDocument/2006/relationships/slide" Target="slides/slide377.xml"/><Relationship Id="rId140" Type="http://schemas.openxmlformats.org/officeDocument/2006/relationships/slide" Target="slides/slide134.xml"/><Relationship Id="rId261" Type="http://schemas.openxmlformats.org/officeDocument/2006/relationships/slide" Target="slides/slide255.xml"/><Relationship Id="rId382" Type="http://schemas.openxmlformats.org/officeDocument/2006/relationships/slide" Target="slides/slide376.xml"/><Relationship Id="rId5" Type="http://schemas.openxmlformats.org/officeDocument/2006/relationships/slideMaster" Target="slideMasters/slideMaster1.xml"/><Relationship Id="rId147" Type="http://schemas.openxmlformats.org/officeDocument/2006/relationships/slide" Target="slides/slide141.xml"/><Relationship Id="rId268" Type="http://schemas.openxmlformats.org/officeDocument/2006/relationships/slide" Target="slides/slide262.xml"/><Relationship Id="rId389" Type="http://schemas.openxmlformats.org/officeDocument/2006/relationships/slide" Target="slides/slide383.xml"/><Relationship Id="rId6" Type="http://schemas.openxmlformats.org/officeDocument/2006/relationships/notesMaster" Target="notesMasters/notesMaster1.xml"/><Relationship Id="rId146" Type="http://schemas.openxmlformats.org/officeDocument/2006/relationships/slide" Target="slides/slide140.xml"/><Relationship Id="rId267" Type="http://schemas.openxmlformats.org/officeDocument/2006/relationships/slide" Target="slides/slide261.xml"/><Relationship Id="rId388" Type="http://schemas.openxmlformats.org/officeDocument/2006/relationships/slide" Target="slides/slide382.xml"/><Relationship Id="rId7" Type="http://schemas.openxmlformats.org/officeDocument/2006/relationships/slide" Target="slides/slide1.xml"/><Relationship Id="rId145" Type="http://schemas.openxmlformats.org/officeDocument/2006/relationships/slide" Target="slides/slide139.xml"/><Relationship Id="rId266" Type="http://schemas.openxmlformats.org/officeDocument/2006/relationships/slide" Target="slides/slide260.xml"/><Relationship Id="rId387" Type="http://schemas.openxmlformats.org/officeDocument/2006/relationships/slide" Target="slides/slide381.xml"/><Relationship Id="rId8" Type="http://schemas.openxmlformats.org/officeDocument/2006/relationships/slide" Target="slides/slide2.xml"/><Relationship Id="rId144" Type="http://schemas.openxmlformats.org/officeDocument/2006/relationships/slide" Target="slides/slide138.xml"/><Relationship Id="rId265" Type="http://schemas.openxmlformats.org/officeDocument/2006/relationships/slide" Target="slides/slide259.xml"/><Relationship Id="rId386" Type="http://schemas.openxmlformats.org/officeDocument/2006/relationships/slide" Target="slides/slide380.xml"/><Relationship Id="rId260" Type="http://schemas.openxmlformats.org/officeDocument/2006/relationships/slide" Target="slides/slide254.xml"/><Relationship Id="rId381" Type="http://schemas.openxmlformats.org/officeDocument/2006/relationships/slide" Target="slides/slide375.xml"/><Relationship Id="rId380" Type="http://schemas.openxmlformats.org/officeDocument/2006/relationships/slide" Target="slides/slide374.xml"/><Relationship Id="rId139" Type="http://schemas.openxmlformats.org/officeDocument/2006/relationships/slide" Target="slides/slide133.xml"/><Relationship Id="rId138" Type="http://schemas.openxmlformats.org/officeDocument/2006/relationships/slide" Target="slides/slide132.xml"/><Relationship Id="rId259" Type="http://schemas.openxmlformats.org/officeDocument/2006/relationships/slide" Target="slides/slide253.xml"/><Relationship Id="rId137" Type="http://schemas.openxmlformats.org/officeDocument/2006/relationships/slide" Target="slides/slide131.xml"/><Relationship Id="rId258" Type="http://schemas.openxmlformats.org/officeDocument/2006/relationships/slide" Target="slides/slide252.xml"/><Relationship Id="rId379" Type="http://schemas.openxmlformats.org/officeDocument/2006/relationships/slide" Target="slides/slide373.xml"/><Relationship Id="rId132" Type="http://schemas.openxmlformats.org/officeDocument/2006/relationships/slide" Target="slides/slide126.xml"/><Relationship Id="rId253" Type="http://schemas.openxmlformats.org/officeDocument/2006/relationships/slide" Target="slides/slide247.xml"/><Relationship Id="rId374" Type="http://schemas.openxmlformats.org/officeDocument/2006/relationships/slide" Target="slides/slide368.xml"/><Relationship Id="rId495" Type="http://schemas.openxmlformats.org/officeDocument/2006/relationships/slide" Target="slides/slide489.xml"/><Relationship Id="rId131" Type="http://schemas.openxmlformats.org/officeDocument/2006/relationships/slide" Target="slides/slide125.xml"/><Relationship Id="rId252" Type="http://schemas.openxmlformats.org/officeDocument/2006/relationships/slide" Target="slides/slide246.xml"/><Relationship Id="rId373" Type="http://schemas.openxmlformats.org/officeDocument/2006/relationships/slide" Target="slides/slide367.xml"/><Relationship Id="rId494" Type="http://schemas.openxmlformats.org/officeDocument/2006/relationships/slide" Target="slides/slide488.xml"/><Relationship Id="rId130" Type="http://schemas.openxmlformats.org/officeDocument/2006/relationships/slide" Target="slides/slide124.xml"/><Relationship Id="rId251" Type="http://schemas.openxmlformats.org/officeDocument/2006/relationships/slide" Target="slides/slide245.xml"/><Relationship Id="rId372" Type="http://schemas.openxmlformats.org/officeDocument/2006/relationships/slide" Target="slides/slide366.xml"/><Relationship Id="rId493" Type="http://schemas.openxmlformats.org/officeDocument/2006/relationships/slide" Target="slides/slide487.xml"/><Relationship Id="rId250" Type="http://schemas.openxmlformats.org/officeDocument/2006/relationships/slide" Target="slides/slide244.xml"/><Relationship Id="rId371" Type="http://schemas.openxmlformats.org/officeDocument/2006/relationships/slide" Target="slides/slide365.xml"/><Relationship Id="rId492" Type="http://schemas.openxmlformats.org/officeDocument/2006/relationships/slide" Target="slides/slide486.xml"/><Relationship Id="rId136" Type="http://schemas.openxmlformats.org/officeDocument/2006/relationships/slide" Target="slides/slide130.xml"/><Relationship Id="rId257" Type="http://schemas.openxmlformats.org/officeDocument/2006/relationships/slide" Target="slides/slide251.xml"/><Relationship Id="rId378" Type="http://schemas.openxmlformats.org/officeDocument/2006/relationships/slide" Target="slides/slide372.xml"/><Relationship Id="rId499" Type="http://schemas.openxmlformats.org/officeDocument/2006/relationships/slide" Target="slides/slide493.xml"/><Relationship Id="rId135" Type="http://schemas.openxmlformats.org/officeDocument/2006/relationships/slide" Target="slides/slide129.xml"/><Relationship Id="rId256" Type="http://schemas.openxmlformats.org/officeDocument/2006/relationships/slide" Target="slides/slide250.xml"/><Relationship Id="rId377" Type="http://schemas.openxmlformats.org/officeDocument/2006/relationships/slide" Target="slides/slide371.xml"/><Relationship Id="rId498" Type="http://schemas.openxmlformats.org/officeDocument/2006/relationships/slide" Target="slides/slide492.xml"/><Relationship Id="rId134" Type="http://schemas.openxmlformats.org/officeDocument/2006/relationships/slide" Target="slides/slide128.xml"/><Relationship Id="rId255" Type="http://schemas.openxmlformats.org/officeDocument/2006/relationships/slide" Target="slides/slide249.xml"/><Relationship Id="rId376" Type="http://schemas.openxmlformats.org/officeDocument/2006/relationships/slide" Target="slides/slide370.xml"/><Relationship Id="rId497" Type="http://schemas.openxmlformats.org/officeDocument/2006/relationships/slide" Target="slides/slide491.xml"/><Relationship Id="rId133" Type="http://schemas.openxmlformats.org/officeDocument/2006/relationships/slide" Target="slides/slide127.xml"/><Relationship Id="rId254" Type="http://schemas.openxmlformats.org/officeDocument/2006/relationships/slide" Target="slides/slide248.xml"/><Relationship Id="rId375" Type="http://schemas.openxmlformats.org/officeDocument/2006/relationships/slide" Target="slides/slide369.xml"/><Relationship Id="rId496" Type="http://schemas.openxmlformats.org/officeDocument/2006/relationships/slide" Target="slides/slide490.xml"/><Relationship Id="rId172" Type="http://schemas.openxmlformats.org/officeDocument/2006/relationships/slide" Target="slides/slide166.xml"/><Relationship Id="rId293" Type="http://schemas.openxmlformats.org/officeDocument/2006/relationships/slide" Target="slides/slide287.xml"/><Relationship Id="rId171" Type="http://schemas.openxmlformats.org/officeDocument/2006/relationships/slide" Target="slides/slide165.xml"/><Relationship Id="rId292" Type="http://schemas.openxmlformats.org/officeDocument/2006/relationships/slide" Target="slides/slide286.xml"/><Relationship Id="rId170" Type="http://schemas.openxmlformats.org/officeDocument/2006/relationships/slide" Target="slides/slide164.xml"/><Relationship Id="rId291" Type="http://schemas.openxmlformats.org/officeDocument/2006/relationships/slide" Target="slides/slide285.xml"/><Relationship Id="rId290" Type="http://schemas.openxmlformats.org/officeDocument/2006/relationships/slide" Target="slides/slide284.xml"/><Relationship Id="rId165" Type="http://schemas.openxmlformats.org/officeDocument/2006/relationships/slide" Target="slides/slide159.xml"/><Relationship Id="rId286" Type="http://schemas.openxmlformats.org/officeDocument/2006/relationships/slide" Target="slides/slide280.xml"/><Relationship Id="rId164" Type="http://schemas.openxmlformats.org/officeDocument/2006/relationships/slide" Target="slides/slide158.xml"/><Relationship Id="rId285" Type="http://schemas.openxmlformats.org/officeDocument/2006/relationships/slide" Target="slides/slide279.xml"/><Relationship Id="rId163" Type="http://schemas.openxmlformats.org/officeDocument/2006/relationships/slide" Target="slides/slide157.xml"/><Relationship Id="rId284" Type="http://schemas.openxmlformats.org/officeDocument/2006/relationships/slide" Target="slides/slide278.xml"/><Relationship Id="rId162" Type="http://schemas.openxmlformats.org/officeDocument/2006/relationships/slide" Target="slides/slide156.xml"/><Relationship Id="rId283" Type="http://schemas.openxmlformats.org/officeDocument/2006/relationships/slide" Target="slides/slide277.xml"/><Relationship Id="rId169" Type="http://schemas.openxmlformats.org/officeDocument/2006/relationships/slide" Target="slides/slide163.xml"/><Relationship Id="rId168" Type="http://schemas.openxmlformats.org/officeDocument/2006/relationships/slide" Target="slides/slide162.xml"/><Relationship Id="rId289" Type="http://schemas.openxmlformats.org/officeDocument/2006/relationships/slide" Target="slides/slide283.xml"/><Relationship Id="rId167" Type="http://schemas.openxmlformats.org/officeDocument/2006/relationships/slide" Target="slides/slide161.xml"/><Relationship Id="rId288" Type="http://schemas.openxmlformats.org/officeDocument/2006/relationships/slide" Target="slides/slide282.xml"/><Relationship Id="rId166" Type="http://schemas.openxmlformats.org/officeDocument/2006/relationships/slide" Target="slides/slide160.xml"/><Relationship Id="rId287" Type="http://schemas.openxmlformats.org/officeDocument/2006/relationships/slide" Target="slides/slide281.xml"/><Relationship Id="rId161" Type="http://schemas.openxmlformats.org/officeDocument/2006/relationships/slide" Target="slides/slide155.xml"/><Relationship Id="rId282" Type="http://schemas.openxmlformats.org/officeDocument/2006/relationships/slide" Target="slides/slide276.xml"/><Relationship Id="rId160" Type="http://schemas.openxmlformats.org/officeDocument/2006/relationships/slide" Target="slides/slide154.xml"/><Relationship Id="rId281" Type="http://schemas.openxmlformats.org/officeDocument/2006/relationships/slide" Target="slides/slide275.xml"/><Relationship Id="rId280" Type="http://schemas.openxmlformats.org/officeDocument/2006/relationships/slide" Target="slides/slide274.xml"/><Relationship Id="rId159" Type="http://schemas.openxmlformats.org/officeDocument/2006/relationships/slide" Target="slides/slide153.xml"/><Relationship Id="rId154" Type="http://schemas.openxmlformats.org/officeDocument/2006/relationships/slide" Target="slides/slide148.xml"/><Relationship Id="rId275" Type="http://schemas.openxmlformats.org/officeDocument/2006/relationships/slide" Target="slides/slide269.xml"/><Relationship Id="rId396" Type="http://schemas.openxmlformats.org/officeDocument/2006/relationships/slide" Target="slides/slide390.xml"/><Relationship Id="rId153" Type="http://schemas.openxmlformats.org/officeDocument/2006/relationships/slide" Target="slides/slide147.xml"/><Relationship Id="rId274" Type="http://schemas.openxmlformats.org/officeDocument/2006/relationships/slide" Target="slides/slide268.xml"/><Relationship Id="rId395" Type="http://schemas.openxmlformats.org/officeDocument/2006/relationships/slide" Target="slides/slide389.xml"/><Relationship Id="rId152" Type="http://schemas.openxmlformats.org/officeDocument/2006/relationships/slide" Target="slides/slide146.xml"/><Relationship Id="rId273" Type="http://schemas.openxmlformats.org/officeDocument/2006/relationships/slide" Target="slides/slide267.xml"/><Relationship Id="rId394" Type="http://schemas.openxmlformats.org/officeDocument/2006/relationships/slide" Target="slides/slide388.xml"/><Relationship Id="rId151" Type="http://schemas.openxmlformats.org/officeDocument/2006/relationships/slide" Target="slides/slide145.xml"/><Relationship Id="rId272" Type="http://schemas.openxmlformats.org/officeDocument/2006/relationships/slide" Target="slides/slide266.xml"/><Relationship Id="rId393" Type="http://schemas.openxmlformats.org/officeDocument/2006/relationships/slide" Target="slides/slide387.xml"/><Relationship Id="rId158" Type="http://schemas.openxmlformats.org/officeDocument/2006/relationships/slide" Target="slides/slide152.xml"/><Relationship Id="rId279" Type="http://schemas.openxmlformats.org/officeDocument/2006/relationships/slide" Target="slides/slide273.xml"/><Relationship Id="rId157" Type="http://schemas.openxmlformats.org/officeDocument/2006/relationships/slide" Target="slides/slide151.xml"/><Relationship Id="rId278" Type="http://schemas.openxmlformats.org/officeDocument/2006/relationships/slide" Target="slides/slide272.xml"/><Relationship Id="rId399" Type="http://schemas.openxmlformats.org/officeDocument/2006/relationships/slide" Target="slides/slide393.xml"/><Relationship Id="rId156" Type="http://schemas.openxmlformats.org/officeDocument/2006/relationships/slide" Target="slides/slide150.xml"/><Relationship Id="rId277" Type="http://schemas.openxmlformats.org/officeDocument/2006/relationships/slide" Target="slides/slide271.xml"/><Relationship Id="rId398" Type="http://schemas.openxmlformats.org/officeDocument/2006/relationships/slide" Target="slides/slide392.xml"/><Relationship Id="rId155" Type="http://schemas.openxmlformats.org/officeDocument/2006/relationships/slide" Target="slides/slide149.xml"/><Relationship Id="rId276" Type="http://schemas.openxmlformats.org/officeDocument/2006/relationships/slide" Target="slides/slide270.xml"/><Relationship Id="rId397" Type="http://schemas.openxmlformats.org/officeDocument/2006/relationships/slide" Target="slides/slide391.xml"/><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509" Type="http://schemas.openxmlformats.org/officeDocument/2006/relationships/slide" Target="slides/slide503.xml"/><Relationship Id="rId508" Type="http://schemas.openxmlformats.org/officeDocument/2006/relationships/slide" Target="slides/slide502.xml"/><Relationship Id="rId503" Type="http://schemas.openxmlformats.org/officeDocument/2006/relationships/slide" Target="slides/slide497.xml"/><Relationship Id="rId502" Type="http://schemas.openxmlformats.org/officeDocument/2006/relationships/slide" Target="slides/slide496.xml"/><Relationship Id="rId501" Type="http://schemas.openxmlformats.org/officeDocument/2006/relationships/slide" Target="slides/slide495.xml"/><Relationship Id="rId500" Type="http://schemas.openxmlformats.org/officeDocument/2006/relationships/slide" Target="slides/slide494.xml"/><Relationship Id="rId507" Type="http://schemas.openxmlformats.org/officeDocument/2006/relationships/slide" Target="slides/slide501.xml"/><Relationship Id="rId506" Type="http://schemas.openxmlformats.org/officeDocument/2006/relationships/slide" Target="slides/slide500.xml"/><Relationship Id="rId505" Type="http://schemas.openxmlformats.org/officeDocument/2006/relationships/slide" Target="slides/slide499.xml"/><Relationship Id="rId504" Type="http://schemas.openxmlformats.org/officeDocument/2006/relationships/slide" Target="slides/slide498.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409" Type="http://schemas.openxmlformats.org/officeDocument/2006/relationships/slide" Target="slides/slide403.xml"/><Relationship Id="rId404" Type="http://schemas.openxmlformats.org/officeDocument/2006/relationships/slide" Target="slides/slide398.xml"/><Relationship Id="rId525" Type="http://schemas.openxmlformats.org/officeDocument/2006/relationships/slide" Target="slides/slide519.xml"/><Relationship Id="rId403" Type="http://schemas.openxmlformats.org/officeDocument/2006/relationships/slide" Target="slides/slide397.xml"/><Relationship Id="rId524" Type="http://schemas.openxmlformats.org/officeDocument/2006/relationships/slide" Target="slides/slide518.xml"/><Relationship Id="rId402" Type="http://schemas.openxmlformats.org/officeDocument/2006/relationships/slide" Target="slides/slide396.xml"/><Relationship Id="rId523" Type="http://schemas.openxmlformats.org/officeDocument/2006/relationships/slide" Target="slides/slide517.xml"/><Relationship Id="rId401" Type="http://schemas.openxmlformats.org/officeDocument/2006/relationships/slide" Target="slides/slide395.xml"/><Relationship Id="rId522" Type="http://schemas.openxmlformats.org/officeDocument/2006/relationships/slide" Target="slides/slide516.xml"/><Relationship Id="rId408" Type="http://schemas.openxmlformats.org/officeDocument/2006/relationships/slide" Target="slides/slide402.xml"/><Relationship Id="rId529" Type="http://schemas.openxmlformats.org/officeDocument/2006/relationships/slide" Target="slides/slide523.xml"/><Relationship Id="rId407" Type="http://schemas.openxmlformats.org/officeDocument/2006/relationships/slide" Target="slides/slide401.xml"/><Relationship Id="rId528" Type="http://schemas.openxmlformats.org/officeDocument/2006/relationships/slide" Target="slides/slide522.xml"/><Relationship Id="rId406" Type="http://schemas.openxmlformats.org/officeDocument/2006/relationships/slide" Target="slides/slide400.xml"/><Relationship Id="rId527" Type="http://schemas.openxmlformats.org/officeDocument/2006/relationships/slide" Target="slides/slide521.xml"/><Relationship Id="rId405" Type="http://schemas.openxmlformats.org/officeDocument/2006/relationships/slide" Target="slides/slide399.xml"/><Relationship Id="rId526" Type="http://schemas.openxmlformats.org/officeDocument/2006/relationships/slide" Target="slides/slide520.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400" Type="http://schemas.openxmlformats.org/officeDocument/2006/relationships/slide" Target="slides/slide394.xml"/><Relationship Id="rId521" Type="http://schemas.openxmlformats.org/officeDocument/2006/relationships/slide" Target="slides/slide515.xml"/><Relationship Id="rId29" Type="http://schemas.openxmlformats.org/officeDocument/2006/relationships/slide" Target="slides/slide23.xml"/><Relationship Id="rId520" Type="http://schemas.openxmlformats.org/officeDocument/2006/relationships/slide" Target="slides/slide5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519" Type="http://schemas.openxmlformats.org/officeDocument/2006/relationships/slide" Target="slides/slide513.xml"/><Relationship Id="rId514" Type="http://schemas.openxmlformats.org/officeDocument/2006/relationships/slide" Target="slides/slide508.xml"/><Relationship Id="rId513" Type="http://schemas.openxmlformats.org/officeDocument/2006/relationships/slide" Target="slides/slide507.xml"/><Relationship Id="rId512" Type="http://schemas.openxmlformats.org/officeDocument/2006/relationships/slide" Target="slides/slide506.xml"/><Relationship Id="rId511" Type="http://schemas.openxmlformats.org/officeDocument/2006/relationships/slide" Target="slides/slide505.xml"/><Relationship Id="rId518" Type="http://schemas.openxmlformats.org/officeDocument/2006/relationships/slide" Target="slides/slide512.xml"/><Relationship Id="rId517" Type="http://schemas.openxmlformats.org/officeDocument/2006/relationships/slide" Target="slides/slide511.xml"/><Relationship Id="rId516" Type="http://schemas.openxmlformats.org/officeDocument/2006/relationships/slide" Target="slides/slide510.xml"/><Relationship Id="rId515" Type="http://schemas.openxmlformats.org/officeDocument/2006/relationships/slide" Target="slides/slide509.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510" Type="http://schemas.openxmlformats.org/officeDocument/2006/relationships/slide" Target="slides/slide504.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 Id="rId107" Type="http://schemas.openxmlformats.org/officeDocument/2006/relationships/slide" Target="slides/slide101.xml"/><Relationship Id="rId228" Type="http://schemas.openxmlformats.org/officeDocument/2006/relationships/slide" Target="slides/slide222.xml"/><Relationship Id="rId349" Type="http://schemas.openxmlformats.org/officeDocument/2006/relationships/slide" Target="slides/slide343.xml"/><Relationship Id="rId106" Type="http://schemas.openxmlformats.org/officeDocument/2006/relationships/slide" Target="slides/slide100.xml"/><Relationship Id="rId227" Type="http://schemas.openxmlformats.org/officeDocument/2006/relationships/slide" Target="slides/slide221.xml"/><Relationship Id="rId348" Type="http://schemas.openxmlformats.org/officeDocument/2006/relationships/slide" Target="slides/slide342.xml"/><Relationship Id="rId469" Type="http://schemas.openxmlformats.org/officeDocument/2006/relationships/slide" Target="slides/slide463.xml"/><Relationship Id="rId105" Type="http://schemas.openxmlformats.org/officeDocument/2006/relationships/slide" Target="slides/slide99.xml"/><Relationship Id="rId226" Type="http://schemas.openxmlformats.org/officeDocument/2006/relationships/slide" Target="slides/slide220.xml"/><Relationship Id="rId347" Type="http://schemas.openxmlformats.org/officeDocument/2006/relationships/slide" Target="slides/slide341.xml"/><Relationship Id="rId468" Type="http://schemas.openxmlformats.org/officeDocument/2006/relationships/slide" Target="slides/slide462.xml"/><Relationship Id="rId104" Type="http://schemas.openxmlformats.org/officeDocument/2006/relationships/slide" Target="slides/slide98.xml"/><Relationship Id="rId225" Type="http://schemas.openxmlformats.org/officeDocument/2006/relationships/slide" Target="slides/slide219.xml"/><Relationship Id="rId346" Type="http://schemas.openxmlformats.org/officeDocument/2006/relationships/slide" Target="slides/slide340.xml"/><Relationship Id="rId467" Type="http://schemas.openxmlformats.org/officeDocument/2006/relationships/slide" Target="slides/slide461.xml"/><Relationship Id="rId109" Type="http://schemas.openxmlformats.org/officeDocument/2006/relationships/slide" Target="slides/slide103.xml"/><Relationship Id="rId108" Type="http://schemas.openxmlformats.org/officeDocument/2006/relationships/slide" Target="slides/slide102.xml"/><Relationship Id="rId229" Type="http://schemas.openxmlformats.org/officeDocument/2006/relationships/slide" Target="slides/slide223.xml"/><Relationship Id="rId220" Type="http://schemas.openxmlformats.org/officeDocument/2006/relationships/slide" Target="slides/slide214.xml"/><Relationship Id="rId341" Type="http://schemas.openxmlformats.org/officeDocument/2006/relationships/slide" Target="slides/slide335.xml"/><Relationship Id="rId462" Type="http://schemas.openxmlformats.org/officeDocument/2006/relationships/slide" Target="slides/slide456.xml"/><Relationship Id="rId340" Type="http://schemas.openxmlformats.org/officeDocument/2006/relationships/slide" Target="slides/slide334.xml"/><Relationship Id="rId461" Type="http://schemas.openxmlformats.org/officeDocument/2006/relationships/slide" Target="slides/slide455.xml"/><Relationship Id="rId460" Type="http://schemas.openxmlformats.org/officeDocument/2006/relationships/slide" Target="slides/slide454.xml"/><Relationship Id="rId103" Type="http://schemas.openxmlformats.org/officeDocument/2006/relationships/slide" Target="slides/slide97.xml"/><Relationship Id="rId224" Type="http://schemas.openxmlformats.org/officeDocument/2006/relationships/slide" Target="slides/slide218.xml"/><Relationship Id="rId345" Type="http://schemas.openxmlformats.org/officeDocument/2006/relationships/slide" Target="slides/slide339.xml"/><Relationship Id="rId466" Type="http://schemas.openxmlformats.org/officeDocument/2006/relationships/slide" Target="slides/slide460.xml"/><Relationship Id="rId102" Type="http://schemas.openxmlformats.org/officeDocument/2006/relationships/slide" Target="slides/slide96.xml"/><Relationship Id="rId223" Type="http://schemas.openxmlformats.org/officeDocument/2006/relationships/slide" Target="slides/slide217.xml"/><Relationship Id="rId344" Type="http://schemas.openxmlformats.org/officeDocument/2006/relationships/slide" Target="slides/slide338.xml"/><Relationship Id="rId465" Type="http://schemas.openxmlformats.org/officeDocument/2006/relationships/slide" Target="slides/slide459.xml"/><Relationship Id="rId101" Type="http://schemas.openxmlformats.org/officeDocument/2006/relationships/slide" Target="slides/slide95.xml"/><Relationship Id="rId222" Type="http://schemas.openxmlformats.org/officeDocument/2006/relationships/slide" Target="slides/slide216.xml"/><Relationship Id="rId343" Type="http://schemas.openxmlformats.org/officeDocument/2006/relationships/slide" Target="slides/slide337.xml"/><Relationship Id="rId464" Type="http://schemas.openxmlformats.org/officeDocument/2006/relationships/slide" Target="slides/slide458.xml"/><Relationship Id="rId100" Type="http://schemas.openxmlformats.org/officeDocument/2006/relationships/slide" Target="slides/slide94.xml"/><Relationship Id="rId221" Type="http://schemas.openxmlformats.org/officeDocument/2006/relationships/slide" Target="slides/slide215.xml"/><Relationship Id="rId342" Type="http://schemas.openxmlformats.org/officeDocument/2006/relationships/slide" Target="slides/slide336.xml"/><Relationship Id="rId463" Type="http://schemas.openxmlformats.org/officeDocument/2006/relationships/slide" Target="slides/slide457.xml"/><Relationship Id="rId217" Type="http://schemas.openxmlformats.org/officeDocument/2006/relationships/slide" Target="slides/slide211.xml"/><Relationship Id="rId338" Type="http://schemas.openxmlformats.org/officeDocument/2006/relationships/slide" Target="slides/slide332.xml"/><Relationship Id="rId459" Type="http://schemas.openxmlformats.org/officeDocument/2006/relationships/slide" Target="slides/slide453.xml"/><Relationship Id="rId216" Type="http://schemas.openxmlformats.org/officeDocument/2006/relationships/slide" Target="slides/slide210.xml"/><Relationship Id="rId337" Type="http://schemas.openxmlformats.org/officeDocument/2006/relationships/slide" Target="slides/slide331.xml"/><Relationship Id="rId458" Type="http://schemas.openxmlformats.org/officeDocument/2006/relationships/slide" Target="slides/slide452.xml"/><Relationship Id="rId215" Type="http://schemas.openxmlformats.org/officeDocument/2006/relationships/slide" Target="slides/slide209.xml"/><Relationship Id="rId336" Type="http://schemas.openxmlformats.org/officeDocument/2006/relationships/slide" Target="slides/slide330.xml"/><Relationship Id="rId457" Type="http://schemas.openxmlformats.org/officeDocument/2006/relationships/slide" Target="slides/slide451.xml"/><Relationship Id="rId214" Type="http://schemas.openxmlformats.org/officeDocument/2006/relationships/slide" Target="slides/slide208.xml"/><Relationship Id="rId335" Type="http://schemas.openxmlformats.org/officeDocument/2006/relationships/slide" Target="slides/slide329.xml"/><Relationship Id="rId456" Type="http://schemas.openxmlformats.org/officeDocument/2006/relationships/slide" Target="slides/slide450.xml"/><Relationship Id="rId219" Type="http://schemas.openxmlformats.org/officeDocument/2006/relationships/slide" Target="slides/slide213.xml"/><Relationship Id="rId218" Type="http://schemas.openxmlformats.org/officeDocument/2006/relationships/slide" Target="slides/slide212.xml"/><Relationship Id="rId339" Type="http://schemas.openxmlformats.org/officeDocument/2006/relationships/slide" Target="slides/slide333.xml"/><Relationship Id="rId330" Type="http://schemas.openxmlformats.org/officeDocument/2006/relationships/slide" Target="slides/slide324.xml"/><Relationship Id="rId451" Type="http://schemas.openxmlformats.org/officeDocument/2006/relationships/slide" Target="slides/slide445.xml"/><Relationship Id="rId450" Type="http://schemas.openxmlformats.org/officeDocument/2006/relationships/slide" Target="slides/slide444.xml"/><Relationship Id="rId213" Type="http://schemas.openxmlformats.org/officeDocument/2006/relationships/slide" Target="slides/slide207.xml"/><Relationship Id="rId334" Type="http://schemas.openxmlformats.org/officeDocument/2006/relationships/slide" Target="slides/slide328.xml"/><Relationship Id="rId455" Type="http://schemas.openxmlformats.org/officeDocument/2006/relationships/slide" Target="slides/slide449.xml"/><Relationship Id="rId212" Type="http://schemas.openxmlformats.org/officeDocument/2006/relationships/slide" Target="slides/slide206.xml"/><Relationship Id="rId333" Type="http://schemas.openxmlformats.org/officeDocument/2006/relationships/slide" Target="slides/slide327.xml"/><Relationship Id="rId454" Type="http://schemas.openxmlformats.org/officeDocument/2006/relationships/slide" Target="slides/slide448.xml"/><Relationship Id="rId211" Type="http://schemas.openxmlformats.org/officeDocument/2006/relationships/slide" Target="slides/slide205.xml"/><Relationship Id="rId332" Type="http://schemas.openxmlformats.org/officeDocument/2006/relationships/slide" Target="slides/slide326.xml"/><Relationship Id="rId453" Type="http://schemas.openxmlformats.org/officeDocument/2006/relationships/slide" Target="slides/slide447.xml"/><Relationship Id="rId210" Type="http://schemas.openxmlformats.org/officeDocument/2006/relationships/slide" Target="slides/slide204.xml"/><Relationship Id="rId331" Type="http://schemas.openxmlformats.org/officeDocument/2006/relationships/slide" Target="slides/slide325.xml"/><Relationship Id="rId452" Type="http://schemas.openxmlformats.org/officeDocument/2006/relationships/slide" Target="slides/slide446.xml"/><Relationship Id="rId370" Type="http://schemas.openxmlformats.org/officeDocument/2006/relationships/slide" Target="slides/slide364.xml"/><Relationship Id="rId491" Type="http://schemas.openxmlformats.org/officeDocument/2006/relationships/slide" Target="slides/slide485.xml"/><Relationship Id="rId490" Type="http://schemas.openxmlformats.org/officeDocument/2006/relationships/slide" Target="slides/slide484.xml"/><Relationship Id="rId129" Type="http://schemas.openxmlformats.org/officeDocument/2006/relationships/slide" Target="slides/slide123.xml"/><Relationship Id="rId128" Type="http://schemas.openxmlformats.org/officeDocument/2006/relationships/slide" Target="slides/slide122.xml"/><Relationship Id="rId249" Type="http://schemas.openxmlformats.org/officeDocument/2006/relationships/slide" Target="slides/slide243.xml"/><Relationship Id="rId127" Type="http://schemas.openxmlformats.org/officeDocument/2006/relationships/slide" Target="slides/slide121.xml"/><Relationship Id="rId248" Type="http://schemas.openxmlformats.org/officeDocument/2006/relationships/slide" Target="slides/slide242.xml"/><Relationship Id="rId369" Type="http://schemas.openxmlformats.org/officeDocument/2006/relationships/slide" Target="slides/slide363.xml"/><Relationship Id="rId126" Type="http://schemas.openxmlformats.org/officeDocument/2006/relationships/slide" Target="slides/slide120.xml"/><Relationship Id="rId247" Type="http://schemas.openxmlformats.org/officeDocument/2006/relationships/slide" Target="slides/slide241.xml"/><Relationship Id="rId368" Type="http://schemas.openxmlformats.org/officeDocument/2006/relationships/slide" Target="slides/slide362.xml"/><Relationship Id="rId489" Type="http://schemas.openxmlformats.org/officeDocument/2006/relationships/slide" Target="slides/slide483.xml"/><Relationship Id="rId121" Type="http://schemas.openxmlformats.org/officeDocument/2006/relationships/slide" Target="slides/slide115.xml"/><Relationship Id="rId242" Type="http://schemas.openxmlformats.org/officeDocument/2006/relationships/slide" Target="slides/slide236.xml"/><Relationship Id="rId363" Type="http://schemas.openxmlformats.org/officeDocument/2006/relationships/slide" Target="slides/slide357.xml"/><Relationship Id="rId484" Type="http://schemas.openxmlformats.org/officeDocument/2006/relationships/slide" Target="slides/slide478.xml"/><Relationship Id="rId120" Type="http://schemas.openxmlformats.org/officeDocument/2006/relationships/slide" Target="slides/slide114.xml"/><Relationship Id="rId241" Type="http://schemas.openxmlformats.org/officeDocument/2006/relationships/slide" Target="slides/slide235.xml"/><Relationship Id="rId362" Type="http://schemas.openxmlformats.org/officeDocument/2006/relationships/slide" Target="slides/slide356.xml"/><Relationship Id="rId483" Type="http://schemas.openxmlformats.org/officeDocument/2006/relationships/slide" Target="slides/slide477.xml"/><Relationship Id="rId240" Type="http://schemas.openxmlformats.org/officeDocument/2006/relationships/slide" Target="slides/slide234.xml"/><Relationship Id="rId361" Type="http://schemas.openxmlformats.org/officeDocument/2006/relationships/slide" Target="slides/slide355.xml"/><Relationship Id="rId482" Type="http://schemas.openxmlformats.org/officeDocument/2006/relationships/slide" Target="slides/slide476.xml"/><Relationship Id="rId360" Type="http://schemas.openxmlformats.org/officeDocument/2006/relationships/slide" Target="slides/slide354.xml"/><Relationship Id="rId481" Type="http://schemas.openxmlformats.org/officeDocument/2006/relationships/slide" Target="slides/slide475.xml"/><Relationship Id="rId125" Type="http://schemas.openxmlformats.org/officeDocument/2006/relationships/slide" Target="slides/slide119.xml"/><Relationship Id="rId246" Type="http://schemas.openxmlformats.org/officeDocument/2006/relationships/slide" Target="slides/slide240.xml"/><Relationship Id="rId367" Type="http://schemas.openxmlformats.org/officeDocument/2006/relationships/slide" Target="slides/slide361.xml"/><Relationship Id="rId488" Type="http://schemas.openxmlformats.org/officeDocument/2006/relationships/slide" Target="slides/slide482.xml"/><Relationship Id="rId124" Type="http://schemas.openxmlformats.org/officeDocument/2006/relationships/slide" Target="slides/slide118.xml"/><Relationship Id="rId245" Type="http://schemas.openxmlformats.org/officeDocument/2006/relationships/slide" Target="slides/slide239.xml"/><Relationship Id="rId366" Type="http://schemas.openxmlformats.org/officeDocument/2006/relationships/slide" Target="slides/slide360.xml"/><Relationship Id="rId487" Type="http://schemas.openxmlformats.org/officeDocument/2006/relationships/slide" Target="slides/slide481.xml"/><Relationship Id="rId123" Type="http://schemas.openxmlformats.org/officeDocument/2006/relationships/slide" Target="slides/slide117.xml"/><Relationship Id="rId244" Type="http://schemas.openxmlformats.org/officeDocument/2006/relationships/slide" Target="slides/slide238.xml"/><Relationship Id="rId365" Type="http://schemas.openxmlformats.org/officeDocument/2006/relationships/slide" Target="slides/slide359.xml"/><Relationship Id="rId486" Type="http://schemas.openxmlformats.org/officeDocument/2006/relationships/slide" Target="slides/slide480.xml"/><Relationship Id="rId122" Type="http://schemas.openxmlformats.org/officeDocument/2006/relationships/slide" Target="slides/slide116.xml"/><Relationship Id="rId243" Type="http://schemas.openxmlformats.org/officeDocument/2006/relationships/slide" Target="slides/slide237.xml"/><Relationship Id="rId364" Type="http://schemas.openxmlformats.org/officeDocument/2006/relationships/slide" Target="slides/slide358.xml"/><Relationship Id="rId485" Type="http://schemas.openxmlformats.org/officeDocument/2006/relationships/slide" Target="slides/slide479.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480" Type="http://schemas.openxmlformats.org/officeDocument/2006/relationships/slide" Target="slides/slide474.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239" Type="http://schemas.openxmlformats.org/officeDocument/2006/relationships/slide" Target="slides/slide233.xml"/><Relationship Id="rId117" Type="http://schemas.openxmlformats.org/officeDocument/2006/relationships/slide" Target="slides/slide111.xml"/><Relationship Id="rId238" Type="http://schemas.openxmlformats.org/officeDocument/2006/relationships/slide" Target="slides/slide232.xml"/><Relationship Id="rId359" Type="http://schemas.openxmlformats.org/officeDocument/2006/relationships/slide" Target="slides/slide353.xml"/><Relationship Id="rId116" Type="http://schemas.openxmlformats.org/officeDocument/2006/relationships/slide" Target="slides/slide110.xml"/><Relationship Id="rId237" Type="http://schemas.openxmlformats.org/officeDocument/2006/relationships/slide" Target="slides/slide231.xml"/><Relationship Id="rId358" Type="http://schemas.openxmlformats.org/officeDocument/2006/relationships/slide" Target="slides/slide352.xml"/><Relationship Id="rId479" Type="http://schemas.openxmlformats.org/officeDocument/2006/relationships/slide" Target="slides/slide473.xml"/><Relationship Id="rId115" Type="http://schemas.openxmlformats.org/officeDocument/2006/relationships/slide" Target="slides/slide109.xml"/><Relationship Id="rId236" Type="http://schemas.openxmlformats.org/officeDocument/2006/relationships/slide" Target="slides/slide230.xml"/><Relationship Id="rId357" Type="http://schemas.openxmlformats.org/officeDocument/2006/relationships/slide" Target="slides/slide351.xml"/><Relationship Id="rId478" Type="http://schemas.openxmlformats.org/officeDocument/2006/relationships/slide" Target="slides/slide472.xml"/><Relationship Id="rId119" Type="http://schemas.openxmlformats.org/officeDocument/2006/relationships/slide" Target="slides/slide113.xml"/><Relationship Id="rId110" Type="http://schemas.openxmlformats.org/officeDocument/2006/relationships/slide" Target="slides/slide104.xml"/><Relationship Id="rId231" Type="http://schemas.openxmlformats.org/officeDocument/2006/relationships/slide" Target="slides/slide225.xml"/><Relationship Id="rId352" Type="http://schemas.openxmlformats.org/officeDocument/2006/relationships/slide" Target="slides/slide346.xml"/><Relationship Id="rId473" Type="http://schemas.openxmlformats.org/officeDocument/2006/relationships/slide" Target="slides/slide467.xml"/><Relationship Id="rId230" Type="http://schemas.openxmlformats.org/officeDocument/2006/relationships/slide" Target="slides/slide224.xml"/><Relationship Id="rId351" Type="http://schemas.openxmlformats.org/officeDocument/2006/relationships/slide" Target="slides/slide345.xml"/><Relationship Id="rId472" Type="http://schemas.openxmlformats.org/officeDocument/2006/relationships/slide" Target="slides/slide466.xml"/><Relationship Id="rId350" Type="http://schemas.openxmlformats.org/officeDocument/2006/relationships/slide" Target="slides/slide344.xml"/><Relationship Id="rId471" Type="http://schemas.openxmlformats.org/officeDocument/2006/relationships/slide" Target="slides/slide465.xml"/><Relationship Id="rId470" Type="http://schemas.openxmlformats.org/officeDocument/2006/relationships/slide" Target="slides/slide464.xml"/><Relationship Id="rId114" Type="http://schemas.openxmlformats.org/officeDocument/2006/relationships/slide" Target="slides/slide108.xml"/><Relationship Id="rId235" Type="http://schemas.openxmlformats.org/officeDocument/2006/relationships/slide" Target="slides/slide229.xml"/><Relationship Id="rId356" Type="http://schemas.openxmlformats.org/officeDocument/2006/relationships/slide" Target="slides/slide350.xml"/><Relationship Id="rId477" Type="http://schemas.openxmlformats.org/officeDocument/2006/relationships/slide" Target="slides/slide471.xml"/><Relationship Id="rId113" Type="http://schemas.openxmlformats.org/officeDocument/2006/relationships/slide" Target="slides/slide107.xml"/><Relationship Id="rId234" Type="http://schemas.openxmlformats.org/officeDocument/2006/relationships/slide" Target="slides/slide228.xml"/><Relationship Id="rId355" Type="http://schemas.openxmlformats.org/officeDocument/2006/relationships/slide" Target="slides/slide349.xml"/><Relationship Id="rId476" Type="http://schemas.openxmlformats.org/officeDocument/2006/relationships/slide" Target="slides/slide470.xml"/><Relationship Id="rId112" Type="http://schemas.openxmlformats.org/officeDocument/2006/relationships/slide" Target="slides/slide106.xml"/><Relationship Id="rId233" Type="http://schemas.openxmlformats.org/officeDocument/2006/relationships/slide" Target="slides/slide227.xml"/><Relationship Id="rId354" Type="http://schemas.openxmlformats.org/officeDocument/2006/relationships/slide" Target="slides/slide348.xml"/><Relationship Id="rId475" Type="http://schemas.openxmlformats.org/officeDocument/2006/relationships/slide" Target="slides/slide469.xml"/><Relationship Id="rId111" Type="http://schemas.openxmlformats.org/officeDocument/2006/relationships/slide" Target="slides/slide105.xml"/><Relationship Id="rId232" Type="http://schemas.openxmlformats.org/officeDocument/2006/relationships/slide" Target="slides/slide226.xml"/><Relationship Id="rId353" Type="http://schemas.openxmlformats.org/officeDocument/2006/relationships/slide" Target="slides/slide347.xml"/><Relationship Id="rId474" Type="http://schemas.openxmlformats.org/officeDocument/2006/relationships/slide" Target="slides/slide468.xml"/><Relationship Id="rId305" Type="http://schemas.openxmlformats.org/officeDocument/2006/relationships/slide" Target="slides/slide299.xml"/><Relationship Id="rId426" Type="http://schemas.openxmlformats.org/officeDocument/2006/relationships/slide" Target="slides/slide420.xml"/><Relationship Id="rId547" Type="http://schemas.openxmlformats.org/officeDocument/2006/relationships/font" Target="fonts/Arimo-bold.fntdata"/><Relationship Id="rId304" Type="http://schemas.openxmlformats.org/officeDocument/2006/relationships/slide" Target="slides/slide298.xml"/><Relationship Id="rId425" Type="http://schemas.openxmlformats.org/officeDocument/2006/relationships/slide" Target="slides/slide419.xml"/><Relationship Id="rId546" Type="http://schemas.openxmlformats.org/officeDocument/2006/relationships/font" Target="fonts/Arimo-regular.fntdata"/><Relationship Id="rId303" Type="http://schemas.openxmlformats.org/officeDocument/2006/relationships/slide" Target="slides/slide297.xml"/><Relationship Id="rId424" Type="http://schemas.openxmlformats.org/officeDocument/2006/relationships/slide" Target="slides/slide418.xml"/><Relationship Id="rId545" Type="http://schemas.openxmlformats.org/officeDocument/2006/relationships/font" Target="fonts/Roboto-boldItalic.fntdata"/><Relationship Id="rId302" Type="http://schemas.openxmlformats.org/officeDocument/2006/relationships/slide" Target="slides/slide296.xml"/><Relationship Id="rId423" Type="http://schemas.openxmlformats.org/officeDocument/2006/relationships/slide" Target="slides/slide417.xml"/><Relationship Id="rId544" Type="http://schemas.openxmlformats.org/officeDocument/2006/relationships/font" Target="fonts/Roboto-italic.fntdata"/><Relationship Id="rId309" Type="http://schemas.openxmlformats.org/officeDocument/2006/relationships/slide" Target="slides/slide303.xml"/><Relationship Id="rId308" Type="http://schemas.openxmlformats.org/officeDocument/2006/relationships/slide" Target="slides/slide302.xml"/><Relationship Id="rId429" Type="http://schemas.openxmlformats.org/officeDocument/2006/relationships/slide" Target="slides/slide423.xml"/><Relationship Id="rId307" Type="http://schemas.openxmlformats.org/officeDocument/2006/relationships/slide" Target="slides/slide301.xml"/><Relationship Id="rId428" Type="http://schemas.openxmlformats.org/officeDocument/2006/relationships/slide" Target="slides/slide422.xml"/><Relationship Id="rId549" Type="http://schemas.openxmlformats.org/officeDocument/2006/relationships/font" Target="fonts/Arimo-boldItalic.fntdata"/><Relationship Id="rId306" Type="http://schemas.openxmlformats.org/officeDocument/2006/relationships/slide" Target="slides/slide300.xml"/><Relationship Id="rId427" Type="http://schemas.openxmlformats.org/officeDocument/2006/relationships/slide" Target="slides/slide421.xml"/><Relationship Id="rId548" Type="http://schemas.openxmlformats.org/officeDocument/2006/relationships/font" Target="fonts/Arimo-italic.fntdata"/><Relationship Id="rId301" Type="http://schemas.openxmlformats.org/officeDocument/2006/relationships/slide" Target="slides/slide295.xml"/><Relationship Id="rId422" Type="http://schemas.openxmlformats.org/officeDocument/2006/relationships/slide" Target="slides/slide416.xml"/><Relationship Id="rId543" Type="http://schemas.openxmlformats.org/officeDocument/2006/relationships/font" Target="fonts/Roboto-bold.fntdata"/><Relationship Id="rId300" Type="http://schemas.openxmlformats.org/officeDocument/2006/relationships/slide" Target="slides/slide294.xml"/><Relationship Id="rId421" Type="http://schemas.openxmlformats.org/officeDocument/2006/relationships/slide" Target="slides/slide415.xml"/><Relationship Id="rId542" Type="http://schemas.openxmlformats.org/officeDocument/2006/relationships/font" Target="fonts/Roboto-regular.fntdata"/><Relationship Id="rId420" Type="http://schemas.openxmlformats.org/officeDocument/2006/relationships/slide" Target="slides/slide414.xml"/><Relationship Id="rId541" Type="http://schemas.openxmlformats.org/officeDocument/2006/relationships/font" Target="fonts/Ubuntu-boldItalic.fntdata"/><Relationship Id="rId540" Type="http://schemas.openxmlformats.org/officeDocument/2006/relationships/font" Target="fonts/Ubuntu-italic.fntdata"/><Relationship Id="rId415" Type="http://schemas.openxmlformats.org/officeDocument/2006/relationships/slide" Target="slides/slide409.xml"/><Relationship Id="rId536" Type="http://schemas.openxmlformats.org/officeDocument/2006/relationships/slide" Target="slides/slide530.xml"/><Relationship Id="rId414" Type="http://schemas.openxmlformats.org/officeDocument/2006/relationships/slide" Target="slides/slide408.xml"/><Relationship Id="rId535" Type="http://schemas.openxmlformats.org/officeDocument/2006/relationships/slide" Target="slides/slide529.xml"/><Relationship Id="rId413" Type="http://schemas.openxmlformats.org/officeDocument/2006/relationships/slide" Target="slides/slide407.xml"/><Relationship Id="rId534" Type="http://schemas.openxmlformats.org/officeDocument/2006/relationships/slide" Target="slides/slide528.xml"/><Relationship Id="rId412" Type="http://schemas.openxmlformats.org/officeDocument/2006/relationships/slide" Target="slides/slide406.xml"/><Relationship Id="rId533" Type="http://schemas.openxmlformats.org/officeDocument/2006/relationships/slide" Target="slides/slide527.xml"/><Relationship Id="rId419" Type="http://schemas.openxmlformats.org/officeDocument/2006/relationships/slide" Target="slides/slide413.xml"/><Relationship Id="rId418" Type="http://schemas.openxmlformats.org/officeDocument/2006/relationships/slide" Target="slides/slide412.xml"/><Relationship Id="rId539" Type="http://schemas.openxmlformats.org/officeDocument/2006/relationships/font" Target="fonts/Ubuntu-bold.fntdata"/><Relationship Id="rId417" Type="http://schemas.openxmlformats.org/officeDocument/2006/relationships/slide" Target="slides/slide411.xml"/><Relationship Id="rId538" Type="http://schemas.openxmlformats.org/officeDocument/2006/relationships/font" Target="fonts/Ubuntu-regular.fntdata"/><Relationship Id="rId416" Type="http://schemas.openxmlformats.org/officeDocument/2006/relationships/slide" Target="slides/slide410.xml"/><Relationship Id="rId537" Type="http://schemas.openxmlformats.org/officeDocument/2006/relationships/slide" Target="slides/slide531.xml"/><Relationship Id="rId411" Type="http://schemas.openxmlformats.org/officeDocument/2006/relationships/slide" Target="slides/slide405.xml"/><Relationship Id="rId532" Type="http://schemas.openxmlformats.org/officeDocument/2006/relationships/slide" Target="slides/slide526.xml"/><Relationship Id="rId410" Type="http://schemas.openxmlformats.org/officeDocument/2006/relationships/slide" Target="slides/slide404.xml"/><Relationship Id="rId531" Type="http://schemas.openxmlformats.org/officeDocument/2006/relationships/slide" Target="slides/slide525.xml"/><Relationship Id="rId530" Type="http://schemas.openxmlformats.org/officeDocument/2006/relationships/slide" Target="slides/slide524.xml"/><Relationship Id="rId206" Type="http://schemas.openxmlformats.org/officeDocument/2006/relationships/slide" Target="slides/slide200.xml"/><Relationship Id="rId327" Type="http://schemas.openxmlformats.org/officeDocument/2006/relationships/slide" Target="slides/slide321.xml"/><Relationship Id="rId448" Type="http://schemas.openxmlformats.org/officeDocument/2006/relationships/slide" Target="slides/slide442.xml"/><Relationship Id="rId205" Type="http://schemas.openxmlformats.org/officeDocument/2006/relationships/slide" Target="slides/slide199.xml"/><Relationship Id="rId326" Type="http://schemas.openxmlformats.org/officeDocument/2006/relationships/slide" Target="slides/slide320.xml"/><Relationship Id="rId447" Type="http://schemas.openxmlformats.org/officeDocument/2006/relationships/slide" Target="slides/slide441.xml"/><Relationship Id="rId204" Type="http://schemas.openxmlformats.org/officeDocument/2006/relationships/slide" Target="slides/slide198.xml"/><Relationship Id="rId325" Type="http://schemas.openxmlformats.org/officeDocument/2006/relationships/slide" Target="slides/slide319.xml"/><Relationship Id="rId446" Type="http://schemas.openxmlformats.org/officeDocument/2006/relationships/slide" Target="slides/slide440.xml"/><Relationship Id="rId203" Type="http://schemas.openxmlformats.org/officeDocument/2006/relationships/slide" Target="slides/slide197.xml"/><Relationship Id="rId324" Type="http://schemas.openxmlformats.org/officeDocument/2006/relationships/slide" Target="slides/slide318.xml"/><Relationship Id="rId445" Type="http://schemas.openxmlformats.org/officeDocument/2006/relationships/slide" Target="slides/slide439.xml"/><Relationship Id="rId209" Type="http://schemas.openxmlformats.org/officeDocument/2006/relationships/slide" Target="slides/slide203.xml"/><Relationship Id="rId208" Type="http://schemas.openxmlformats.org/officeDocument/2006/relationships/slide" Target="slides/slide202.xml"/><Relationship Id="rId329" Type="http://schemas.openxmlformats.org/officeDocument/2006/relationships/slide" Target="slides/slide323.xml"/><Relationship Id="rId207" Type="http://schemas.openxmlformats.org/officeDocument/2006/relationships/slide" Target="slides/slide201.xml"/><Relationship Id="rId328" Type="http://schemas.openxmlformats.org/officeDocument/2006/relationships/slide" Target="slides/slide322.xml"/><Relationship Id="rId449" Type="http://schemas.openxmlformats.org/officeDocument/2006/relationships/slide" Target="slides/slide443.xml"/><Relationship Id="rId440" Type="http://schemas.openxmlformats.org/officeDocument/2006/relationships/slide" Target="slides/slide434.xml"/><Relationship Id="rId202" Type="http://schemas.openxmlformats.org/officeDocument/2006/relationships/slide" Target="slides/slide196.xml"/><Relationship Id="rId323" Type="http://schemas.openxmlformats.org/officeDocument/2006/relationships/slide" Target="slides/slide317.xml"/><Relationship Id="rId444" Type="http://schemas.openxmlformats.org/officeDocument/2006/relationships/slide" Target="slides/slide438.xml"/><Relationship Id="rId201" Type="http://schemas.openxmlformats.org/officeDocument/2006/relationships/slide" Target="slides/slide195.xml"/><Relationship Id="rId322" Type="http://schemas.openxmlformats.org/officeDocument/2006/relationships/slide" Target="slides/slide316.xml"/><Relationship Id="rId443" Type="http://schemas.openxmlformats.org/officeDocument/2006/relationships/slide" Target="slides/slide437.xml"/><Relationship Id="rId200" Type="http://schemas.openxmlformats.org/officeDocument/2006/relationships/slide" Target="slides/slide194.xml"/><Relationship Id="rId321" Type="http://schemas.openxmlformats.org/officeDocument/2006/relationships/slide" Target="slides/slide315.xml"/><Relationship Id="rId442" Type="http://schemas.openxmlformats.org/officeDocument/2006/relationships/slide" Target="slides/slide436.xml"/><Relationship Id="rId320" Type="http://schemas.openxmlformats.org/officeDocument/2006/relationships/slide" Target="slides/slide314.xml"/><Relationship Id="rId441" Type="http://schemas.openxmlformats.org/officeDocument/2006/relationships/slide" Target="slides/slide435.xml"/><Relationship Id="rId316" Type="http://schemas.openxmlformats.org/officeDocument/2006/relationships/slide" Target="slides/slide310.xml"/><Relationship Id="rId437" Type="http://schemas.openxmlformats.org/officeDocument/2006/relationships/slide" Target="slides/slide431.xml"/><Relationship Id="rId315" Type="http://schemas.openxmlformats.org/officeDocument/2006/relationships/slide" Target="slides/slide309.xml"/><Relationship Id="rId436" Type="http://schemas.openxmlformats.org/officeDocument/2006/relationships/slide" Target="slides/slide430.xml"/><Relationship Id="rId314" Type="http://schemas.openxmlformats.org/officeDocument/2006/relationships/slide" Target="slides/slide308.xml"/><Relationship Id="rId435" Type="http://schemas.openxmlformats.org/officeDocument/2006/relationships/slide" Target="slides/slide429.xml"/><Relationship Id="rId313" Type="http://schemas.openxmlformats.org/officeDocument/2006/relationships/slide" Target="slides/slide307.xml"/><Relationship Id="rId434" Type="http://schemas.openxmlformats.org/officeDocument/2006/relationships/slide" Target="slides/slide428.xml"/><Relationship Id="rId319" Type="http://schemas.openxmlformats.org/officeDocument/2006/relationships/slide" Target="slides/slide313.xml"/><Relationship Id="rId318" Type="http://schemas.openxmlformats.org/officeDocument/2006/relationships/slide" Target="slides/slide312.xml"/><Relationship Id="rId439" Type="http://schemas.openxmlformats.org/officeDocument/2006/relationships/slide" Target="slides/slide433.xml"/><Relationship Id="rId317" Type="http://schemas.openxmlformats.org/officeDocument/2006/relationships/slide" Target="slides/slide311.xml"/><Relationship Id="rId438" Type="http://schemas.openxmlformats.org/officeDocument/2006/relationships/slide" Target="slides/slide432.xml"/><Relationship Id="rId550" Type="http://schemas.openxmlformats.org/officeDocument/2006/relationships/font" Target="fonts/HelveticaNeueLight-regular.fntdata"/><Relationship Id="rId312" Type="http://schemas.openxmlformats.org/officeDocument/2006/relationships/slide" Target="slides/slide306.xml"/><Relationship Id="rId433" Type="http://schemas.openxmlformats.org/officeDocument/2006/relationships/slide" Target="slides/slide427.xml"/><Relationship Id="rId311" Type="http://schemas.openxmlformats.org/officeDocument/2006/relationships/slide" Target="slides/slide305.xml"/><Relationship Id="rId432" Type="http://schemas.openxmlformats.org/officeDocument/2006/relationships/slide" Target="slides/slide426.xml"/><Relationship Id="rId553" Type="http://schemas.openxmlformats.org/officeDocument/2006/relationships/font" Target="fonts/HelveticaNeueLight-boldItalic.fntdata"/><Relationship Id="rId310" Type="http://schemas.openxmlformats.org/officeDocument/2006/relationships/slide" Target="slides/slide304.xml"/><Relationship Id="rId431" Type="http://schemas.openxmlformats.org/officeDocument/2006/relationships/slide" Target="slides/slide425.xml"/><Relationship Id="rId552" Type="http://schemas.openxmlformats.org/officeDocument/2006/relationships/font" Target="fonts/HelveticaNeueLight-italic.fntdata"/><Relationship Id="rId430" Type="http://schemas.openxmlformats.org/officeDocument/2006/relationships/slide" Target="slides/slide424.xml"/><Relationship Id="rId551" Type="http://schemas.openxmlformats.org/officeDocument/2006/relationships/font" Target="fonts/HelveticaNeue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 name="Google Shape;8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 name="Google Shape;33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9" name="Google Shape;379;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9" name="Google Shape;41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2" name="Google Shape;442;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7" name="Google Shape;457;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5" name="Google Shape;505;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2" name="Google Shape;512;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9" name="Google Shape;519;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7" name="Google Shape;527;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5" name="Google Shape;535;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3" name="Google Shape;543;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5" name="Google Shape;565;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2" name="Google Shape;582;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0" name="Google Shape;590;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8" name="Google Shape;598;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7" name="Google Shape;607;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4" name="Google Shape;624;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2" name="Google Shape;632;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8" name="Google Shape;648;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3" name="Google Shape;663;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7" name="Google Shape;687;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5" name="Google Shape;695;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3" name="Google Shape;703;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7" name="Google Shape;727;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5" name="Google Shape;735;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3" name="Google Shape;743;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1" name="Google Shape;751;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9" name="Google Shape;759;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 name="Google Shape;767;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4" name="Google Shape;774;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2" name="Google Shape;782;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7" name="Google Shape;797;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4" name="Google Shape;814;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2" name="Google Shape;822;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846" name="Google Shape;846;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7" name="Google Shape;847;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2" name="Google Shape;872;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10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887" name="Google Shape;887;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8" name="Google Shape;888;p1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1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7" name="Google Shape;897;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2" name="Google Shape;912;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1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6" name="Google Shape;936;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4" name="Google Shape;944;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1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2" name="Google Shape;952;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1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9" name="Google Shape;959;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1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7" name="Google Shape;967;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1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1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1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1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9" name="Google Shape;1029;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p1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4" name="Google Shape;1044;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1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2" name="Google Shape;1052;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1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8" name="Google Shape;1068;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1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4" name="Google Shape;1084;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1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2" name="Google Shape;1092;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1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9" name="Google Shape;1099;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1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7" name="Google Shape;1107;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p1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4" name="Google Shape;1114;p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1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2" name="Google Shape;1122;p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1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9" name="Google Shape;1129;p1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1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7" name="Google Shape;1137;p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p1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4" name="Google Shape;1144;p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1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2" name="Google Shape;1152;p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1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0" name="Google Shape;1160;p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1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8" name="Google Shape;1168;p1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1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5" name="Google Shape;1175;p1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1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2" name="Google Shape;1182;p1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1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0" name="Google Shape;1190;p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1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7" name="Google Shape;1197;p1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1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5" name="Google Shape;1205;p1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p1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3" name="Google Shape;1213;p1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p1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p1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p1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9" name="Google Shape;1229;p1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p1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7" name="Google Shape;1237;p1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p1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5" name="Google Shape;1245;p1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1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3" name="Google Shape;1253;p1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p1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1" name="Google Shape;1261;p1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p1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8" name="Google Shape;1268;p1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p1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6" name="Google Shape;1276;p1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1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4" name="Google Shape;1284;p1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p1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2" name="Google Shape;1292;p1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1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0" name="Google Shape;1300;p1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p1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7" name="Google Shape;1307;p1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p1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3" name="Google Shape;1313;p1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1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9" name="Google Shape;1319;p1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p1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5" name="Google Shape;1325;p1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p1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3" name="Google Shape;1333;p1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1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8" name="Google Shape;1338;p1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p1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3" name="Google Shape;1343;p1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p1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9" name="Google Shape;1349;p1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p1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1" name="Google Shape;1361;p1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p1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0" name="Google Shape;1370;p1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p1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6" name="Google Shape;1376;p1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p1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2" name="Google Shape;1382;p1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1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0" name="Google Shape;1390;p1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p1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9" name="Google Shape;1399;p1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p1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7" name="Google Shape;1407;p1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p1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5" name="Google Shape;1415;p1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p1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4" name="Google Shape;1424;p1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p1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2" name="Google Shape;1432;p1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p1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0" name="Google Shape;1440;p1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p1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9" name="Google Shape;1449;p1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1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7" name="Google Shape;1457;p1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p1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6" name="Google Shape;1466;p1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p1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4" name="Google Shape;1474;p1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p1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3" name="Google Shape;1483;p1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p1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1" name="Google Shape;1491;p1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p1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0" name="Google Shape;1500;p1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p1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8" name="Google Shape;1508;p1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p1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7" name="Google Shape;1517;p1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p1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5" name="Google Shape;1525;p1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p1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4" name="Google Shape;1534;p1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p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2" name="Google Shape;1542;p1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8" name="Shape 1548"/>
        <p:cNvGrpSpPr/>
        <p:nvPr/>
      </p:nvGrpSpPr>
      <p:grpSpPr>
        <a:xfrm>
          <a:off x="0" y="0"/>
          <a:ext cx="0" cy="0"/>
          <a:chOff x="0" y="0"/>
          <a:chExt cx="0" cy="0"/>
        </a:xfrm>
      </p:grpSpPr>
      <p:sp>
        <p:nvSpPr>
          <p:cNvPr id="1549" name="Google Shape;1549;p1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1550" name="Google Shape;1550;p1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1" name="Google Shape;1551;p1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p1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0" name="Google Shape;1560;p1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p1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8" name="Google Shape;1568;p1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p1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6" name="Google Shape;1576;p1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2" name="Shape 1582"/>
        <p:cNvGrpSpPr/>
        <p:nvPr/>
      </p:nvGrpSpPr>
      <p:grpSpPr>
        <a:xfrm>
          <a:off x="0" y="0"/>
          <a:ext cx="0" cy="0"/>
          <a:chOff x="0" y="0"/>
          <a:chExt cx="0" cy="0"/>
        </a:xfrm>
      </p:grpSpPr>
      <p:sp>
        <p:nvSpPr>
          <p:cNvPr id="1583" name="Google Shape;1583;p1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4" name="Google Shape;1584;p1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p1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2" name="Google Shape;1592;p1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p1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0" name="Google Shape;1600;p1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6" name="Shape 1606"/>
        <p:cNvGrpSpPr/>
        <p:nvPr/>
      </p:nvGrpSpPr>
      <p:grpSpPr>
        <a:xfrm>
          <a:off x="0" y="0"/>
          <a:ext cx="0" cy="0"/>
          <a:chOff x="0" y="0"/>
          <a:chExt cx="0" cy="0"/>
        </a:xfrm>
      </p:grpSpPr>
      <p:sp>
        <p:nvSpPr>
          <p:cNvPr id="1607" name="Google Shape;1607;p1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8" name="Google Shape;1608;p1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3" name="Shape 1613"/>
        <p:cNvGrpSpPr/>
        <p:nvPr/>
      </p:nvGrpSpPr>
      <p:grpSpPr>
        <a:xfrm>
          <a:off x="0" y="0"/>
          <a:ext cx="0" cy="0"/>
          <a:chOff x="0" y="0"/>
          <a:chExt cx="0" cy="0"/>
        </a:xfrm>
      </p:grpSpPr>
      <p:sp>
        <p:nvSpPr>
          <p:cNvPr id="1614" name="Google Shape;1614;p1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5" name="Google Shape;1615;p1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0" name="Shape 1620"/>
        <p:cNvGrpSpPr/>
        <p:nvPr/>
      </p:nvGrpSpPr>
      <p:grpSpPr>
        <a:xfrm>
          <a:off x="0" y="0"/>
          <a:ext cx="0" cy="0"/>
          <a:chOff x="0" y="0"/>
          <a:chExt cx="0" cy="0"/>
        </a:xfrm>
      </p:grpSpPr>
      <p:sp>
        <p:nvSpPr>
          <p:cNvPr id="1621" name="Google Shape;1621;p1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2" name="Google Shape;1622;p1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p1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9" name="Google Shape;1629;p1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p1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7" name="Google Shape;1637;p1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2" name="Shape 1642"/>
        <p:cNvGrpSpPr/>
        <p:nvPr/>
      </p:nvGrpSpPr>
      <p:grpSpPr>
        <a:xfrm>
          <a:off x="0" y="0"/>
          <a:ext cx="0" cy="0"/>
          <a:chOff x="0" y="0"/>
          <a:chExt cx="0" cy="0"/>
        </a:xfrm>
      </p:grpSpPr>
      <p:sp>
        <p:nvSpPr>
          <p:cNvPr id="1643" name="Google Shape;1643;p1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4" name="Google Shape;1644;p1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9" name="Shape 1649"/>
        <p:cNvGrpSpPr/>
        <p:nvPr/>
      </p:nvGrpSpPr>
      <p:grpSpPr>
        <a:xfrm>
          <a:off x="0" y="0"/>
          <a:ext cx="0" cy="0"/>
          <a:chOff x="0" y="0"/>
          <a:chExt cx="0" cy="0"/>
        </a:xfrm>
      </p:grpSpPr>
      <p:sp>
        <p:nvSpPr>
          <p:cNvPr id="1650" name="Google Shape;1650;p1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1" name="Google Shape;1651;p1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p2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9" name="Google Shape;1659;p2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p2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6" name="Google Shape;1666;p2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1" name="Shape 1671"/>
        <p:cNvGrpSpPr/>
        <p:nvPr/>
      </p:nvGrpSpPr>
      <p:grpSpPr>
        <a:xfrm>
          <a:off x="0" y="0"/>
          <a:ext cx="0" cy="0"/>
          <a:chOff x="0" y="0"/>
          <a:chExt cx="0" cy="0"/>
        </a:xfrm>
      </p:grpSpPr>
      <p:sp>
        <p:nvSpPr>
          <p:cNvPr id="1672" name="Google Shape;1672;p2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3" name="Google Shape;1673;p2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8" name="Shape 1678"/>
        <p:cNvGrpSpPr/>
        <p:nvPr/>
      </p:nvGrpSpPr>
      <p:grpSpPr>
        <a:xfrm>
          <a:off x="0" y="0"/>
          <a:ext cx="0" cy="0"/>
          <a:chOff x="0" y="0"/>
          <a:chExt cx="0" cy="0"/>
        </a:xfrm>
      </p:grpSpPr>
      <p:sp>
        <p:nvSpPr>
          <p:cNvPr id="1679" name="Google Shape;1679;p2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0" name="Google Shape;1680;p2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5" name="Shape 1685"/>
        <p:cNvGrpSpPr/>
        <p:nvPr/>
      </p:nvGrpSpPr>
      <p:grpSpPr>
        <a:xfrm>
          <a:off x="0" y="0"/>
          <a:ext cx="0" cy="0"/>
          <a:chOff x="0" y="0"/>
          <a:chExt cx="0" cy="0"/>
        </a:xfrm>
      </p:grpSpPr>
      <p:sp>
        <p:nvSpPr>
          <p:cNvPr id="1686" name="Google Shape;1686;p2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7" name="Google Shape;1687;p2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p20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1694" name="Google Shape;1694;p2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5" name="Google Shape;1695;p2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p2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4" name="Google Shape;1704;p2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p2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2" name="Google Shape;1712;p2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p2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0" name="Google Shape;1720;p2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5" name="Shape 1725"/>
        <p:cNvGrpSpPr/>
        <p:nvPr/>
      </p:nvGrpSpPr>
      <p:grpSpPr>
        <a:xfrm>
          <a:off x="0" y="0"/>
          <a:ext cx="0" cy="0"/>
          <a:chOff x="0" y="0"/>
          <a:chExt cx="0" cy="0"/>
        </a:xfrm>
      </p:grpSpPr>
      <p:sp>
        <p:nvSpPr>
          <p:cNvPr id="1726" name="Google Shape;1726;p2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7" name="Google Shape;1727;p2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p2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5" name="Google Shape;1735;p2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9" name="Shape 1739"/>
        <p:cNvGrpSpPr/>
        <p:nvPr/>
      </p:nvGrpSpPr>
      <p:grpSpPr>
        <a:xfrm>
          <a:off x="0" y="0"/>
          <a:ext cx="0" cy="0"/>
          <a:chOff x="0" y="0"/>
          <a:chExt cx="0" cy="0"/>
        </a:xfrm>
      </p:grpSpPr>
      <p:sp>
        <p:nvSpPr>
          <p:cNvPr id="1740" name="Google Shape;1740;p2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1" name="Google Shape;1741;p2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p2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6" name="Google Shape;1746;p2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p2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1" name="Google Shape;1751;p2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p2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7" name="Google Shape;1757;p2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1" name="Shape 1761"/>
        <p:cNvGrpSpPr/>
        <p:nvPr/>
      </p:nvGrpSpPr>
      <p:grpSpPr>
        <a:xfrm>
          <a:off x="0" y="0"/>
          <a:ext cx="0" cy="0"/>
          <a:chOff x="0" y="0"/>
          <a:chExt cx="0" cy="0"/>
        </a:xfrm>
      </p:grpSpPr>
      <p:sp>
        <p:nvSpPr>
          <p:cNvPr id="1762" name="Google Shape;1762;p2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3" name="Google Shape;1763;p2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7" name="Shape 1767"/>
        <p:cNvGrpSpPr/>
        <p:nvPr/>
      </p:nvGrpSpPr>
      <p:grpSpPr>
        <a:xfrm>
          <a:off x="0" y="0"/>
          <a:ext cx="0" cy="0"/>
          <a:chOff x="0" y="0"/>
          <a:chExt cx="0" cy="0"/>
        </a:xfrm>
      </p:grpSpPr>
      <p:sp>
        <p:nvSpPr>
          <p:cNvPr id="1768" name="Google Shape;1768;p2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9" name="Google Shape;1769;p2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p2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5" name="Google Shape;1775;p2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p2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1" name="Google Shape;1781;p2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5" name="Shape 1785"/>
        <p:cNvGrpSpPr/>
        <p:nvPr/>
      </p:nvGrpSpPr>
      <p:grpSpPr>
        <a:xfrm>
          <a:off x="0" y="0"/>
          <a:ext cx="0" cy="0"/>
          <a:chOff x="0" y="0"/>
          <a:chExt cx="0" cy="0"/>
        </a:xfrm>
      </p:grpSpPr>
      <p:sp>
        <p:nvSpPr>
          <p:cNvPr id="1786" name="Google Shape;1786;p2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7" name="Google Shape;1787;p2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1" name="Shape 1791"/>
        <p:cNvGrpSpPr/>
        <p:nvPr/>
      </p:nvGrpSpPr>
      <p:grpSpPr>
        <a:xfrm>
          <a:off x="0" y="0"/>
          <a:ext cx="0" cy="0"/>
          <a:chOff x="0" y="0"/>
          <a:chExt cx="0" cy="0"/>
        </a:xfrm>
      </p:grpSpPr>
      <p:sp>
        <p:nvSpPr>
          <p:cNvPr id="1792" name="Google Shape;1792;p2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3" name="Google Shape;1793;p2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7" name="Shape 1797"/>
        <p:cNvGrpSpPr/>
        <p:nvPr/>
      </p:nvGrpSpPr>
      <p:grpSpPr>
        <a:xfrm>
          <a:off x="0" y="0"/>
          <a:ext cx="0" cy="0"/>
          <a:chOff x="0" y="0"/>
          <a:chExt cx="0" cy="0"/>
        </a:xfrm>
      </p:grpSpPr>
      <p:sp>
        <p:nvSpPr>
          <p:cNvPr id="1798" name="Google Shape;1798;p2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9" name="Google Shape;1799;p2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p2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6" name="Google Shape;1806;p2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p2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2" name="Google Shape;1812;p2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p2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8" name="Google Shape;1818;p2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p2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5" name="Google Shape;1825;p2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9" name="Shape 1829"/>
        <p:cNvGrpSpPr/>
        <p:nvPr/>
      </p:nvGrpSpPr>
      <p:grpSpPr>
        <a:xfrm>
          <a:off x="0" y="0"/>
          <a:ext cx="0" cy="0"/>
          <a:chOff x="0" y="0"/>
          <a:chExt cx="0" cy="0"/>
        </a:xfrm>
      </p:grpSpPr>
      <p:sp>
        <p:nvSpPr>
          <p:cNvPr id="1830" name="Google Shape;1830;p2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1" name="Google Shape;1831;p2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7" name="Shape 1837"/>
        <p:cNvGrpSpPr/>
        <p:nvPr/>
      </p:nvGrpSpPr>
      <p:grpSpPr>
        <a:xfrm>
          <a:off x="0" y="0"/>
          <a:ext cx="0" cy="0"/>
          <a:chOff x="0" y="0"/>
          <a:chExt cx="0" cy="0"/>
        </a:xfrm>
      </p:grpSpPr>
      <p:sp>
        <p:nvSpPr>
          <p:cNvPr id="1838" name="Google Shape;1838;p2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9" name="Google Shape;1839;p2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p2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7" name="Google Shape;1847;p2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p2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5" name="Google Shape;1855;p2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p2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2" name="Google Shape;1862;p2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8" name="Shape 1868"/>
        <p:cNvGrpSpPr/>
        <p:nvPr/>
      </p:nvGrpSpPr>
      <p:grpSpPr>
        <a:xfrm>
          <a:off x="0" y="0"/>
          <a:ext cx="0" cy="0"/>
          <a:chOff x="0" y="0"/>
          <a:chExt cx="0" cy="0"/>
        </a:xfrm>
      </p:grpSpPr>
      <p:sp>
        <p:nvSpPr>
          <p:cNvPr id="1869" name="Google Shape;1869;p2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0" name="Google Shape;1870;p2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7" name="Shape 1877"/>
        <p:cNvGrpSpPr/>
        <p:nvPr/>
      </p:nvGrpSpPr>
      <p:grpSpPr>
        <a:xfrm>
          <a:off x="0" y="0"/>
          <a:ext cx="0" cy="0"/>
          <a:chOff x="0" y="0"/>
          <a:chExt cx="0" cy="0"/>
        </a:xfrm>
      </p:grpSpPr>
      <p:sp>
        <p:nvSpPr>
          <p:cNvPr id="1878" name="Google Shape;1878;p2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9" name="Google Shape;1879;p2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5" name="Shape 1885"/>
        <p:cNvGrpSpPr/>
        <p:nvPr/>
      </p:nvGrpSpPr>
      <p:grpSpPr>
        <a:xfrm>
          <a:off x="0" y="0"/>
          <a:ext cx="0" cy="0"/>
          <a:chOff x="0" y="0"/>
          <a:chExt cx="0" cy="0"/>
        </a:xfrm>
      </p:grpSpPr>
      <p:sp>
        <p:nvSpPr>
          <p:cNvPr id="1886" name="Google Shape;1886;p2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7" name="Google Shape;1887;p2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p2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6" name="Google Shape;1896;p2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2" name="Shape 1902"/>
        <p:cNvGrpSpPr/>
        <p:nvPr/>
      </p:nvGrpSpPr>
      <p:grpSpPr>
        <a:xfrm>
          <a:off x="0" y="0"/>
          <a:ext cx="0" cy="0"/>
          <a:chOff x="0" y="0"/>
          <a:chExt cx="0" cy="0"/>
        </a:xfrm>
      </p:grpSpPr>
      <p:sp>
        <p:nvSpPr>
          <p:cNvPr id="1903" name="Google Shape;1903;p2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4" name="Google Shape;1904;p2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1" name="Shape 1911"/>
        <p:cNvGrpSpPr/>
        <p:nvPr/>
      </p:nvGrpSpPr>
      <p:grpSpPr>
        <a:xfrm>
          <a:off x="0" y="0"/>
          <a:ext cx="0" cy="0"/>
          <a:chOff x="0" y="0"/>
          <a:chExt cx="0" cy="0"/>
        </a:xfrm>
      </p:grpSpPr>
      <p:sp>
        <p:nvSpPr>
          <p:cNvPr id="1912" name="Google Shape;1912;p2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3" name="Google Shape;1913;p2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p2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0" name="Google Shape;1920;p2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5" name="Shape 1925"/>
        <p:cNvGrpSpPr/>
        <p:nvPr/>
      </p:nvGrpSpPr>
      <p:grpSpPr>
        <a:xfrm>
          <a:off x="0" y="0"/>
          <a:ext cx="0" cy="0"/>
          <a:chOff x="0" y="0"/>
          <a:chExt cx="0" cy="0"/>
        </a:xfrm>
      </p:grpSpPr>
      <p:sp>
        <p:nvSpPr>
          <p:cNvPr id="1926" name="Google Shape;1926;p2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7" name="Google Shape;1927;p2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2" name="Shape 1932"/>
        <p:cNvGrpSpPr/>
        <p:nvPr/>
      </p:nvGrpSpPr>
      <p:grpSpPr>
        <a:xfrm>
          <a:off x="0" y="0"/>
          <a:ext cx="0" cy="0"/>
          <a:chOff x="0" y="0"/>
          <a:chExt cx="0" cy="0"/>
        </a:xfrm>
      </p:grpSpPr>
      <p:sp>
        <p:nvSpPr>
          <p:cNvPr id="1933" name="Google Shape;1933;p2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34" name="Google Shape;1934;p2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0" name="Shape 1940"/>
        <p:cNvGrpSpPr/>
        <p:nvPr/>
      </p:nvGrpSpPr>
      <p:grpSpPr>
        <a:xfrm>
          <a:off x="0" y="0"/>
          <a:ext cx="0" cy="0"/>
          <a:chOff x="0" y="0"/>
          <a:chExt cx="0" cy="0"/>
        </a:xfrm>
      </p:grpSpPr>
      <p:sp>
        <p:nvSpPr>
          <p:cNvPr id="1941" name="Google Shape;1941;p2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2" name="Google Shape;1942;p2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7" name="Shape 1947"/>
        <p:cNvGrpSpPr/>
        <p:nvPr/>
      </p:nvGrpSpPr>
      <p:grpSpPr>
        <a:xfrm>
          <a:off x="0" y="0"/>
          <a:ext cx="0" cy="0"/>
          <a:chOff x="0" y="0"/>
          <a:chExt cx="0" cy="0"/>
        </a:xfrm>
      </p:grpSpPr>
      <p:sp>
        <p:nvSpPr>
          <p:cNvPr id="1948" name="Google Shape;1948;p2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9" name="Google Shape;1949;p2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p2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7" name="Google Shape;1957;p2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3" name="Shape 1963"/>
        <p:cNvGrpSpPr/>
        <p:nvPr/>
      </p:nvGrpSpPr>
      <p:grpSpPr>
        <a:xfrm>
          <a:off x="0" y="0"/>
          <a:ext cx="0" cy="0"/>
          <a:chOff x="0" y="0"/>
          <a:chExt cx="0" cy="0"/>
        </a:xfrm>
      </p:grpSpPr>
      <p:sp>
        <p:nvSpPr>
          <p:cNvPr id="1964" name="Google Shape;1964;p2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5" name="Google Shape;1965;p2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1" name="Shape 1971"/>
        <p:cNvGrpSpPr/>
        <p:nvPr/>
      </p:nvGrpSpPr>
      <p:grpSpPr>
        <a:xfrm>
          <a:off x="0" y="0"/>
          <a:ext cx="0" cy="0"/>
          <a:chOff x="0" y="0"/>
          <a:chExt cx="0" cy="0"/>
        </a:xfrm>
      </p:grpSpPr>
      <p:sp>
        <p:nvSpPr>
          <p:cNvPr id="1972" name="Google Shape;1972;p2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3" name="Google Shape;1973;p2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9" name="Shape 1979"/>
        <p:cNvGrpSpPr/>
        <p:nvPr/>
      </p:nvGrpSpPr>
      <p:grpSpPr>
        <a:xfrm>
          <a:off x="0" y="0"/>
          <a:ext cx="0" cy="0"/>
          <a:chOff x="0" y="0"/>
          <a:chExt cx="0" cy="0"/>
        </a:xfrm>
      </p:grpSpPr>
      <p:sp>
        <p:nvSpPr>
          <p:cNvPr id="1980" name="Google Shape;1980;p2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1" name="Google Shape;1981;p2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7" name="Shape 1987"/>
        <p:cNvGrpSpPr/>
        <p:nvPr/>
      </p:nvGrpSpPr>
      <p:grpSpPr>
        <a:xfrm>
          <a:off x="0" y="0"/>
          <a:ext cx="0" cy="0"/>
          <a:chOff x="0" y="0"/>
          <a:chExt cx="0" cy="0"/>
        </a:xfrm>
      </p:grpSpPr>
      <p:sp>
        <p:nvSpPr>
          <p:cNvPr id="1988" name="Google Shape;1988;p2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9" name="Google Shape;1989;p2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5" name="Shape 1995"/>
        <p:cNvGrpSpPr/>
        <p:nvPr/>
      </p:nvGrpSpPr>
      <p:grpSpPr>
        <a:xfrm>
          <a:off x="0" y="0"/>
          <a:ext cx="0" cy="0"/>
          <a:chOff x="0" y="0"/>
          <a:chExt cx="0" cy="0"/>
        </a:xfrm>
      </p:grpSpPr>
      <p:sp>
        <p:nvSpPr>
          <p:cNvPr id="1996" name="Google Shape;1996;p2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7" name="Google Shape;1997;p2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4" name="Shape 2004"/>
        <p:cNvGrpSpPr/>
        <p:nvPr/>
      </p:nvGrpSpPr>
      <p:grpSpPr>
        <a:xfrm>
          <a:off x="0" y="0"/>
          <a:ext cx="0" cy="0"/>
          <a:chOff x="0" y="0"/>
          <a:chExt cx="0" cy="0"/>
        </a:xfrm>
      </p:grpSpPr>
      <p:sp>
        <p:nvSpPr>
          <p:cNvPr id="2005" name="Google Shape;2005;p2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6" name="Google Shape;2006;p2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3" name="Shape 2013"/>
        <p:cNvGrpSpPr/>
        <p:nvPr/>
      </p:nvGrpSpPr>
      <p:grpSpPr>
        <a:xfrm>
          <a:off x="0" y="0"/>
          <a:ext cx="0" cy="0"/>
          <a:chOff x="0" y="0"/>
          <a:chExt cx="0" cy="0"/>
        </a:xfrm>
      </p:grpSpPr>
      <p:sp>
        <p:nvSpPr>
          <p:cNvPr id="2014" name="Google Shape;2014;p2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5" name="Google Shape;2015;p2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1" name="Shape 2021"/>
        <p:cNvGrpSpPr/>
        <p:nvPr/>
      </p:nvGrpSpPr>
      <p:grpSpPr>
        <a:xfrm>
          <a:off x="0" y="0"/>
          <a:ext cx="0" cy="0"/>
          <a:chOff x="0" y="0"/>
          <a:chExt cx="0" cy="0"/>
        </a:xfrm>
      </p:grpSpPr>
      <p:sp>
        <p:nvSpPr>
          <p:cNvPr id="2022" name="Google Shape;2022;p2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3" name="Google Shape;2023;p2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9" name="Shape 2029"/>
        <p:cNvGrpSpPr/>
        <p:nvPr/>
      </p:nvGrpSpPr>
      <p:grpSpPr>
        <a:xfrm>
          <a:off x="0" y="0"/>
          <a:ext cx="0" cy="0"/>
          <a:chOff x="0" y="0"/>
          <a:chExt cx="0" cy="0"/>
        </a:xfrm>
      </p:grpSpPr>
      <p:sp>
        <p:nvSpPr>
          <p:cNvPr id="2030" name="Google Shape;2030;p2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1" name="Google Shape;2031;p2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7" name="Shape 2037"/>
        <p:cNvGrpSpPr/>
        <p:nvPr/>
      </p:nvGrpSpPr>
      <p:grpSpPr>
        <a:xfrm>
          <a:off x="0" y="0"/>
          <a:ext cx="0" cy="0"/>
          <a:chOff x="0" y="0"/>
          <a:chExt cx="0" cy="0"/>
        </a:xfrm>
      </p:grpSpPr>
      <p:sp>
        <p:nvSpPr>
          <p:cNvPr id="2038" name="Google Shape;2038;p2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9" name="Google Shape;2039;p2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5" name="Shape 2045"/>
        <p:cNvGrpSpPr/>
        <p:nvPr/>
      </p:nvGrpSpPr>
      <p:grpSpPr>
        <a:xfrm>
          <a:off x="0" y="0"/>
          <a:ext cx="0" cy="0"/>
          <a:chOff x="0" y="0"/>
          <a:chExt cx="0" cy="0"/>
        </a:xfrm>
      </p:grpSpPr>
      <p:sp>
        <p:nvSpPr>
          <p:cNvPr id="2046" name="Google Shape;2046;p2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047" name="Google Shape;2047;p2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8" name="Google Shape;2048;p2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5" name="Shape 2055"/>
        <p:cNvGrpSpPr/>
        <p:nvPr/>
      </p:nvGrpSpPr>
      <p:grpSpPr>
        <a:xfrm>
          <a:off x="0" y="0"/>
          <a:ext cx="0" cy="0"/>
          <a:chOff x="0" y="0"/>
          <a:chExt cx="0" cy="0"/>
        </a:xfrm>
      </p:grpSpPr>
      <p:sp>
        <p:nvSpPr>
          <p:cNvPr id="2056" name="Google Shape;2056;p2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057" name="Google Shape;2057;p2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8" name="Google Shape;2058;p2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5" name="Shape 2065"/>
        <p:cNvGrpSpPr/>
        <p:nvPr/>
      </p:nvGrpSpPr>
      <p:grpSpPr>
        <a:xfrm>
          <a:off x="0" y="0"/>
          <a:ext cx="0" cy="0"/>
          <a:chOff x="0" y="0"/>
          <a:chExt cx="0" cy="0"/>
        </a:xfrm>
      </p:grpSpPr>
      <p:sp>
        <p:nvSpPr>
          <p:cNvPr id="2066" name="Google Shape;2066;p2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067" name="Google Shape;2067;p2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8" name="Google Shape;2068;p2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5" name="Shape 2075"/>
        <p:cNvGrpSpPr/>
        <p:nvPr/>
      </p:nvGrpSpPr>
      <p:grpSpPr>
        <a:xfrm>
          <a:off x="0" y="0"/>
          <a:ext cx="0" cy="0"/>
          <a:chOff x="0" y="0"/>
          <a:chExt cx="0" cy="0"/>
        </a:xfrm>
      </p:grpSpPr>
      <p:sp>
        <p:nvSpPr>
          <p:cNvPr id="2076" name="Google Shape;2076;p2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7" name="Google Shape;2077;p2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3" name="Shape 2083"/>
        <p:cNvGrpSpPr/>
        <p:nvPr/>
      </p:nvGrpSpPr>
      <p:grpSpPr>
        <a:xfrm>
          <a:off x="0" y="0"/>
          <a:ext cx="0" cy="0"/>
          <a:chOff x="0" y="0"/>
          <a:chExt cx="0" cy="0"/>
        </a:xfrm>
      </p:grpSpPr>
      <p:sp>
        <p:nvSpPr>
          <p:cNvPr id="2084" name="Google Shape;2084;p2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5" name="Google Shape;2085;p2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1" name="Shape 2091"/>
        <p:cNvGrpSpPr/>
        <p:nvPr/>
      </p:nvGrpSpPr>
      <p:grpSpPr>
        <a:xfrm>
          <a:off x="0" y="0"/>
          <a:ext cx="0" cy="0"/>
          <a:chOff x="0" y="0"/>
          <a:chExt cx="0" cy="0"/>
        </a:xfrm>
      </p:grpSpPr>
      <p:sp>
        <p:nvSpPr>
          <p:cNvPr id="2092" name="Google Shape;2092;p2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3" name="Google Shape;2093;p2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9" name="Shape 2099"/>
        <p:cNvGrpSpPr/>
        <p:nvPr/>
      </p:nvGrpSpPr>
      <p:grpSpPr>
        <a:xfrm>
          <a:off x="0" y="0"/>
          <a:ext cx="0" cy="0"/>
          <a:chOff x="0" y="0"/>
          <a:chExt cx="0" cy="0"/>
        </a:xfrm>
      </p:grpSpPr>
      <p:sp>
        <p:nvSpPr>
          <p:cNvPr id="2100" name="Google Shape;2100;p2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1" name="Google Shape;2101;p2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7" name="Shape 2107"/>
        <p:cNvGrpSpPr/>
        <p:nvPr/>
      </p:nvGrpSpPr>
      <p:grpSpPr>
        <a:xfrm>
          <a:off x="0" y="0"/>
          <a:ext cx="0" cy="0"/>
          <a:chOff x="0" y="0"/>
          <a:chExt cx="0" cy="0"/>
        </a:xfrm>
      </p:grpSpPr>
      <p:sp>
        <p:nvSpPr>
          <p:cNvPr id="2108" name="Google Shape;2108;p2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9" name="Google Shape;2109;p2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5" name="Shape 2115"/>
        <p:cNvGrpSpPr/>
        <p:nvPr/>
      </p:nvGrpSpPr>
      <p:grpSpPr>
        <a:xfrm>
          <a:off x="0" y="0"/>
          <a:ext cx="0" cy="0"/>
          <a:chOff x="0" y="0"/>
          <a:chExt cx="0" cy="0"/>
        </a:xfrm>
      </p:grpSpPr>
      <p:sp>
        <p:nvSpPr>
          <p:cNvPr id="2116" name="Google Shape;2116;p2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7" name="Google Shape;2117;p2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3" name="Shape 2123"/>
        <p:cNvGrpSpPr/>
        <p:nvPr/>
      </p:nvGrpSpPr>
      <p:grpSpPr>
        <a:xfrm>
          <a:off x="0" y="0"/>
          <a:ext cx="0" cy="0"/>
          <a:chOff x="0" y="0"/>
          <a:chExt cx="0" cy="0"/>
        </a:xfrm>
      </p:grpSpPr>
      <p:sp>
        <p:nvSpPr>
          <p:cNvPr id="2124" name="Google Shape;2124;p2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5" name="Google Shape;2125;p2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1" name="Shape 2131"/>
        <p:cNvGrpSpPr/>
        <p:nvPr/>
      </p:nvGrpSpPr>
      <p:grpSpPr>
        <a:xfrm>
          <a:off x="0" y="0"/>
          <a:ext cx="0" cy="0"/>
          <a:chOff x="0" y="0"/>
          <a:chExt cx="0" cy="0"/>
        </a:xfrm>
      </p:grpSpPr>
      <p:sp>
        <p:nvSpPr>
          <p:cNvPr id="2132" name="Google Shape;2132;p2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3" name="Google Shape;2133;p2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9" name="Shape 2139"/>
        <p:cNvGrpSpPr/>
        <p:nvPr/>
      </p:nvGrpSpPr>
      <p:grpSpPr>
        <a:xfrm>
          <a:off x="0" y="0"/>
          <a:ext cx="0" cy="0"/>
          <a:chOff x="0" y="0"/>
          <a:chExt cx="0" cy="0"/>
        </a:xfrm>
      </p:grpSpPr>
      <p:sp>
        <p:nvSpPr>
          <p:cNvPr id="2140" name="Google Shape;2140;p2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1" name="Google Shape;2141;p2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p2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9" name="Google Shape;2149;p2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5" name="Shape 2155"/>
        <p:cNvGrpSpPr/>
        <p:nvPr/>
      </p:nvGrpSpPr>
      <p:grpSpPr>
        <a:xfrm>
          <a:off x="0" y="0"/>
          <a:ext cx="0" cy="0"/>
          <a:chOff x="0" y="0"/>
          <a:chExt cx="0" cy="0"/>
        </a:xfrm>
      </p:grpSpPr>
      <p:sp>
        <p:nvSpPr>
          <p:cNvPr id="2156" name="Google Shape;2156;p2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7" name="Google Shape;2157;p2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3" name="Shape 2163"/>
        <p:cNvGrpSpPr/>
        <p:nvPr/>
      </p:nvGrpSpPr>
      <p:grpSpPr>
        <a:xfrm>
          <a:off x="0" y="0"/>
          <a:ext cx="0" cy="0"/>
          <a:chOff x="0" y="0"/>
          <a:chExt cx="0" cy="0"/>
        </a:xfrm>
      </p:grpSpPr>
      <p:sp>
        <p:nvSpPr>
          <p:cNvPr id="2164" name="Google Shape;2164;p2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5" name="Google Shape;2165;p2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1" name="Shape 2171"/>
        <p:cNvGrpSpPr/>
        <p:nvPr/>
      </p:nvGrpSpPr>
      <p:grpSpPr>
        <a:xfrm>
          <a:off x="0" y="0"/>
          <a:ext cx="0" cy="0"/>
          <a:chOff x="0" y="0"/>
          <a:chExt cx="0" cy="0"/>
        </a:xfrm>
      </p:grpSpPr>
      <p:sp>
        <p:nvSpPr>
          <p:cNvPr id="2172" name="Google Shape;2172;p2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3" name="Google Shape;2173;p2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9" name="Shape 2179"/>
        <p:cNvGrpSpPr/>
        <p:nvPr/>
      </p:nvGrpSpPr>
      <p:grpSpPr>
        <a:xfrm>
          <a:off x="0" y="0"/>
          <a:ext cx="0" cy="0"/>
          <a:chOff x="0" y="0"/>
          <a:chExt cx="0" cy="0"/>
        </a:xfrm>
      </p:grpSpPr>
      <p:sp>
        <p:nvSpPr>
          <p:cNvPr id="2180" name="Google Shape;2180;p2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1" name="Google Shape;2181;p2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7" name="Shape 2187"/>
        <p:cNvGrpSpPr/>
        <p:nvPr/>
      </p:nvGrpSpPr>
      <p:grpSpPr>
        <a:xfrm>
          <a:off x="0" y="0"/>
          <a:ext cx="0" cy="0"/>
          <a:chOff x="0" y="0"/>
          <a:chExt cx="0" cy="0"/>
        </a:xfrm>
      </p:grpSpPr>
      <p:sp>
        <p:nvSpPr>
          <p:cNvPr id="2188" name="Google Shape;2188;p2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9" name="Google Shape;2189;p2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5" name="Shape 2195"/>
        <p:cNvGrpSpPr/>
        <p:nvPr/>
      </p:nvGrpSpPr>
      <p:grpSpPr>
        <a:xfrm>
          <a:off x="0" y="0"/>
          <a:ext cx="0" cy="0"/>
          <a:chOff x="0" y="0"/>
          <a:chExt cx="0" cy="0"/>
        </a:xfrm>
      </p:grpSpPr>
      <p:sp>
        <p:nvSpPr>
          <p:cNvPr id="2196" name="Google Shape;2196;p2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7" name="Google Shape;2197;p2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3" name="Shape 2203"/>
        <p:cNvGrpSpPr/>
        <p:nvPr/>
      </p:nvGrpSpPr>
      <p:grpSpPr>
        <a:xfrm>
          <a:off x="0" y="0"/>
          <a:ext cx="0" cy="0"/>
          <a:chOff x="0" y="0"/>
          <a:chExt cx="0" cy="0"/>
        </a:xfrm>
      </p:grpSpPr>
      <p:sp>
        <p:nvSpPr>
          <p:cNvPr id="2204" name="Google Shape;2204;p2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5" name="Google Shape;2205;p2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1" name="Shape 2211"/>
        <p:cNvGrpSpPr/>
        <p:nvPr/>
      </p:nvGrpSpPr>
      <p:grpSpPr>
        <a:xfrm>
          <a:off x="0" y="0"/>
          <a:ext cx="0" cy="0"/>
          <a:chOff x="0" y="0"/>
          <a:chExt cx="0" cy="0"/>
        </a:xfrm>
      </p:grpSpPr>
      <p:sp>
        <p:nvSpPr>
          <p:cNvPr id="2212" name="Google Shape;2212;p2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3" name="Google Shape;2213;p2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9" name="Shape 2219"/>
        <p:cNvGrpSpPr/>
        <p:nvPr/>
      </p:nvGrpSpPr>
      <p:grpSpPr>
        <a:xfrm>
          <a:off x="0" y="0"/>
          <a:ext cx="0" cy="0"/>
          <a:chOff x="0" y="0"/>
          <a:chExt cx="0" cy="0"/>
        </a:xfrm>
      </p:grpSpPr>
      <p:sp>
        <p:nvSpPr>
          <p:cNvPr id="2220" name="Google Shape;2220;p2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1" name="Google Shape;2221;p2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7" name="Shape 2227"/>
        <p:cNvGrpSpPr/>
        <p:nvPr/>
      </p:nvGrpSpPr>
      <p:grpSpPr>
        <a:xfrm>
          <a:off x="0" y="0"/>
          <a:ext cx="0" cy="0"/>
          <a:chOff x="0" y="0"/>
          <a:chExt cx="0" cy="0"/>
        </a:xfrm>
      </p:grpSpPr>
      <p:sp>
        <p:nvSpPr>
          <p:cNvPr id="2228" name="Google Shape;2228;p2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9" name="Google Shape;2229;p2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5" name="Shape 2235"/>
        <p:cNvGrpSpPr/>
        <p:nvPr/>
      </p:nvGrpSpPr>
      <p:grpSpPr>
        <a:xfrm>
          <a:off x="0" y="0"/>
          <a:ext cx="0" cy="0"/>
          <a:chOff x="0" y="0"/>
          <a:chExt cx="0" cy="0"/>
        </a:xfrm>
      </p:grpSpPr>
      <p:sp>
        <p:nvSpPr>
          <p:cNvPr id="2236" name="Google Shape;2236;p2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7" name="Google Shape;2237;p2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3" name="Shape 2243"/>
        <p:cNvGrpSpPr/>
        <p:nvPr/>
      </p:nvGrpSpPr>
      <p:grpSpPr>
        <a:xfrm>
          <a:off x="0" y="0"/>
          <a:ext cx="0" cy="0"/>
          <a:chOff x="0" y="0"/>
          <a:chExt cx="0" cy="0"/>
        </a:xfrm>
      </p:grpSpPr>
      <p:sp>
        <p:nvSpPr>
          <p:cNvPr id="2244" name="Google Shape;2244;p2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5" name="Google Shape;2245;p2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0" name="Shape 2250"/>
        <p:cNvGrpSpPr/>
        <p:nvPr/>
      </p:nvGrpSpPr>
      <p:grpSpPr>
        <a:xfrm>
          <a:off x="0" y="0"/>
          <a:ext cx="0" cy="0"/>
          <a:chOff x="0" y="0"/>
          <a:chExt cx="0" cy="0"/>
        </a:xfrm>
      </p:grpSpPr>
      <p:sp>
        <p:nvSpPr>
          <p:cNvPr id="2251" name="Google Shape;2251;p2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252" name="Google Shape;2252;p2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3" name="Google Shape;2253;p2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0" name="Shape 2260"/>
        <p:cNvGrpSpPr/>
        <p:nvPr/>
      </p:nvGrpSpPr>
      <p:grpSpPr>
        <a:xfrm>
          <a:off x="0" y="0"/>
          <a:ext cx="0" cy="0"/>
          <a:chOff x="0" y="0"/>
          <a:chExt cx="0" cy="0"/>
        </a:xfrm>
      </p:grpSpPr>
      <p:sp>
        <p:nvSpPr>
          <p:cNvPr id="2261" name="Google Shape;2261;p2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262" name="Google Shape;2262;p2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3" name="Google Shape;2263;p2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0" name="Shape 2270"/>
        <p:cNvGrpSpPr/>
        <p:nvPr/>
      </p:nvGrpSpPr>
      <p:grpSpPr>
        <a:xfrm>
          <a:off x="0" y="0"/>
          <a:ext cx="0" cy="0"/>
          <a:chOff x="0" y="0"/>
          <a:chExt cx="0" cy="0"/>
        </a:xfrm>
      </p:grpSpPr>
      <p:sp>
        <p:nvSpPr>
          <p:cNvPr id="2271" name="Google Shape;2271;p2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2" name="Google Shape;2272;p2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8" name="Shape 2278"/>
        <p:cNvGrpSpPr/>
        <p:nvPr/>
      </p:nvGrpSpPr>
      <p:grpSpPr>
        <a:xfrm>
          <a:off x="0" y="0"/>
          <a:ext cx="0" cy="0"/>
          <a:chOff x="0" y="0"/>
          <a:chExt cx="0" cy="0"/>
        </a:xfrm>
      </p:grpSpPr>
      <p:sp>
        <p:nvSpPr>
          <p:cNvPr id="2279" name="Google Shape;2279;p2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0" name="Google Shape;2280;p2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6" name="Shape 2286"/>
        <p:cNvGrpSpPr/>
        <p:nvPr/>
      </p:nvGrpSpPr>
      <p:grpSpPr>
        <a:xfrm>
          <a:off x="0" y="0"/>
          <a:ext cx="0" cy="0"/>
          <a:chOff x="0" y="0"/>
          <a:chExt cx="0" cy="0"/>
        </a:xfrm>
      </p:grpSpPr>
      <p:sp>
        <p:nvSpPr>
          <p:cNvPr id="2287" name="Google Shape;2287;p2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8" name="Google Shape;2288;p2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4" name="Shape 2294"/>
        <p:cNvGrpSpPr/>
        <p:nvPr/>
      </p:nvGrpSpPr>
      <p:grpSpPr>
        <a:xfrm>
          <a:off x="0" y="0"/>
          <a:ext cx="0" cy="0"/>
          <a:chOff x="0" y="0"/>
          <a:chExt cx="0" cy="0"/>
        </a:xfrm>
      </p:grpSpPr>
      <p:sp>
        <p:nvSpPr>
          <p:cNvPr id="2295" name="Google Shape;2295;p2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6" name="Google Shape;2296;p2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3" name="Shape 2303"/>
        <p:cNvGrpSpPr/>
        <p:nvPr/>
      </p:nvGrpSpPr>
      <p:grpSpPr>
        <a:xfrm>
          <a:off x="0" y="0"/>
          <a:ext cx="0" cy="0"/>
          <a:chOff x="0" y="0"/>
          <a:chExt cx="0" cy="0"/>
        </a:xfrm>
      </p:grpSpPr>
      <p:sp>
        <p:nvSpPr>
          <p:cNvPr id="2304" name="Google Shape;2304;p2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5" name="Google Shape;2305;p2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1" name="Shape 2311"/>
        <p:cNvGrpSpPr/>
        <p:nvPr/>
      </p:nvGrpSpPr>
      <p:grpSpPr>
        <a:xfrm>
          <a:off x="0" y="0"/>
          <a:ext cx="0" cy="0"/>
          <a:chOff x="0" y="0"/>
          <a:chExt cx="0" cy="0"/>
        </a:xfrm>
      </p:grpSpPr>
      <p:sp>
        <p:nvSpPr>
          <p:cNvPr id="2312" name="Google Shape;2312;p2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3" name="Google Shape;2313;p2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0" name="Shape 2320"/>
        <p:cNvGrpSpPr/>
        <p:nvPr/>
      </p:nvGrpSpPr>
      <p:grpSpPr>
        <a:xfrm>
          <a:off x="0" y="0"/>
          <a:ext cx="0" cy="0"/>
          <a:chOff x="0" y="0"/>
          <a:chExt cx="0" cy="0"/>
        </a:xfrm>
      </p:grpSpPr>
      <p:sp>
        <p:nvSpPr>
          <p:cNvPr id="2321" name="Google Shape;2321;p2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2" name="Google Shape;2322;p2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8" name="Shape 2328"/>
        <p:cNvGrpSpPr/>
        <p:nvPr/>
      </p:nvGrpSpPr>
      <p:grpSpPr>
        <a:xfrm>
          <a:off x="0" y="0"/>
          <a:ext cx="0" cy="0"/>
          <a:chOff x="0" y="0"/>
          <a:chExt cx="0" cy="0"/>
        </a:xfrm>
      </p:grpSpPr>
      <p:sp>
        <p:nvSpPr>
          <p:cNvPr id="2329" name="Google Shape;2329;p2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0" name="Google Shape;2330;p2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6" name="Shape 2336"/>
        <p:cNvGrpSpPr/>
        <p:nvPr/>
      </p:nvGrpSpPr>
      <p:grpSpPr>
        <a:xfrm>
          <a:off x="0" y="0"/>
          <a:ext cx="0" cy="0"/>
          <a:chOff x="0" y="0"/>
          <a:chExt cx="0" cy="0"/>
        </a:xfrm>
      </p:grpSpPr>
      <p:sp>
        <p:nvSpPr>
          <p:cNvPr id="2337" name="Google Shape;2337;p2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8" name="Google Shape;2338;p2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4" name="Shape 2344"/>
        <p:cNvGrpSpPr/>
        <p:nvPr/>
      </p:nvGrpSpPr>
      <p:grpSpPr>
        <a:xfrm>
          <a:off x="0" y="0"/>
          <a:ext cx="0" cy="0"/>
          <a:chOff x="0" y="0"/>
          <a:chExt cx="0" cy="0"/>
        </a:xfrm>
      </p:grpSpPr>
      <p:sp>
        <p:nvSpPr>
          <p:cNvPr id="2345" name="Google Shape;2345;p2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6" name="Google Shape;2346;p2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2" name="Shape 2352"/>
        <p:cNvGrpSpPr/>
        <p:nvPr/>
      </p:nvGrpSpPr>
      <p:grpSpPr>
        <a:xfrm>
          <a:off x="0" y="0"/>
          <a:ext cx="0" cy="0"/>
          <a:chOff x="0" y="0"/>
          <a:chExt cx="0" cy="0"/>
        </a:xfrm>
      </p:grpSpPr>
      <p:sp>
        <p:nvSpPr>
          <p:cNvPr id="2353" name="Google Shape;2353;p2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4" name="Google Shape;2354;p2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0" name="Shape 2360"/>
        <p:cNvGrpSpPr/>
        <p:nvPr/>
      </p:nvGrpSpPr>
      <p:grpSpPr>
        <a:xfrm>
          <a:off x="0" y="0"/>
          <a:ext cx="0" cy="0"/>
          <a:chOff x="0" y="0"/>
          <a:chExt cx="0" cy="0"/>
        </a:xfrm>
      </p:grpSpPr>
      <p:sp>
        <p:nvSpPr>
          <p:cNvPr id="2361" name="Google Shape;2361;p2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2" name="Google Shape;2362;p2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9" name="Shape 2369"/>
        <p:cNvGrpSpPr/>
        <p:nvPr/>
      </p:nvGrpSpPr>
      <p:grpSpPr>
        <a:xfrm>
          <a:off x="0" y="0"/>
          <a:ext cx="0" cy="0"/>
          <a:chOff x="0" y="0"/>
          <a:chExt cx="0" cy="0"/>
        </a:xfrm>
      </p:grpSpPr>
      <p:sp>
        <p:nvSpPr>
          <p:cNvPr id="2370" name="Google Shape;2370;p2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1" name="Google Shape;2371;p2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7" name="Shape 2377"/>
        <p:cNvGrpSpPr/>
        <p:nvPr/>
      </p:nvGrpSpPr>
      <p:grpSpPr>
        <a:xfrm>
          <a:off x="0" y="0"/>
          <a:ext cx="0" cy="0"/>
          <a:chOff x="0" y="0"/>
          <a:chExt cx="0" cy="0"/>
        </a:xfrm>
      </p:grpSpPr>
      <p:sp>
        <p:nvSpPr>
          <p:cNvPr id="2378" name="Google Shape;2378;p2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9" name="Google Shape;2379;p2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5" name="Shape 2385"/>
        <p:cNvGrpSpPr/>
        <p:nvPr/>
      </p:nvGrpSpPr>
      <p:grpSpPr>
        <a:xfrm>
          <a:off x="0" y="0"/>
          <a:ext cx="0" cy="0"/>
          <a:chOff x="0" y="0"/>
          <a:chExt cx="0" cy="0"/>
        </a:xfrm>
      </p:grpSpPr>
      <p:sp>
        <p:nvSpPr>
          <p:cNvPr id="2386" name="Google Shape;2386;p2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7" name="Google Shape;2387;p2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3" name="Shape 2393"/>
        <p:cNvGrpSpPr/>
        <p:nvPr/>
      </p:nvGrpSpPr>
      <p:grpSpPr>
        <a:xfrm>
          <a:off x="0" y="0"/>
          <a:ext cx="0" cy="0"/>
          <a:chOff x="0" y="0"/>
          <a:chExt cx="0" cy="0"/>
        </a:xfrm>
      </p:grpSpPr>
      <p:sp>
        <p:nvSpPr>
          <p:cNvPr id="2394" name="Google Shape;2394;p2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5" name="Google Shape;2395;p2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1" name="Shape 2401"/>
        <p:cNvGrpSpPr/>
        <p:nvPr/>
      </p:nvGrpSpPr>
      <p:grpSpPr>
        <a:xfrm>
          <a:off x="0" y="0"/>
          <a:ext cx="0" cy="0"/>
          <a:chOff x="0" y="0"/>
          <a:chExt cx="0" cy="0"/>
        </a:xfrm>
      </p:grpSpPr>
      <p:sp>
        <p:nvSpPr>
          <p:cNvPr id="2402" name="Google Shape;2402;p2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3" name="Google Shape;2403;p2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9" name="Shape 2409"/>
        <p:cNvGrpSpPr/>
        <p:nvPr/>
      </p:nvGrpSpPr>
      <p:grpSpPr>
        <a:xfrm>
          <a:off x="0" y="0"/>
          <a:ext cx="0" cy="0"/>
          <a:chOff x="0" y="0"/>
          <a:chExt cx="0" cy="0"/>
        </a:xfrm>
      </p:grpSpPr>
      <p:sp>
        <p:nvSpPr>
          <p:cNvPr id="2410" name="Google Shape;2410;p2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1" name="Google Shape;2411;p2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7" name="Shape 2417"/>
        <p:cNvGrpSpPr/>
        <p:nvPr/>
      </p:nvGrpSpPr>
      <p:grpSpPr>
        <a:xfrm>
          <a:off x="0" y="0"/>
          <a:ext cx="0" cy="0"/>
          <a:chOff x="0" y="0"/>
          <a:chExt cx="0" cy="0"/>
        </a:xfrm>
      </p:grpSpPr>
      <p:sp>
        <p:nvSpPr>
          <p:cNvPr id="2418" name="Google Shape;2418;p2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9" name="Google Shape;2419;p2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5" name="Shape 2425"/>
        <p:cNvGrpSpPr/>
        <p:nvPr/>
      </p:nvGrpSpPr>
      <p:grpSpPr>
        <a:xfrm>
          <a:off x="0" y="0"/>
          <a:ext cx="0" cy="0"/>
          <a:chOff x="0" y="0"/>
          <a:chExt cx="0" cy="0"/>
        </a:xfrm>
      </p:grpSpPr>
      <p:sp>
        <p:nvSpPr>
          <p:cNvPr id="2426" name="Google Shape;2426;p2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7" name="Google Shape;2427;p2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4" name="Shape 2434"/>
        <p:cNvGrpSpPr/>
        <p:nvPr/>
      </p:nvGrpSpPr>
      <p:grpSpPr>
        <a:xfrm>
          <a:off x="0" y="0"/>
          <a:ext cx="0" cy="0"/>
          <a:chOff x="0" y="0"/>
          <a:chExt cx="0" cy="0"/>
        </a:xfrm>
      </p:grpSpPr>
      <p:sp>
        <p:nvSpPr>
          <p:cNvPr id="2435" name="Google Shape;2435;p3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6" name="Google Shape;2436;p3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2" name="Shape 2442"/>
        <p:cNvGrpSpPr/>
        <p:nvPr/>
      </p:nvGrpSpPr>
      <p:grpSpPr>
        <a:xfrm>
          <a:off x="0" y="0"/>
          <a:ext cx="0" cy="0"/>
          <a:chOff x="0" y="0"/>
          <a:chExt cx="0" cy="0"/>
        </a:xfrm>
      </p:grpSpPr>
      <p:sp>
        <p:nvSpPr>
          <p:cNvPr id="2443" name="Google Shape;2443;p3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4" name="Google Shape;2444;p3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0" name="Shape 2450"/>
        <p:cNvGrpSpPr/>
        <p:nvPr/>
      </p:nvGrpSpPr>
      <p:grpSpPr>
        <a:xfrm>
          <a:off x="0" y="0"/>
          <a:ext cx="0" cy="0"/>
          <a:chOff x="0" y="0"/>
          <a:chExt cx="0" cy="0"/>
        </a:xfrm>
      </p:grpSpPr>
      <p:sp>
        <p:nvSpPr>
          <p:cNvPr id="2451" name="Google Shape;2451;p3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2" name="Google Shape;2452;p3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8" name="Shape 2458"/>
        <p:cNvGrpSpPr/>
        <p:nvPr/>
      </p:nvGrpSpPr>
      <p:grpSpPr>
        <a:xfrm>
          <a:off x="0" y="0"/>
          <a:ext cx="0" cy="0"/>
          <a:chOff x="0" y="0"/>
          <a:chExt cx="0" cy="0"/>
        </a:xfrm>
      </p:grpSpPr>
      <p:sp>
        <p:nvSpPr>
          <p:cNvPr id="2459" name="Google Shape;2459;p3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0" name="Google Shape;2460;p3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5" name="Shape 2465"/>
        <p:cNvGrpSpPr/>
        <p:nvPr/>
      </p:nvGrpSpPr>
      <p:grpSpPr>
        <a:xfrm>
          <a:off x="0" y="0"/>
          <a:ext cx="0" cy="0"/>
          <a:chOff x="0" y="0"/>
          <a:chExt cx="0" cy="0"/>
        </a:xfrm>
      </p:grpSpPr>
      <p:sp>
        <p:nvSpPr>
          <p:cNvPr id="2466" name="Google Shape;2466;p3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7" name="Google Shape;2467;p3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2" name="Shape 2472"/>
        <p:cNvGrpSpPr/>
        <p:nvPr/>
      </p:nvGrpSpPr>
      <p:grpSpPr>
        <a:xfrm>
          <a:off x="0" y="0"/>
          <a:ext cx="0" cy="0"/>
          <a:chOff x="0" y="0"/>
          <a:chExt cx="0" cy="0"/>
        </a:xfrm>
      </p:grpSpPr>
      <p:sp>
        <p:nvSpPr>
          <p:cNvPr id="2473" name="Google Shape;2473;p3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4" name="Google Shape;2474;p3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3" name="Shape 2483"/>
        <p:cNvGrpSpPr/>
        <p:nvPr/>
      </p:nvGrpSpPr>
      <p:grpSpPr>
        <a:xfrm>
          <a:off x="0" y="0"/>
          <a:ext cx="0" cy="0"/>
          <a:chOff x="0" y="0"/>
          <a:chExt cx="0" cy="0"/>
        </a:xfrm>
      </p:grpSpPr>
      <p:sp>
        <p:nvSpPr>
          <p:cNvPr id="2484" name="Google Shape;2484;p3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5" name="Google Shape;2485;p3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2" name="Shape 2492"/>
        <p:cNvGrpSpPr/>
        <p:nvPr/>
      </p:nvGrpSpPr>
      <p:grpSpPr>
        <a:xfrm>
          <a:off x="0" y="0"/>
          <a:ext cx="0" cy="0"/>
          <a:chOff x="0" y="0"/>
          <a:chExt cx="0" cy="0"/>
        </a:xfrm>
      </p:grpSpPr>
      <p:sp>
        <p:nvSpPr>
          <p:cNvPr id="2493" name="Google Shape;2493;p3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4" name="Google Shape;2494;p3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0" name="Shape 2500"/>
        <p:cNvGrpSpPr/>
        <p:nvPr/>
      </p:nvGrpSpPr>
      <p:grpSpPr>
        <a:xfrm>
          <a:off x="0" y="0"/>
          <a:ext cx="0" cy="0"/>
          <a:chOff x="0" y="0"/>
          <a:chExt cx="0" cy="0"/>
        </a:xfrm>
      </p:grpSpPr>
      <p:sp>
        <p:nvSpPr>
          <p:cNvPr id="2501" name="Google Shape;2501;p3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2" name="Google Shape;2502;p3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8" name="Shape 2508"/>
        <p:cNvGrpSpPr/>
        <p:nvPr/>
      </p:nvGrpSpPr>
      <p:grpSpPr>
        <a:xfrm>
          <a:off x="0" y="0"/>
          <a:ext cx="0" cy="0"/>
          <a:chOff x="0" y="0"/>
          <a:chExt cx="0" cy="0"/>
        </a:xfrm>
      </p:grpSpPr>
      <p:sp>
        <p:nvSpPr>
          <p:cNvPr id="2509" name="Google Shape;2509;p3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0" name="Google Shape;2510;p3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6" name="Shape 2516"/>
        <p:cNvGrpSpPr/>
        <p:nvPr/>
      </p:nvGrpSpPr>
      <p:grpSpPr>
        <a:xfrm>
          <a:off x="0" y="0"/>
          <a:ext cx="0" cy="0"/>
          <a:chOff x="0" y="0"/>
          <a:chExt cx="0" cy="0"/>
        </a:xfrm>
      </p:grpSpPr>
      <p:sp>
        <p:nvSpPr>
          <p:cNvPr id="2517" name="Google Shape;2517;p3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8" name="Google Shape;2518;p3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4" name="Shape 2524"/>
        <p:cNvGrpSpPr/>
        <p:nvPr/>
      </p:nvGrpSpPr>
      <p:grpSpPr>
        <a:xfrm>
          <a:off x="0" y="0"/>
          <a:ext cx="0" cy="0"/>
          <a:chOff x="0" y="0"/>
          <a:chExt cx="0" cy="0"/>
        </a:xfrm>
      </p:grpSpPr>
      <p:sp>
        <p:nvSpPr>
          <p:cNvPr id="2525" name="Google Shape;2525;p3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526" name="Google Shape;2526;p3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7" name="Google Shape;2527;p3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4" name="Shape 2534"/>
        <p:cNvGrpSpPr/>
        <p:nvPr/>
      </p:nvGrpSpPr>
      <p:grpSpPr>
        <a:xfrm>
          <a:off x="0" y="0"/>
          <a:ext cx="0" cy="0"/>
          <a:chOff x="0" y="0"/>
          <a:chExt cx="0" cy="0"/>
        </a:xfrm>
      </p:grpSpPr>
      <p:sp>
        <p:nvSpPr>
          <p:cNvPr id="2535" name="Google Shape;2535;p3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536" name="Google Shape;2536;p3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7" name="Google Shape;2537;p3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4" name="Shape 2544"/>
        <p:cNvGrpSpPr/>
        <p:nvPr/>
      </p:nvGrpSpPr>
      <p:grpSpPr>
        <a:xfrm>
          <a:off x="0" y="0"/>
          <a:ext cx="0" cy="0"/>
          <a:chOff x="0" y="0"/>
          <a:chExt cx="0" cy="0"/>
        </a:xfrm>
      </p:grpSpPr>
      <p:sp>
        <p:nvSpPr>
          <p:cNvPr id="2545" name="Google Shape;2545;p3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6" name="Google Shape;2546;p3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2" name="Shape 2552"/>
        <p:cNvGrpSpPr/>
        <p:nvPr/>
      </p:nvGrpSpPr>
      <p:grpSpPr>
        <a:xfrm>
          <a:off x="0" y="0"/>
          <a:ext cx="0" cy="0"/>
          <a:chOff x="0" y="0"/>
          <a:chExt cx="0" cy="0"/>
        </a:xfrm>
      </p:grpSpPr>
      <p:sp>
        <p:nvSpPr>
          <p:cNvPr id="2553" name="Google Shape;2553;p3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4" name="Google Shape;2554;p3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0" name="Shape 2560"/>
        <p:cNvGrpSpPr/>
        <p:nvPr/>
      </p:nvGrpSpPr>
      <p:grpSpPr>
        <a:xfrm>
          <a:off x="0" y="0"/>
          <a:ext cx="0" cy="0"/>
          <a:chOff x="0" y="0"/>
          <a:chExt cx="0" cy="0"/>
        </a:xfrm>
      </p:grpSpPr>
      <p:sp>
        <p:nvSpPr>
          <p:cNvPr id="2561" name="Google Shape;2561;p3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2" name="Google Shape;2562;p3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8" name="Shape 2568"/>
        <p:cNvGrpSpPr/>
        <p:nvPr/>
      </p:nvGrpSpPr>
      <p:grpSpPr>
        <a:xfrm>
          <a:off x="0" y="0"/>
          <a:ext cx="0" cy="0"/>
          <a:chOff x="0" y="0"/>
          <a:chExt cx="0" cy="0"/>
        </a:xfrm>
      </p:grpSpPr>
      <p:sp>
        <p:nvSpPr>
          <p:cNvPr id="2569" name="Google Shape;2569;p3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0" name="Google Shape;2570;p3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5" name="Shape 2575"/>
        <p:cNvGrpSpPr/>
        <p:nvPr/>
      </p:nvGrpSpPr>
      <p:grpSpPr>
        <a:xfrm>
          <a:off x="0" y="0"/>
          <a:ext cx="0" cy="0"/>
          <a:chOff x="0" y="0"/>
          <a:chExt cx="0" cy="0"/>
        </a:xfrm>
      </p:grpSpPr>
      <p:sp>
        <p:nvSpPr>
          <p:cNvPr id="2576" name="Google Shape;2576;p3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7" name="Google Shape;2577;p3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3" name="Shape 2583"/>
        <p:cNvGrpSpPr/>
        <p:nvPr/>
      </p:nvGrpSpPr>
      <p:grpSpPr>
        <a:xfrm>
          <a:off x="0" y="0"/>
          <a:ext cx="0" cy="0"/>
          <a:chOff x="0" y="0"/>
          <a:chExt cx="0" cy="0"/>
        </a:xfrm>
      </p:grpSpPr>
      <p:sp>
        <p:nvSpPr>
          <p:cNvPr id="2584" name="Google Shape;2584;p3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5" name="Google Shape;2585;p3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1" name="Shape 2591"/>
        <p:cNvGrpSpPr/>
        <p:nvPr/>
      </p:nvGrpSpPr>
      <p:grpSpPr>
        <a:xfrm>
          <a:off x="0" y="0"/>
          <a:ext cx="0" cy="0"/>
          <a:chOff x="0" y="0"/>
          <a:chExt cx="0" cy="0"/>
        </a:xfrm>
      </p:grpSpPr>
      <p:sp>
        <p:nvSpPr>
          <p:cNvPr id="2592" name="Google Shape;2592;p3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3" name="Google Shape;2593;p3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9" name="Shape 2599"/>
        <p:cNvGrpSpPr/>
        <p:nvPr/>
      </p:nvGrpSpPr>
      <p:grpSpPr>
        <a:xfrm>
          <a:off x="0" y="0"/>
          <a:ext cx="0" cy="0"/>
          <a:chOff x="0" y="0"/>
          <a:chExt cx="0" cy="0"/>
        </a:xfrm>
      </p:grpSpPr>
      <p:sp>
        <p:nvSpPr>
          <p:cNvPr id="2600" name="Google Shape;2600;p3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1" name="Google Shape;2601;p3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7" name="Shape 2607"/>
        <p:cNvGrpSpPr/>
        <p:nvPr/>
      </p:nvGrpSpPr>
      <p:grpSpPr>
        <a:xfrm>
          <a:off x="0" y="0"/>
          <a:ext cx="0" cy="0"/>
          <a:chOff x="0" y="0"/>
          <a:chExt cx="0" cy="0"/>
        </a:xfrm>
      </p:grpSpPr>
      <p:sp>
        <p:nvSpPr>
          <p:cNvPr id="2608" name="Google Shape;2608;p3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9" name="Google Shape;2609;p3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4" name="Shape 2614"/>
        <p:cNvGrpSpPr/>
        <p:nvPr/>
      </p:nvGrpSpPr>
      <p:grpSpPr>
        <a:xfrm>
          <a:off x="0" y="0"/>
          <a:ext cx="0" cy="0"/>
          <a:chOff x="0" y="0"/>
          <a:chExt cx="0" cy="0"/>
        </a:xfrm>
      </p:grpSpPr>
      <p:sp>
        <p:nvSpPr>
          <p:cNvPr id="2615" name="Google Shape;2615;p3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6" name="Google Shape;2616;p3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2" name="Shape 2622"/>
        <p:cNvGrpSpPr/>
        <p:nvPr/>
      </p:nvGrpSpPr>
      <p:grpSpPr>
        <a:xfrm>
          <a:off x="0" y="0"/>
          <a:ext cx="0" cy="0"/>
          <a:chOff x="0" y="0"/>
          <a:chExt cx="0" cy="0"/>
        </a:xfrm>
      </p:grpSpPr>
      <p:sp>
        <p:nvSpPr>
          <p:cNvPr id="2623" name="Google Shape;2623;p3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624" name="Google Shape;2624;p3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5" name="Google Shape;2625;p3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3" name="Shape 2633"/>
        <p:cNvGrpSpPr/>
        <p:nvPr/>
      </p:nvGrpSpPr>
      <p:grpSpPr>
        <a:xfrm>
          <a:off x="0" y="0"/>
          <a:ext cx="0" cy="0"/>
          <a:chOff x="0" y="0"/>
          <a:chExt cx="0" cy="0"/>
        </a:xfrm>
      </p:grpSpPr>
      <p:sp>
        <p:nvSpPr>
          <p:cNvPr id="2634" name="Google Shape;2634;p3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5" name="Google Shape;2635;p3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1" name="Shape 2641"/>
        <p:cNvGrpSpPr/>
        <p:nvPr/>
      </p:nvGrpSpPr>
      <p:grpSpPr>
        <a:xfrm>
          <a:off x="0" y="0"/>
          <a:ext cx="0" cy="0"/>
          <a:chOff x="0" y="0"/>
          <a:chExt cx="0" cy="0"/>
        </a:xfrm>
      </p:grpSpPr>
      <p:sp>
        <p:nvSpPr>
          <p:cNvPr id="2642" name="Google Shape;2642;p3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3" name="Google Shape;2643;p3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9" name="Shape 2649"/>
        <p:cNvGrpSpPr/>
        <p:nvPr/>
      </p:nvGrpSpPr>
      <p:grpSpPr>
        <a:xfrm>
          <a:off x="0" y="0"/>
          <a:ext cx="0" cy="0"/>
          <a:chOff x="0" y="0"/>
          <a:chExt cx="0" cy="0"/>
        </a:xfrm>
      </p:grpSpPr>
      <p:sp>
        <p:nvSpPr>
          <p:cNvPr id="2650" name="Google Shape;2650;p3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651" name="Google Shape;2651;p3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2" name="Google Shape;2652;p3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9" name="Shape 2659"/>
        <p:cNvGrpSpPr/>
        <p:nvPr/>
      </p:nvGrpSpPr>
      <p:grpSpPr>
        <a:xfrm>
          <a:off x="0" y="0"/>
          <a:ext cx="0" cy="0"/>
          <a:chOff x="0" y="0"/>
          <a:chExt cx="0" cy="0"/>
        </a:xfrm>
      </p:grpSpPr>
      <p:sp>
        <p:nvSpPr>
          <p:cNvPr id="2660" name="Google Shape;2660;p3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1" name="Google Shape;2661;p3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7" name="Shape 2667"/>
        <p:cNvGrpSpPr/>
        <p:nvPr/>
      </p:nvGrpSpPr>
      <p:grpSpPr>
        <a:xfrm>
          <a:off x="0" y="0"/>
          <a:ext cx="0" cy="0"/>
          <a:chOff x="0" y="0"/>
          <a:chExt cx="0" cy="0"/>
        </a:xfrm>
      </p:grpSpPr>
      <p:sp>
        <p:nvSpPr>
          <p:cNvPr id="2668" name="Google Shape;2668;p3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669" name="Google Shape;2669;p3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0" name="Google Shape;2670;p3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7" name="Shape 2677"/>
        <p:cNvGrpSpPr/>
        <p:nvPr/>
      </p:nvGrpSpPr>
      <p:grpSpPr>
        <a:xfrm>
          <a:off x="0" y="0"/>
          <a:ext cx="0" cy="0"/>
          <a:chOff x="0" y="0"/>
          <a:chExt cx="0" cy="0"/>
        </a:xfrm>
      </p:grpSpPr>
      <p:sp>
        <p:nvSpPr>
          <p:cNvPr id="2678" name="Google Shape;2678;p3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679" name="Google Shape;2679;p3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0" name="Google Shape;2680;p3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7" name="Shape 2687"/>
        <p:cNvGrpSpPr/>
        <p:nvPr/>
      </p:nvGrpSpPr>
      <p:grpSpPr>
        <a:xfrm>
          <a:off x="0" y="0"/>
          <a:ext cx="0" cy="0"/>
          <a:chOff x="0" y="0"/>
          <a:chExt cx="0" cy="0"/>
        </a:xfrm>
      </p:grpSpPr>
      <p:sp>
        <p:nvSpPr>
          <p:cNvPr id="2688" name="Google Shape;2688;p3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9" name="Google Shape;2689;p3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5" name="Shape 2695"/>
        <p:cNvGrpSpPr/>
        <p:nvPr/>
      </p:nvGrpSpPr>
      <p:grpSpPr>
        <a:xfrm>
          <a:off x="0" y="0"/>
          <a:ext cx="0" cy="0"/>
          <a:chOff x="0" y="0"/>
          <a:chExt cx="0" cy="0"/>
        </a:xfrm>
      </p:grpSpPr>
      <p:sp>
        <p:nvSpPr>
          <p:cNvPr id="2696" name="Google Shape;2696;p3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7" name="Google Shape;2697;p3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3" name="Shape 2703"/>
        <p:cNvGrpSpPr/>
        <p:nvPr/>
      </p:nvGrpSpPr>
      <p:grpSpPr>
        <a:xfrm>
          <a:off x="0" y="0"/>
          <a:ext cx="0" cy="0"/>
          <a:chOff x="0" y="0"/>
          <a:chExt cx="0" cy="0"/>
        </a:xfrm>
      </p:grpSpPr>
      <p:sp>
        <p:nvSpPr>
          <p:cNvPr id="2704" name="Google Shape;2704;p3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5" name="Google Shape;2705;p3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1" name="Shape 2711"/>
        <p:cNvGrpSpPr/>
        <p:nvPr/>
      </p:nvGrpSpPr>
      <p:grpSpPr>
        <a:xfrm>
          <a:off x="0" y="0"/>
          <a:ext cx="0" cy="0"/>
          <a:chOff x="0" y="0"/>
          <a:chExt cx="0" cy="0"/>
        </a:xfrm>
      </p:grpSpPr>
      <p:sp>
        <p:nvSpPr>
          <p:cNvPr id="2712" name="Google Shape;2712;p3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3" name="Google Shape;2713;p3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9" name="Shape 2719"/>
        <p:cNvGrpSpPr/>
        <p:nvPr/>
      </p:nvGrpSpPr>
      <p:grpSpPr>
        <a:xfrm>
          <a:off x="0" y="0"/>
          <a:ext cx="0" cy="0"/>
          <a:chOff x="0" y="0"/>
          <a:chExt cx="0" cy="0"/>
        </a:xfrm>
      </p:grpSpPr>
      <p:sp>
        <p:nvSpPr>
          <p:cNvPr id="2720" name="Google Shape;2720;p3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1" name="Google Shape;2721;p3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7" name="Shape 2727"/>
        <p:cNvGrpSpPr/>
        <p:nvPr/>
      </p:nvGrpSpPr>
      <p:grpSpPr>
        <a:xfrm>
          <a:off x="0" y="0"/>
          <a:ext cx="0" cy="0"/>
          <a:chOff x="0" y="0"/>
          <a:chExt cx="0" cy="0"/>
        </a:xfrm>
      </p:grpSpPr>
      <p:sp>
        <p:nvSpPr>
          <p:cNvPr id="2728" name="Google Shape;2728;p3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9" name="Google Shape;2729;p3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5" name="Shape 2735"/>
        <p:cNvGrpSpPr/>
        <p:nvPr/>
      </p:nvGrpSpPr>
      <p:grpSpPr>
        <a:xfrm>
          <a:off x="0" y="0"/>
          <a:ext cx="0" cy="0"/>
          <a:chOff x="0" y="0"/>
          <a:chExt cx="0" cy="0"/>
        </a:xfrm>
      </p:grpSpPr>
      <p:sp>
        <p:nvSpPr>
          <p:cNvPr id="2736" name="Google Shape;2736;p3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737" name="Google Shape;2737;p3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8" name="Google Shape;2738;p3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5" name="Shape 2745"/>
        <p:cNvGrpSpPr/>
        <p:nvPr/>
      </p:nvGrpSpPr>
      <p:grpSpPr>
        <a:xfrm>
          <a:off x="0" y="0"/>
          <a:ext cx="0" cy="0"/>
          <a:chOff x="0" y="0"/>
          <a:chExt cx="0" cy="0"/>
        </a:xfrm>
      </p:grpSpPr>
      <p:sp>
        <p:nvSpPr>
          <p:cNvPr id="2746" name="Google Shape;2746;p3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747" name="Google Shape;2747;p3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8" name="Google Shape;2748;p3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5" name="Shape 2755"/>
        <p:cNvGrpSpPr/>
        <p:nvPr/>
      </p:nvGrpSpPr>
      <p:grpSpPr>
        <a:xfrm>
          <a:off x="0" y="0"/>
          <a:ext cx="0" cy="0"/>
          <a:chOff x="0" y="0"/>
          <a:chExt cx="0" cy="0"/>
        </a:xfrm>
      </p:grpSpPr>
      <p:sp>
        <p:nvSpPr>
          <p:cNvPr id="2756" name="Google Shape;2756;p3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7" name="Google Shape;2757;p3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4" name="Shape 2764"/>
        <p:cNvGrpSpPr/>
        <p:nvPr/>
      </p:nvGrpSpPr>
      <p:grpSpPr>
        <a:xfrm>
          <a:off x="0" y="0"/>
          <a:ext cx="0" cy="0"/>
          <a:chOff x="0" y="0"/>
          <a:chExt cx="0" cy="0"/>
        </a:xfrm>
      </p:grpSpPr>
      <p:sp>
        <p:nvSpPr>
          <p:cNvPr id="2765" name="Google Shape;2765;p3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6" name="Google Shape;2766;p3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2" name="Shape 2772"/>
        <p:cNvGrpSpPr/>
        <p:nvPr/>
      </p:nvGrpSpPr>
      <p:grpSpPr>
        <a:xfrm>
          <a:off x="0" y="0"/>
          <a:ext cx="0" cy="0"/>
          <a:chOff x="0" y="0"/>
          <a:chExt cx="0" cy="0"/>
        </a:xfrm>
      </p:grpSpPr>
      <p:sp>
        <p:nvSpPr>
          <p:cNvPr id="2773" name="Google Shape;2773;p3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4" name="Google Shape;2774;p3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0" name="Shape 2780"/>
        <p:cNvGrpSpPr/>
        <p:nvPr/>
      </p:nvGrpSpPr>
      <p:grpSpPr>
        <a:xfrm>
          <a:off x="0" y="0"/>
          <a:ext cx="0" cy="0"/>
          <a:chOff x="0" y="0"/>
          <a:chExt cx="0" cy="0"/>
        </a:xfrm>
      </p:grpSpPr>
      <p:sp>
        <p:nvSpPr>
          <p:cNvPr id="2781" name="Google Shape;2781;p3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2" name="Google Shape;2782;p3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8" name="Shape 2788"/>
        <p:cNvGrpSpPr/>
        <p:nvPr/>
      </p:nvGrpSpPr>
      <p:grpSpPr>
        <a:xfrm>
          <a:off x="0" y="0"/>
          <a:ext cx="0" cy="0"/>
          <a:chOff x="0" y="0"/>
          <a:chExt cx="0" cy="0"/>
        </a:xfrm>
      </p:grpSpPr>
      <p:sp>
        <p:nvSpPr>
          <p:cNvPr id="2789" name="Google Shape;2789;p3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790" name="Google Shape;2790;p3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1" name="Google Shape;2791;p3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8" name="Shape 2798"/>
        <p:cNvGrpSpPr/>
        <p:nvPr/>
      </p:nvGrpSpPr>
      <p:grpSpPr>
        <a:xfrm>
          <a:off x="0" y="0"/>
          <a:ext cx="0" cy="0"/>
          <a:chOff x="0" y="0"/>
          <a:chExt cx="0" cy="0"/>
        </a:xfrm>
      </p:grpSpPr>
      <p:sp>
        <p:nvSpPr>
          <p:cNvPr id="2799" name="Google Shape;2799;p3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0" name="Google Shape;2800;p3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6" name="Shape 2806"/>
        <p:cNvGrpSpPr/>
        <p:nvPr/>
      </p:nvGrpSpPr>
      <p:grpSpPr>
        <a:xfrm>
          <a:off x="0" y="0"/>
          <a:ext cx="0" cy="0"/>
          <a:chOff x="0" y="0"/>
          <a:chExt cx="0" cy="0"/>
        </a:xfrm>
      </p:grpSpPr>
      <p:sp>
        <p:nvSpPr>
          <p:cNvPr id="2807" name="Google Shape;2807;p3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8" name="Google Shape;2808;p3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3" name="Shape 2813"/>
        <p:cNvGrpSpPr/>
        <p:nvPr/>
      </p:nvGrpSpPr>
      <p:grpSpPr>
        <a:xfrm>
          <a:off x="0" y="0"/>
          <a:ext cx="0" cy="0"/>
          <a:chOff x="0" y="0"/>
          <a:chExt cx="0" cy="0"/>
        </a:xfrm>
      </p:grpSpPr>
      <p:sp>
        <p:nvSpPr>
          <p:cNvPr id="2814" name="Google Shape;2814;p3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815" name="Google Shape;2815;p3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6" name="Google Shape;2816;p3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3" name="Shape 2823"/>
        <p:cNvGrpSpPr/>
        <p:nvPr/>
      </p:nvGrpSpPr>
      <p:grpSpPr>
        <a:xfrm>
          <a:off x="0" y="0"/>
          <a:ext cx="0" cy="0"/>
          <a:chOff x="0" y="0"/>
          <a:chExt cx="0" cy="0"/>
        </a:xfrm>
      </p:grpSpPr>
      <p:sp>
        <p:nvSpPr>
          <p:cNvPr id="2824" name="Google Shape;2824;p3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5" name="Google Shape;2825;p3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0" name="Shape 2830"/>
        <p:cNvGrpSpPr/>
        <p:nvPr/>
      </p:nvGrpSpPr>
      <p:grpSpPr>
        <a:xfrm>
          <a:off x="0" y="0"/>
          <a:ext cx="0" cy="0"/>
          <a:chOff x="0" y="0"/>
          <a:chExt cx="0" cy="0"/>
        </a:xfrm>
      </p:grpSpPr>
      <p:sp>
        <p:nvSpPr>
          <p:cNvPr id="2831" name="Google Shape;2831;p3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MX"/>
              <a:t>‹#›</a:t>
            </a:fld>
            <a:endParaRPr/>
          </a:p>
        </p:txBody>
      </p:sp>
      <p:sp>
        <p:nvSpPr>
          <p:cNvPr id="2832" name="Google Shape;2832;p3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3" name="Google Shape;2833;p3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0" name="Shape 2840"/>
        <p:cNvGrpSpPr/>
        <p:nvPr/>
      </p:nvGrpSpPr>
      <p:grpSpPr>
        <a:xfrm>
          <a:off x="0" y="0"/>
          <a:ext cx="0" cy="0"/>
          <a:chOff x="0" y="0"/>
          <a:chExt cx="0" cy="0"/>
        </a:xfrm>
      </p:grpSpPr>
      <p:sp>
        <p:nvSpPr>
          <p:cNvPr id="2841" name="Google Shape;2841;p3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2" name="Google Shape;2842;p3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8" name="Shape 2848"/>
        <p:cNvGrpSpPr/>
        <p:nvPr/>
      </p:nvGrpSpPr>
      <p:grpSpPr>
        <a:xfrm>
          <a:off x="0" y="0"/>
          <a:ext cx="0" cy="0"/>
          <a:chOff x="0" y="0"/>
          <a:chExt cx="0" cy="0"/>
        </a:xfrm>
      </p:grpSpPr>
      <p:sp>
        <p:nvSpPr>
          <p:cNvPr id="2849" name="Google Shape;2849;p3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0" name="Google Shape;2850;p3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7" name="Shape 2857"/>
        <p:cNvGrpSpPr/>
        <p:nvPr/>
      </p:nvGrpSpPr>
      <p:grpSpPr>
        <a:xfrm>
          <a:off x="0" y="0"/>
          <a:ext cx="0" cy="0"/>
          <a:chOff x="0" y="0"/>
          <a:chExt cx="0" cy="0"/>
        </a:xfrm>
      </p:grpSpPr>
      <p:sp>
        <p:nvSpPr>
          <p:cNvPr id="2858" name="Google Shape;2858;p3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9" name="Google Shape;2859;p3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5" name="Shape 2865"/>
        <p:cNvGrpSpPr/>
        <p:nvPr/>
      </p:nvGrpSpPr>
      <p:grpSpPr>
        <a:xfrm>
          <a:off x="0" y="0"/>
          <a:ext cx="0" cy="0"/>
          <a:chOff x="0" y="0"/>
          <a:chExt cx="0" cy="0"/>
        </a:xfrm>
      </p:grpSpPr>
      <p:sp>
        <p:nvSpPr>
          <p:cNvPr id="2866" name="Google Shape;2866;p3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7" name="Google Shape;2867;p3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2" name="Shape 2872"/>
        <p:cNvGrpSpPr/>
        <p:nvPr/>
      </p:nvGrpSpPr>
      <p:grpSpPr>
        <a:xfrm>
          <a:off x="0" y="0"/>
          <a:ext cx="0" cy="0"/>
          <a:chOff x="0" y="0"/>
          <a:chExt cx="0" cy="0"/>
        </a:xfrm>
      </p:grpSpPr>
      <p:sp>
        <p:nvSpPr>
          <p:cNvPr id="2873" name="Google Shape;2873;p3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4" name="Google Shape;2874;p3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0" name="Shape 2880"/>
        <p:cNvGrpSpPr/>
        <p:nvPr/>
      </p:nvGrpSpPr>
      <p:grpSpPr>
        <a:xfrm>
          <a:off x="0" y="0"/>
          <a:ext cx="0" cy="0"/>
          <a:chOff x="0" y="0"/>
          <a:chExt cx="0" cy="0"/>
        </a:xfrm>
      </p:grpSpPr>
      <p:sp>
        <p:nvSpPr>
          <p:cNvPr id="2881" name="Google Shape;2881;p3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2" name="Google Shape;2882;p3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8" name="Shape 2888"/>
        <p:cNvGrpSpPr/>
        <p:nvPr/>
      </p:nvGrpSpPr>
      <p:grpSpPr>
        <a:xfrm>
          <a:off x="0" y="0"/>
          <a:ext cx="0" cy="0"/>
          <a:chOff x="0" y="0"/>
          <a:chExt cx="0" cy="0"/>
        </a:xfrm>
      </p:grpSpPr>
      <p:sp>
        <p:nvSpPr>
          <p:cNvPr id="2889" name="Google Shape;2889;p3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0" name="Google Shape;2890;p3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6" name="Shape 2896"/>
        <p:cNvGrpSpPr/>
        <p:nvPr/>
      </p:nvGrpSpPr>
      <p:grpSpPr>
        <a:xfrm>
          <a:off x="0" y="0"/>
          <a:ext cx="0" cy="0"/>
          <a:chOff x="0" y="0"/>
          <a:chExt cx="0" cy="0"/>
        </a:xfrm>
      </p:grpSpPr>
      <p:sp>
        <p:nvSpPr>
          <p:cNvPr id="2897" name="Google Shape;2897;p3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8" name="Google Shape;2898;p3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4" name="Shape 2904"/>
        <p:cNvGrpSpPr/>
        <p:nvPr/>
      </p:nvGrpSpPr>
      <p:grpSpPr>
        <a:xfrm>
          <a:off x="0" y="0"/>
          <a:ext cx="0" cy="0"/>
          <a:chOff x="0" y="0"/>
          <a:chExt cx="0" cy="0"/>
        </a:xfrm>
      </p:grpSpPr>
      <p:sp>
        <p:nvSpPr>
          <p:cNvPr id="2905" name="Google Shape;2905;p3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6" name="Google Shape;2906;p3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2" name="Shape 2912"/>
        <p:cNvGrpSpPr/>
        <p:nvPr/>
      </p:nvGrpSpPr>
      <p:grpSpPr>
        <a:xfrm>
          <a:off x="0" y="0"/>
          <a:ext cx="0" cy="0"/>
          <a:chOff x="0" y="0"/>
          <a:chExt cx="0" cy="0"/>
        </a:xfrm>
      </p:grpSpPr>
      <p:sp>
        <p:nvSpPr>
          <p:cNvPr id="2913" name="Google Shape;2913;p3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4" name="Google Shape;2914;p3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0" name="Shape 2920"/>
        <p:cNvGrpSpPr/>
        <p:nvPr/>
      </p:nvGrpSpPr>
      <p:grpSpPr>
        <a:xfrm>
          <a:off x="0" y="0"/>
          <a:ext cx="0" cy="0"/>
          <a:chOff x="0" y="0"/>
          <a:chExt cx="0" cy="0"/>
        </a:xfrm>
      </p:grpSpPr>
      <p:sp>
        <p:nvSpPr>
          <p:cNvPr id="2921" name="Google Shape;2921;p3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2" name="Google Shape;2922;p3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8" name="Shape 2928"/>
        <p:cNvGrpSpPr/>
        <p:nvPr/>
      </p:nvGrpSpPr>
      <p:grpSpPr>
        <a:xfrm>
          <a:off x="0" y="0"/>
          <a:ext cx="0" cy="0"/>
          <a:chOff x="0" y="0"/>
          <a:chExt cx="0" cy="0"/>
        </a:xfrm>
      </p:grpSpPr>
      <p:sp>
        <p:nvSpPr>
          <p:cNvPr id="2929" name="Google Shape;2929;p3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0" name="Google Shape;2930;p3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6" name="Shape 2936"/>
        <p:cNvGrpSpPr/>
        <p:nvPr/>
      </p:nvGrpSpPr>
      <p:grpSpPr>
        <a:xfrm>
          <a:off x="0" y="0"/>
          <a:ext cx="0" cy="0"/>
          <a:chOff x="0" y="0"/>
          <a:chExt cx="0" cy="0"/>
        </a:xfrm>
      </p:grpSpPr>
      <p:sp>
        <p:nvSpPr>
          <p:cNvPr id="2937" name="Google Shape;2937;p3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8" name="Google Shape;2938;p3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4" name="Shape 2944"/>
        <p:cNvGrpSpPr/>
        <p:nvPr/>
      </p:nvGrpSpPr>
      <p:grpSpPr>
        <a:xfrm>
          <a:off x="0" y="0"/>
          <a:ext cx="0" cy="0"/>
          <a:chOff x="0" y="0"/>
          <a:chExt cx="0" cy="0"/>
        </a:xfrm>
      </p:grpSpPr>
      <p:sp>
        <p:nvSpPr>
          <p:cNvPr id="2945" name="Google Shape;2945;p3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6" name="Google Shape;2946;p3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2" name="Shape 2952"/>
        <p:cNvGrpSpPr/>
        <p:nvPr/>
      </p:nvGrpSpPr>
      <p:grpSpPr>
        <a:xfrm>
          <a:off x="0" y="0"/>
          <a:ext cx="0" cy="0"/>
          <a:chOff x="0" y="0"/>
          <a:chExt cx="0" cy="0"/>
        </a:xfrm>
      </p:grpSpPr>
      <p:sp>
        <p:nvSpPr>
          <p:cNvPr id="2953" name="Google Shape;2953;p3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4" name="Google Shape;2954;p3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0" name="Shape 2960"/>
        <p:cNvGrpSpPr/>
        <p:nvPr/>
      </p:nvGrpSpPr>
      <p:grpSpPr>
        <a:xfrm>
          <a:off x="0" y="0"/>
          <a:ext cx="0" cy="0"/>
          <a:chOff x="0" y="0"/>
          <a:chExt cx="0" cy="0"/>
        </a:xfrm>
      </p:grpSpPr>
      <p:sp>
        <p:nvSpPr>
          <p:cNvPr id="2961" name="Google Shape;2961;p3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2" name="Google Shape;2962;p3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8" name="Shape 2968"/>
        <p:cNvGrpSpPr/>
        <p:nvPr/>
      </p:nvGrpSpPr>
      <p:grpSpPr>
        <a:xfrm>
          <a:off x="0" y="0"/>
          <a:ext cx="0" cy="0"/>
          <a:chOff x="0" y="0"/>
          <a:chExt cx="0" cy="0"/>
        </a:xfrm>
      </p:grpSpPr>
      <p:sp>
        <p:nvSpPr>
          <p:cNvPr id="2969" name="Google Shape;2969;p3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0" name="Google Shape;2970;p3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6" name="Shape 2976"/>
        <p:cNvGrpSpPr/>
        <p:nvPr/>
      </p:nvGrpSpPr>
      <p:grpSpPr>
        <a:xfrm>
          <a:off x="0" y="0"/>
          <a:ext cx="0" cy="0"/>
          <a:chOff x="0" y="0"/>
          <a:chExt cx="0" cy="0"/>
        </a:xfrm>
      </p:grpSpPr>
      <p:sp>
        <p:nvSpPr>
          <p:cNvPr id="2977" name="Google Shape;2977;p3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8" name="Google Shape;2978;p3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4" name="Shape 2984"/>
        <p:cNvGrpSpPr/>
        <p:nvPr/>
      </p:nvGrpSpPr>
      <p:grpSpPr>
        <a:xfrm>
          <a:off x="0" y="0"/>
          <a:ext cx="0" cy="0"/>
          <a:chOff x="0" y="0"/>
          <a:chExt cx="0" cy="0"/>
        </a:xfrm>
      </p:grpSpPr>
      <p:sp>
        <p:nvSpPr>
          <p:cNvPr id="2985" name="Google Shape;2985;p3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6" name="Google Shape;2986;p3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2" name="Shape 2992"/>
        <p:cNvGrpSpPr/>
        <p:nvPr/>
      </p:nvGrpSpPr>
      <p:grpSpPr>
        <a:xfrm>
          <a:off x="0" y="0"/>
          <a:ext cx="0" cy="0"/>
          <a:chOff x="0" y="0"/>
          <a:chExt cx="0" cy="0"/>
        </a:xfrm>
      </p:grpSpPr>
      <p:sp>
        <p:nvSpPr>
          <p:cNvPr id="2993" name="Google Shape;2993;p3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4" name="Google Shape;2994;p3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0" name="Shape 3000"/>
        <p:cNvGrpSpPr/>
        <p:nvPr/>
      </p:nvGrpSpPr>
      <p:grpSpPr>
        <a:xfrm>
          <a:off x="0" y="0"/>
          <a:ext cx="0" cy="0"/>
          <a:chOff x="0" y="0"/>
          <a:chExt cx="0" cy="0"/>
        </a:xfrm>
      </p:grpSpPr>
      <p:sp>
        <p:nvSpPr>
          <p:cNvPr id="3001" name="Google Shape;3001;p3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2" name="Google Shape;3002;p3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8" name="Shape 3008"/>
        <p:cNvGrpSpPr/>
        <p:nvPr/>
      </p:nvGrpSpPr>
      <p:grpSpPr>
        <a:xfrm>
          <a:off x="0" y="0"/>
          <a:ext cx="0" cy="0"/>
          <a:chOff x="0" y="0"/>
          <a:chExt cx="0" cy="0"/>
        </a:xfrm>
      </p:grpSpPr>
      <p:sp>
        <p:nvSpPr>
          <p:cNvPr id="3009" name="Google Shape;3009;p3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0" name="Google Shape;3010;p3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5" name="Shape 3015"/>
        <p:cNvGrpSpPr/>
        <p:nvPr/>
      </p:nvGrpSpPr>
      <p:grpSpPr>
        <a:xfrm>
          <a:off x="0" y="0"/>
          <a:ext cx="0" cy="0"/>
          <a:chOff x="0" y="0"/>
          <a:chExt cx="0" cy="0"/>
        </a:xfrm>
      </p:grpSpPr>
      <p:sp>
        <p:nvSpPr>
          <p:cNvPr id="3016" name="Google Shape;3016;p3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7" name="Google Shape;3017;p3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3" name="Shape 3023"/>
        <p:cNvGrpSpPr/>
        <p:nvPr/>
      </p:nvGrpSpPr>
      <p:grpSpPr>
        <a:xfrm>
          <a:off x="0" y="0"/>
          <a:ext cx="0" cy="0"/>
          <a:chOff x="0" y="0"/>
          <a:chExt cx="0" cy="0"/>
        </a:xfrm>
      </p:grpSpPr>
      <p:sp>
        <p:nvSpPr>
          <p:cNvPr id="3024" name="Google Shape;3024;p3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5" name="Google Shape;3025;p3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1" name="Shape 3031"/>
        <p:cNvGrpSpPr/>
        <p:nvPr/>
      </p:nvGrpSpPr>
      <p:grpSpPr>
        <a:xfrm>
          <a:off x="0" y="0"/>
          <a:ext cx="0" cy="0"/>
          <a:chOff x="0" y="0"/>
          <a:chExt cx="0" cy="0"/>
        </a:xfrm>
      </p:grpSpPr>
      <p:sp>
        <p:nvSpPr>
          <p:cNvPr id="3032" name="Google Shape;3032;p3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3" name="Google Shape;3033;p3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9" name="Shape 3039"/>
        <p:cNvGrpSpPr/>
        <p:nvPr/>
      </p:nvGrpSpPr>
      <p:grpSpPr>
        <a:xfrm>
          <a:off x="0" y="0"/>
          <a:ext cx="0" cy="0"/>
          <a:chOff x="0" y="0"/>
          <a:chExt cx="0" cy="0"/>
        </a:xfrm>
      </p:grpSpPr>
      <p:sp>
        <p:nvSpPr>
          <p:cNvPr id="3040" name="Google Shape;3040;p3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1" name="Google Shape;3041;p3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7" name="Shape 3047"/>
        <p:cNvGrpSpPr/>
        <p:nvPr/>
      </p:nvGrpSpPr>
      <p:grpSpPr>
        <a:xfrm>
          <a:off x="0" y="0"/>
          <a:ext cx="0" cy="0"/>
          <a:chOff x="0" y="0"/>
          <a:chExt cx="0" cy="0"/>
        </a:xfrm>
      </p:grpSpPr>
      <p:sp>
        <p:nvSpPr>
          <p:cNvPr id="3048" name="Google Shape;3048;p3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9" name="Google Shape;3049;p3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5" name="Shape 3055"/>
        <p:cNvGrpSpPr/>
        <p:nvPr/>
      </p:nvGrpSpPr>
      <p:grpSpPr>
        <a:xfrm>
          <a:off x="0" y="0"/>
          <a:ext cx="0" cy="0"/>
          <a:chOff x="0" y="0"/>
          <a:chExt cx="0" cy="0"/>
        </a:xfrm>
      </p:grpSpPr>
      <p:sp>
        <p:nvSpPr>
          <p:cNvPr id="3056" name="Google Shape;3056;p3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7" name="Google Shape;3057;p3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3" name="Shape 3063"/>
        <p:cNvGrpSpPr/>
        <p:nvPr/>
      </p:nvGrpSpPr>
      <p:grpSpPr>
        <a:xfrm>
          <a:off x="0" y="0"/>
          <a:ext cx="0" cy="0"/>
          <a:chOff x="0" y="0"/>
          <a:chExt cx="0" cy="0"/>
        </a:xfrm>
      </p:grpSpPr>
      <p:sp>
        <p:nvSpPr>
          <p:cNvPr id="3064" name="Google Shape;3064;p3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5" name="Google Shape;3065;p3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1" name="Shape 3071"/>
        <p:cNvGrpSpPr/>
        <p:nvPr/>
      </p:nvGrpSpPr>
      <p:grpSpPr>
        <a:xfrm>
          <a:off x="0" y="0"/>
          <a:ext cx="0" cy="0"/>
          <a:chOff x="0" y="0"/>
          <a:chExt cx="0" cy="0"/>
        </a:xfrm>
      </p:grpSpPr>
      <p:sp>
        <p:nvSpPr>
          <p:cNvPr id="3072" name="Google Shape;3072;p3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3" name="Google Shape;3073;p3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9" name="Shape 3079"/>
        <p:cNvGrpSpPr/>
        <p:nvPr/>
      </p:nvGrpSpPr>
      <p:grpSpPr>
        <a:xfrm>
          <a:off x="0" y="0"/>
          <a:ext cx="0" cy="0"/>
          <a:chOff x="0" y="0"/>
          <a:chExt cx="0" cy="0"/>
        </a:xfrm>
      </p:grpSpPr>
      <p:sp>
        <p:nvSpPr>
          <p:cNvPr id="3080" name="Google Shape;3080;p3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1" name="Google Shape;3081;p3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7" name="Shape 3087"/>
        <p:cNvGrpSpPr/>
        <p:nvPr/>
      </p:nvGrpSpPr>
      <p:grpSpPr>
        <a:xfrm>
          <a:off x="0" y="0"/>
          <a:ext cx="0" cy="0"/>
          <a:chOff x="0" y="0"/>
          <a:chExt cx="0" cy="0"/>
        </a:xfrm>
      </p:grpSpPr>
      <p:sp>
        <p:nvSpPr>
          <p:cNvPr id="3088" name="Google Shape;3088;p3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9" name="Google Shape;3089;p3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5" name="Shape 3095"/>
        <p:cNvGrpSpPr/>
        <p:nvPr/>
      </p:nvGrpSpPr>
      <p:grpSpPr>
        <a:xfrm>
          <a:off x="0" y="0"/>
          <a:ext cx="0" cy="0"/>
          <a:chOff x="0" y="0"/>
          <a:chExt cx="0" cy="0"/>
        </a:xfrm>
      </p:grpSpPr>
      <p:sp>
        <p:nvSpPr>
          <p:cNvPr id="3096" name="Google Shape;3096;p3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7" name="Google Shape;3097;p3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3" name="Shape 3103"/>
        <p:cNvGrpSpPr/>
        <p:nvPr/>
      </p:nvGrpSpPr>
      <p:grpSpPr>
        <a:xfrm>
          <a:off x="0" y="0"/>
          <a:ext cx="0" cy="0"/>
          <a:chOff x="0" y="0"/>
          <a:chExt cx="0" cy="0"/>
        </a:xfrm>
      </p:grpSpPr>
      <p:sp>
        <p:nvSpPr>
          <p:cNvPr id="3104" name="Google Shape;3104;p3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5" name="Google Shape;3105;p3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1" name="Shape 3111"/>
        <p:cNvGrpSpPr/>
        <p:nvPr/>
      </p:nvGrpSpPr>
      <p:grpSpPr>
        <a:xfrm>
          <a:off x="0" y="0"/>
          <a:ext cx="0" cy="0"/>
          <a:chOff x="0" y="0"/>
          <a:chExt cx="0" cy="0"/>
        </a:xfrm>
      </p:grpSpPr>
      <p:sp>
        <p:nvSpPr>
          <p:cNvPr id="3112" name="Google Shape;3112;p3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3" name="Google Shape;3113;p3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9" name="Shape 3119"/>
        <p:cNvGrpSpPr/>
        <p:nvPr/>
      </p:nvGrpSpPr>
      <p:grpSpPr>
        <a:xfrm>
          <a:off x="0" y="0"/>
          <a:ext cx="0" cy="0"/>
          <a:chOff x="0" y="0"/>
          <a:chExt cx="0" cy="0"/>
        </a:xfrm>
      </p:grpSpPr>
      <p:sp>
        <p:nvSpPr>
          <p:cNvPr id="3120" name="Google Shape;3120;p3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1" name="Google Shape;3121;p3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6" name="Shape 3126"/>
        <p:cNvGrpSpPr/>
        <p:nvPr/>
      </p:nvGrpSpPr>
      <p:grpSpPr>
        <a:xfrm>
          <a:off x="0" y="0"/>
          <a:ext cx="0" cy="0"/>
          <a:chOff x="0" y="0"/>
          <a:chExt cx="0" cy="0"/>
        </a:xfrm>
      </p:grpSpPr>
      <p:sp>
        <p:nvSpPr>
          <p:cNvPr id="3127" name="Google Shape;3127;p3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8" name="Google Shape;3128;p3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4" name="Shape 3134"/>
        <p:cNvGrpSpPr/>
        <p:nvPr/>
      </p:nvGrpSpPr>
      <p:grpSpPr>
        <a:xfrm>
          <a:off x="0" y="0"/>
          <a:ext cx="0" cy="0"/>
          <a:chOff x="0" y="0"/>
          <a:chExt cx="0" cy="0"/>
        </a:xfrm>
      </p:grpSpPr>
      <p:sp>
        <p:nvSpPr>
          <p:cNvPr id="3135" name="Google Shape;3135;p3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6" name="Google Shape;3136;p3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1" name="Shape 3141"/>
        <p:cNvGrpSpPr/>
        <p:nvPr/>
      </p:nvGrpSpPr>
      <p:grpSpPr>
        <a:xfrm>
          <a:off x="0" y="0"/>
          <a:ext cx="0" cy="0"/>
          <a:chOff x="0" y="0"/>
          <a:chExt cx="0" cy="0"/>
        </a:xfrm>
      </p:grpSpPr>
      <p:sp>
        <p:nvSpPr>
          <p:cNvPr id="3142" name="Google Shape;3142;p3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3" name="Google Shape;3143;p3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9" name="Shape 3149"/>
        <p:cNvGrpSpPr/>
        <p:nvPr/>
      </p:nvGrpSpPr>
      <p:grpSpPr>
        <a:xfrm>
          <a:off x="0" y="0"/>
          <a:ext cx="0" cy="0"/>
          <a:chOff x="0" y="0"/>
          <a:chExt cx="0" cy="0"/>
        </a:xfrm>
      </p:grpSpPr>
      <p:sp>
        <p:nvSpPr>
          <p:cNvPr id="3150" name="Google Shape;3150;p3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1" name="Google Shape;3151;p3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7" name="Shape 3157"/>
        <p:cNvGrpSpPr/>
        <p:nvPr/>
      </p:nvGrpSpPr>
      <p:grpSpPr>
        <a:xfrm>
          <a:off x="0" y="0"/>
          <a:ext cx="0" cy="0"/>
          <a:chOff x="0" y="0"/>
          <a:chExt cx="0" cy="0"/>
        </a:xfrm>
      </p:grpSpPr>
      <p:sp>
        <p:nvSpPr>
          <p:cNvPr id="3158" name="Google Shape;3158;p3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9" name="Google Shape;3159;p3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5" name="Shape 3165"/>
        <p:cNvGrpSpPr/>
        <p:nvPr/>
      </p:nvGrpSpPr>
      <p:grpSpPr>
        <a:xfrm>
          <a:off x="0" y="0"/>
          <a:ext cx="0" cy="0"/>
          <a:chOff x="0" y="0"/>
          <a:chExt cx="0" cy="0"/>
        </a:xfrm>
      </p:grpSpPr>
      <p:sp>
        <p:nvSpPr>
          <p:cNvPr id="3166" name="Google Shape;3166;p3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7" name="Google Shape;3167;p3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3" name="Shape 3173"/>
        <p:cNvGrpSpPr/>
        <p:nvPr/>
      </p:nvGrpSpPr>
      <p:grpSpPr>
        <a:xfrm>
          <a:off x="0" y="0"/>
          <a:ext cx="0" cy="0"/>
          <a:chOff x="0" y="0"/>
          <a:chExt cx="0" cy="0"/>
        </a:xfrm>
      </p:grpSpPr>
      <p:sp>
        <p:nvSpPr>
          <p:cNvPr id="3174" name="Google Shape;3174;p3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5" name="Google Shape;3175;p3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1" name="Shape 3181"/>
        <p:cNvGrpSpPr/>
        <p:nvPr/>
      </p:nvGrpSpPr>
      <p:grpSpPr>
        <a:xfrm>
          <a:off x="0" y="0"/>
          <a:ext cx="0" cy="0"/>
          <a:chOff x="0" y="0"/>
          <a:chExt cx="0" cy="0"/>
        </a:xfrm>
      </p:grpSpPr>
      <p:sp>
        <p:nvSpPr>
          <p:cNvPr id="3182" name="Google Shape;3182;p3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3" name="Google Shape;3183;p3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9" name="Shape 3189"/>
        <p:cNvGrpSpPr/>
        <p:nvPr/>
      </p:nvGrpSpPr>
      <p:grpSpPr>
        <a:xfrm>
          <a:off x="0" y="0"/>
          <a:ext cx="0" cy="0"/>
          <a:chOff x="0" y="0"/>
          <a:chExt cx="0" cy="0"/>
        </a:xfrm>
      </p:grpSpPr>
      <p:sp>
        <p:nvSpPr>
          <p:cNvPr id="3190" name="Google Shape;3190;p3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1" name="Google Shape;3191;p3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7" name="Shape 3197"/>
        <p:cNvGrpSpPr/>
        <p:nvPr/>
      </p:nvGrpSpPr>
      <p:grpSpPr>
        <a:xfrm>
          <a:off x="0" y="0"/>
          <a:ext cx="0" cy="0"/>
          <a:chOff x="0" y="0"/>
          <a:chExt cx="0" cy="0"/>
        </a:xfrm>
      </p:grpSpPr>
      <p:sp>
        <p:nvSpPr>
          <p:cNvPr id="3198" name="Google Shape;3198;p3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9" name="Google Shape;3199;p3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5" name="Shape 3205"/>
        <p:cNvGrpSpPr/>
        <p:nvPr/>
      </p:nvGrpSpPr>
      <p:grpSpPr>
        <a:xfrm>
          <a:off x="0" y="0"/>
          <a:ext cx="0" cy="0"/>
          <a:chOff x="0" y="0"/>
          <a:chExt cx="0" cy="0"/>
        </a:xfrm>
      </p:grpSpPr>
      <p:sp>
        <p:nvSpPr>
          <p:cNvPr id="3206" name="Google Shape;3206;p3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7" name="Google Shape;3207;p3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3" name="Shape 3213"/>
        <p:cNvGrpSpPr/>
        <p:nvPr/>
      </p:nvGrpSpPr>
      <p:grpSpPr>
        <a:xfrm>
          <a:off x="0" y="0"/>
          <a:ext cx="0" cy="0"/>
          <a:chOff x="0" y="0"/>
          <a:chExt cx="0" cy="0"/>
        </a:xfrm>
      </p:grpSpPr>
      <p:sp>
        <p:nvSpPr>
          <p:cNvPr id="3214" name="Google Shape;3214;p3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5" name="Google Shape;3215;p3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1" name="Shape 3221"/>
        <p:cNvGrpSpPr/>
        <p:nvPr/>
      </p:nvGrpSpPr>
      <p:grpSpPr>
        <a:xfrm>
          <a:off x="0" y="0"/>
          <a:ext cx="0" cy="0"/>
          <a:chOff x="0" y="0"/>
          <a:chExt cx="0" cy="0"/>
        </a:xfrm>
      </p:grpSpPr>
      <p:sp>
        <p:nvSpPr>
          <p:cNvPr id="3222" name="Google Shape;3222;p3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3" name="Google Shape;3223;p3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9" name="Shape 3229"/>
        <p:cNvGrpSpPr/>
        <p:nvPr/>
      </p:nvGrpSpPr>
      <p:grpSpPr>
        <a:xfrm>
          <a:off x="0" y="0"/>
          <a:ext cx="0" cy="0"/>
          <a:chOff x="0" y="0"/>
          <a:chExt cx="0" cy="0"/>
        </a:xfrm>
      </p:grpSpPr>
      <p:sp>
        <p:nvSpPr>
          <p:cNvPr id="3230" name="Google Shape;3230;p3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1" name="Google Shape;3231;p3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7" name="Shape 3237"/>
        <p:cNvGrpSpPr/>
        <p:nvPr/>
      </p:nvGrpSpPr>
      <p:grpSpPr>
        <a:xfrm>
          <a:off x="0" y="0"/>
          <a:ext cx="0" cy="0"/>
          <a:chOff x="0" y="0"/>
          <a:chExt cx="0" cy="0"/>
        </a:xfrm>
      </p:grpSpPr>
      <p:sp>
        <p:nvSpPr>
          <p:cNvPr id="3238" name="Google Shape;3238;p3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9" name="Google Shape;3239;p3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5" name="Shape 3245"/>
        <p:cNvGrpSpPr/>
        <p:nvPr/>
      </p:nvGrpSpPr>
      <p:grpSpPr>
        <a:xfrm>
          <a:off x="0" y="0"/>
          <a:ext cx="0" cy="0"/>
          <a:chOff x="0" y="0"/>
          <a:chExt cx="0" cy="0"/>
        </a:xfrm>
      </p:grpSpPr>
      <p:sp>
        <p:nvSpPr>
          <p:cNvPr id="3246" name="Google Shape;3246;p3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7" name="Google Shape;3247;p3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3" name="Shape 3253"/>
        <p:cNvGrpSpPr/>
        <p:nvPr/>
      </p:nvGrpSpPr>
      <p:grpSpPr>
        <a:xfrm>
          <a:off x="0" y="0"/>
          <a:ext cx="0" cy="0"/>
          <a:chOff x="0" y="0"/>
          <a:chExt cx="0" cy="0"/>
        </a:xfrm>
      </p:grpSpPr>
      <p:sp>
        <p:nvSpPr>
          <p:cNvPr id="3254" name="Google Shape;3254;p4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5" name="Google Shape;3255;p4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1" name="Shape 3261"/>
        <p:cNvGrpSpPr/>
        <p:nvPr/>
      </p:nvGrpSpPr>
      <p:grpSpPr>
        <a:xfrm>
          <a:off x="0" y="0"/>
          <a:ext cx="0" cy="0"/>
          <a:chOff x="0" y="0"/>
          <a:chExt cx="0" cy="0"/>
        </a:xfrm>
      </p:grpSpPr>
      <p:sp>
        <p:nvSpPr>
          <p:cNvPr id="3262" name="Google Shape;3262;p4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3" name="Google Shape;3263;p4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9" name="Shape 3269"/>
        <p:cNvGrpSpPr/>
        <p:nvPr/>
      </p:nvGrpSpPr>
      <p:grpSpPr>
        <a:xfrm>
          <a:off x="0" y="0"/>
          <a:ext cx="0" cy="0"/>
          <a:chOff x="0" y="0"/>
          <a:chExt cx="0" cy="0"/>
        </a:xfrm>
      </p:grpSpPr>
      <p:sp>
        <p:nvSpPr>
          <p:cNvPr id="3270" name="Google Shape;3270;p4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1" name="Google Shape;3271;p4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7" name="Shape 3277"/>
        <p:cNvGrpSpPr/>
        <p:nvPr/>
      </p:nvGrpSpPr>
      <p:grpSpPr>
        <a:xfrm>
          <a:off x="0" y="0"/>
          <a:ext cx="0" cy="0"/>
          <a:chOff x="0" y="0"/>
          <a:chExt cx="0" cy="0"/>
        </a:xfrm>
      </p:grpSpPr>
      <p:sp>
        <p:nvSpPr>
          <p:cNvPr id="3278" name="Google Shape;3278;p4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9" name="Google Shape;3279;p4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5" name="Shape 3285"/>
        <p:cNvGrpSpPr/>
        <p:nvPr/>
      </p:nvGrpSpPr>
      <p:grpSpPr>
        <a:xfrm>
          <a:off x="0" y="0"/>
          <a:ext cx="0" cy="0"/>
          <a:chOff x="0" y="0"/>
          <a:chExt cx="0" cy="0"/>
        </a:xfrm>
      </p:grpSpPr>
      <p:sp>
        <p:nvSpPr>
          <p:cNvPr id="3286" name="Google Shape;3286;p4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7" name="Google Shape;3287;p4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3" name="Shape 3293"/>
        <p:cNvGrpSpPr/>
        <p:nvPr/>
      </p:nvGrpSpPr>
      <p:grpSpPr>
        <a:xfrm>
          <a:off x="0" y="0"/>
          <a:ext cx="0" cy="0"/>
          <a:chOff x="0" y="0"/>
          <a:chExt cx="0" cy="0"/>
        </a:xfrm>
      </p:grpSpPr>
      <p:sp>
        <p:nvSpPr>
          <p:cNvPr id="3294" name="Google Shape;3294;p4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5" name="Google Shape;3295;p4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1" name="Shape 3301"/>
        <p:cNvGrpSpPr/>
        <p:nvPr/>
      </p:nvGrpSpPr>
      <p:grpSpPr>
        <a:xfrm>
          <a:off x="0" y="0"/>
          <a:ext cx="0" cy="0"/>
          <a:chOff x="0" y="0"/>
          <a:chExt cx="0" cy="0"/>
        </a:xfrm>
      </p:grpSpPr>
      <p:sp>
        <p:nvSpPr>
          <p:cNvPr id="3302" name="Google Shape;3302;p4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3" name="Google Shape;3303;p4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9" name="Shape 3309"/>
        <p:cNvGrpSpPr/>
        <p:nvPr/>
      </p:nvGrpSpPr>
      <p:grpSpPr>
        <a:xfrm>
          <a:off x="0" y="0"/>
          <a:ext cx="0" cy="0"/>
          <a:chOff x="0" y="0"/>
          <a:chExt cx="0" cy="0"/>
        </a:xfrm>
      </p:grpSpPr>
      <p:sp>
        <p:nvSpPr>
          <p:cNvPr id="3310" name="Google Shape;3310;p4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1" name="Google Shape;3311;p4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7" name="Shape 3317"/>
        <p:cNvGrpSpPr/>
        <p:nvPr/>
      </p:nvGrpSpPr>
      <p:grpSpPr>
        <a:xfrm>
          <a:off x="0" y="0"/>
          <a:ext cx="0" cy="0"/>
          <a:chOff x="0" y="0"/>
          <a:chExt cx="0" cy="0"/>
        </a:xfrm>
      </p:grpSpPr>
      <p:sp>
        <p:nvSpPr>
          <p:cNvPr id="3318" name="Google Shape;3318;p4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9" name="Google Shape;3319;p4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5" name="Shape 3325"/>
        <p:cNvGrpSpPr/>
        <p:nvPr/>
      </p:nvGrpSpPr>
      <p:grpSpPr>
        <a:xfrm>
          <a:off x="0" y="0"/>
          <a:ext cx="0" cy="0"/>
          <a:chOff x="0" y="0"/>
          <a:chExt cx="0" cy="0"/>
        </a:xfrm>
      </p:grpSpPr>
      <p:sp>
        <p:nvSpPr>
          <p:cNvPr id="3326" name="Google Shape;3326;p4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27" name="Google Shape;3327;p4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3" name="Shape 3333"/>
        <p:cNvGrpSpPr/>
        <p:nvPr/>
      </p:nvGrpSpPr>
      <p:grpSpPr>
        <a:xfrm>
          <a:off x="0" y="0"/>
          <a:ext cx="0" cy="0"/>
          <a:chOff x="0" y="0"/>
          <a:chExt cx="0" cy="0"/>
        </a:xfrm>
      </p:grpSpPr>
      <p:sp>
        <p:nvSpPr>
          <p:cNvPr id="3334" name="Google Shape;3334;p4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5" name="Google Shape;3335;p4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1" name="Shape 3341"/>
        <p:cNvGrpSpPr/>
        <p:nvPr/>
      </p:nvGrpSpPr>
      <p:grpSpPr>
        <a:xfrm>
          <a:off x="0" y="0"/>
          <a:ext cx="0" cy="0"/>
          <a:chOff x="0" y="0"/>
          <a:chExt cx="0" cy="0"/>
        </a:xfrm>
      </p:grpSpPr>
      <p:sp>
        <p:nvSpPr>
          <p:cNvPr id="3342" name="Google Shape;3342;p4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3" name="Google Shape;3343;p4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9" name="Shape 3349"/>
        <p:cNvGrpSpPr/>
        <p:nvPr/>
      </p:nvGrpSpPr>
      <p:grpSpPr>
        <a:xfrm>
          <a:off x="0" y="0"/>
          <a:ext cx="0" cy="0"/>
          <a:chOff x="0" y="0"/>
          <a:chExt cx="0" cy="0"/>
        </a:xfrm>
      </p:grpSpPr>
      <p:sp>
        <p:nvSpPr>
          <p:cNvPr id="3350" name="Google Shape;3350;p4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1" name="Google Shape;3351;p4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8" name="Shape 3358"/>
        <p:cNvGrpSpPr/>
        <p:nvPr/>
      </p:nvGrpSpPr>
      <p:grpSpPr>
        <a:xfrm>
          <a:off x="0" y="0"/>
          <a:ext cx="0" cy="0"/>
          <a:chOff x="0" y="0"/>
          <a:chExt cx="0" cy="0"/>
        </a:xfrm>
      </p:grpSpPr>
      <p:sp>
        <p:nvSpPr>
          <p:cNvPr id="3359" name="Google Shape;3359;p4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0" name="Google Shape;3360;p4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7" name="Shape 3367"/>
        <p:cNvGrpSpPr/>
        <p:nvPr/>
      </p:nvGrpSpPr>
      <p:grpSpPr>
        <a:xfrm>
          <a:off x="0" y="0"/>
          <a:ext cx="0" cy="0"/>
          <a:chOff x="0" y="0"/>
          <a:chExt cx="0" cy="0"/>
        </a:xfrm>
      </p:grpSpPr>
      <p:sp>
        <p:nvSpPr>
          <p:cNvPr id="3368" name="Google Shape;3368;p4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9" name="Google Shape;3369;p4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5" name="Shape 3375"/>
        <p:cNvGrpSpPr/>
        <p:nvPr/>
      </p:nvGrpSpPr>
      <p:grpSpPr>
        <a:xfrm>
          <a:off x="0" y="0"/>
          <a:ext cx="0" cy="0"/>
          <a:chOff x="0" y="0"/>
          <a:chExt cx="0" cy="0"/>
        </a:xfrm>
      </p:grpSpPr>
      <p:sp>
        <p:nvSpPr>
          <p:cNvPr id="3376" name="Google Shape;3376;p4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7" name="Google Shape;3377;p4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3" name="Shape 3383"/>
        <p:cNvGrpSpPr/>
        <p:nvPr/>
      </p:nvGrpSpPr>
      <p:grpSpPr>
        <a:xfrm>
          <a:off x="0" y="0"/>
          <a:ext cx="0" cy="0"/>
          <a:chOff x="0" y="0"/>
          <a:chExt cx="0" cy="0"/>
        </a:xfrm>
      </p:grpSpPr>
      <p:sp>
        <p:nvSpPr>
          <p:cNvPr id="3384" name="Google Shape;3384;p4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5" name="Google Shape;3385;p4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1" name="Shape 3391"/>
        <p:cNvGrpSpPr/>
        <p:nvPr/>
      </p:nvGrpSpPr>
      <p:grpSpPr>
        <a:xfrm>
          <a:off x="0" y="0"/>
          <a:ext cx="0" cy="0"/>
          <a:chOff x="0" y="0"/>
          <a:chExt cx="0" cy="0"/>
        </a:xfrm>
      </p:grpSpPr>
      <p:sp>
        <p:nvSpPr>
          <p:cNvPr id="3392" name="Google Shape;3392;p4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3" name="Google Shape;3393;p4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9" name="Shape 3399"/>
        <p:cNvGrpSpPr/>
        <p:nvPr/>
      </p:nvGrpSpPr>
      <p:grpSpPr>
        <a:xfrm>
          <a:off x="0" y="0"/>
          <a:ext cx="0" cy="0"/>
          <a:chOff x="0" y="0"/>
          <a:chExt cx="0" cy="0"/>
        </a:xfrm>
      </p:grpSpPr>
      <p:sp>
        <p:nvSpPr>
          <p:cNvPr id="3400" name="Google Shape;3400;p4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01" name="Google Shape;3401;p4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7" name="Shape 3407"/>
        <p:cNvGrpSpPr/>
        <p:nvPr/>
      </p:nvGrpSpPr>
      <p:grpSpPr>
        <a:xfrm>
          <a:off x="0" y="0"/>
          <a:ext cx="0" cy="0"/>
          <a:chOff x="0" y="0"/>
          <a:chExt cx="0" cy="0"/>
        </a:xfrm>
      </p:grpSpPr>
      <p:sp>
        <p:nvSpPr>
          <p:cNvPr id="3408" name="Google Shape;3408;p4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09" name="Google Shape;3409;p4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5" name="Shape 3415"/>
        <p:cNvGrpSpPr/>
        <p:nvPr/>
      </p:nvGrpSpPr>
      <p:grpSpPr>
        <a:xfrm>
          <a:off x="0" y="0"/>
          <a:ext cx="0" cy="0"/>
          <a:chOff x="0" y="0"/>
          <a:chExt cx="0" cy="0"/>
        </a:xfrm>
      </p:grpSpPr>
      <p:sp>
        <p:nvSpPr>
          <p:cNvPr id="3416" name="Google Shape;3416;p4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7" name="Google Shape;3417;p4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3" name="Shape 3423"/>
        <p:cNvGrpSpPr/>
        <p:nvPr/>
      </p:nvGrpSpPr>
      <p:grpSpPr>
        <a:xfrm>
          <a:off x="0" y="0"/>
          <a:ext cx="0" cy="0"/>
          <a:chOff x="0" y="0"/>
          <a:chExt cx="0" cy="0"/>
        </a:xfrm>
      </p:grpSpPr>
      <p:sp>
        <p:nvSpPr>
          <p:cNvPr id="3424" name="Google Shape;3424;p4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5" name="Google Shape;3425;p4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1" name="Shape 3431"/>
        <p:cNvGrpSpPr/>
        <p:nvPr/>
      </p:nvGrpSpPr>
      <p:grpSpPr>
        <a:xfrm>
          <a:off x="0" y="0"/>
          <a:ext cx="0" cy="0"/>
          <a:chOff x="0" y="0"/>
          <a:chExt cx="0" cy="0"/>
        </a:xfrm>
      </p:grpSpPr>
      <p:sp>
        <p:nvSpPr>
          <p:cNvPr id="3432" name="Google Shape;3432;p4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3" name="Google Shape;3433;p4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9" name="Shape 3439"/>
        <p:cNvGrpSpPr/>
        <p:nvPr/>
      </p:nvGrpSpPr>
      <p:grpSpPr>
        <a:xfrm>
          <a:off x="0" y="0"/>
          <a:ext cx="0" cy="0"/>
          <a:chOff x="0" y="0"/>
          <a:chExt cx="0" cy="0"/>
        </a:xfrm>
      </p:grpSpPr>
      <p:sp>
        <p:nvSpPr>
          <p:cNvPr id="3440" name="Google Shape;3440;p4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1" name="Google Shape;3441;p4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7" name="Shape 3447"/>
        <p:cNvGrpSpPr/>
        <p:nvPr/>
      </p:nvGrpSpPr>
      <p:grpSpPr>
        <a:xfrm>
          <a:off x="0" y="0"/>
          <a:ext cx="0" cy="0"/>
          <a:chOff x="0" y="0"/>
          <a:chExt cx="0" cy="0"/>
        </a:xfrm>
      </p:grpSpPr>
      <p:sp>
        <p:nvSpPr>
          <p:cNvPr id="3448" name="Google Shape;3448;p4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9" name="Google Shape;3449;p4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4" name="Shape 3454"/>
        <p:cNvGrpSpPr/>
        <p:nvPr/>
      </p:nvGrpSpPr>
      <p:grpSpPr>
        <a:xfrm>
          <a:off x="0" y="0"/>
          <a:ext cx="0" cy="0"/>
          <a:chOff x="0" y="0"/>
          <a:chExt cx="0" cy="0"/>
        </a:xfrm>
      </p:grpSpPr>
      <p:sp>
        <p:nvSpPr>
          <p:cNvPr id="3455" name="Google Shape;3455;p4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6" name="Google Shape;3456;p4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2" name="Shape 3462"/>
        <p:cNvGrpSpPr/>
        <p:nvPr/>
      </p:nvGrpSpPr>
      <p:grpSpPr>
        <a:xfrm>
          <a:off x="0" y="0"/>
          <a:ext cx="0" cy="0"/>
          <a:chOff x="0" y="0"/>
          <a:chExt cx="0" cy="0"/>
        </a:xfrm>
      </p:grpSpPr>
      <p:sp>
        <p:nvSpPr>
          <p:cNvPr id="3463" name="Google Shape;3463;p4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4" name="Google Shape;3464;p4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0" name="Shape 3470"/>
        <p:cNvGrpSpPr/>
        <p:nvPr/>
      </p:nvGrpSpPr>
      <p:grpSpPr>
        <a:xfrm>
          <a:off x="0" y="0"/>
          <a:ext cx="0" cy="0"/>
          <a:chOff x="0" y="0"/>
          <a:chExt cx="0" cy="0"/>
        </a:xfrm>
      </p:grpSpPr>
      <p:sp>
        <p:nvSpPr>
          <p:cNvPr id="3471" name="Google Shape;3471;p4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2" name="Google Shape;3472;p4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7" name="Shape 3477"/>
        <p:cNvGrpSpPr/>
        <p:nvPr/>
      </p:nvGrpSpPr>
      <p:grpSpPr>
        <a:xfrm>
          <a:off x="0" y="0"/>
          <a:ext cx="0" cy="0"/>
          <a:chOff x="0" y="0"/>
          <a:chExt cx="0" cy="0"/>
        </a:xfrm>
      </p:grpSpPr>
      <p:sp>
        <p:nvSpPr>
          <p:cNvPr id="3478" name="Google Shape;3478;p4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9" name="Google Shape;3479;p4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4" name="Shape 3484"/>
        <p:cNvGrpSpPr/>
        <p:nvPr/>
      </p:nvGrpSpPr>
      <p:grpSpPr>
        <a:xfrm>
          <a:off x="0" y="0"/>
          <a:ext cx="0" cy="0"/>
          <a:chOff x="0" y="0"/>
          <a:chExt cx="0" cy="0"/>
        </a:xfrm>
      </p:grpSpPr>
      <p:sp>
        <p:nvSpPr>
          <p:cNvPr id="3485" name="Google Shape;3485;p4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6" name="Google Shape;3486;p4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1" name="Shape 3491"/>
        <p:cNvGrpSpPr/>
        <p:nvPr/>
      </p:nvGrpSpPr>
      <p:grpSpPr>
        <a:xfrm>
          <a:off x="0" y="0"/>
          <a:ext cx="0" cy="0"/>
          <a:chOff x="0" y="0"/>
          <a:chExt cx="0" cy="0"/>
        </a:xfrm>
      </p:grpSpPr>
      <p:sp>
        <p:nvSpPr>
          <p:cNvPr id="3492" name="Google Shape;3492;p4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3" name="Google Shape;3493;p4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9" name="Shape 3499"/>
        <p:cNvGrpSpPr/>
        <p:nvPr/>
      </p:nvGrpSpPr>
      <p:grpSpPr>
        <a:xfrm>
          <a:off x="0" y="0"/>
          <a:ext cx="0" cy="0"/>
          <a:chOff x="0" y="0"/>
          <a:chExt cx="0" cy="0"/>
        </a:xfrm>
      </p:grpSpPr>
      <p:sp>
        <p:nvSpPr>
          <p:cNvPr id="3500" name="Google Shape;3500;p4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1" name="Google Shape;3501;p4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7" name="Shape 3507"/>
        <p:cNvGrpSpPr/>
        <p:nvPr/>
      </p:nvGrpSpPr>
      <p:grpSpPr>
        <a:xfrm>
          <a:off x="0" y="0"/>
          <a:ext cx="0" cy="0"/>
          <a:chOff x="0" y="0"/>
          <a:chExt cx="0" cy="0"/>
        </a:xfrm>
      </p:grpSpPr>
      <p:sp>
        <p:nvSpPr>
          <p:cNvPr id="3508" name="Google Shape;3508;p4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9" name="Google Shape;3509;p4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5" name="Shape 3515"/>
        <p:cNvGrpSpPr/>
        <p:nvPr/>
      </p:nvGrpSpPr>
      <p:grpSpPr>
        <a:xfrm>
          <a:off x="0" y="0"/>
          <a:ext cx="0" cy="0"/>
          <a:chOff x="0" y="0"/>
          <a:chExt cx="0" cy="0"/>
        </a:xfrm>
      </p:grpSpPr>
      <p:sp>
        <p:nvSpPr>
          <p:cNvPr id="3516" name="Google Shape;3516;p4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7" name="Google Shape;3517;p4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3" name="Shape 3523"/>
        <p:cNvGrpSpPr/>
        <p:nvPr/>
      </p:nvGrpSpPr>
      <p:grpSpPr>
        <a:xfrm>
          <a:off x="0" y="0"/>
          <a:ext cx="0" cy="0"/>
          <a:chOff x="0" y="0"/>
          <a:chExt cx="0" cy="0"/>
        </a:xfrm>
      </p:grpSpPr>
      <p:sp>
        <p:nvSpPr>
          <p:cNvPr id="3524" name="Google Shape;3524;p4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5" name="Google Shape;3525;p4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1" name="Shape 3531"/>
        <p:cNvGrpSpPr/>
        <p:nvPr/>
      </p:nvGrpSpPr>
      <p:grpSpPr>
        <a:xfrm>
          <a:off x="0" y="0"/>
          <a:ext cx="0" cy="0"/>
          <a:chOff x="0" y="0"/>
          <a:chExt cx="0" cy="0"/>
        </a:xfrm>
      </p:grpSpPr>
      <p:sp>
        <p:nvSpPr>
          <p:cNvPr id="3532" name="Google Shape;3532;p4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33" name="Google Shape;3533;p4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8" name="Shape 3538"/>
        <p:cNvGrpSpPr/>
        <p:nvPr/>
      </p:nvGrpSpPr>
      <p:grpSpPr>
        <a:xfrm>
          <a:off x="0" y="0"/>
          <a:ext cx="0" cy="0"/>
          <a:chOff x="0" y="0"/>
          <a:chExt cx="0" cy="0"/>
        </a:xfrm>
      </p:grpSpPr>
      <p:sp>
        <p:nvSpPr>
          <p:cNvPr id="3539" name="Google Shape;3539;p4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0" name="Google Shape;3540;p4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6" name="Shape 3546"/>
        <p:cNvGrpSpPr/>
        <p:nvPr/>
      </p:nvGrpSpPr>
      <p:grpSpPr>
        <a:xfrm>
          <a:off x="0" y="0"/>
          <a:ext cx="0" cy="0"/>
          <a:chOff x="0" y="0"/>
          <a:chExt cx="0" cy="0"/>
        </a:xfrm>
      </p:grpSpPr>
      <p:sp>
        <p:nvSpPr>
          <p:cNvPr id="3547" name="Google Shape;3547;p4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8" name="Google Shape;3548;p4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3" name="Shape 3553"/>
        <p:cNvGrpSpPr/>
        <p:nvPr/>
      </p:nvGrpSpPr>
      <p:grpSpPr>
        <a:xfrm>
          <a:off x="0" y="0"/>
          <a:ext cx="0" cy="0"/>
          <a:chOff x="0" y="0"/>
          <a:chExt cx="0" cy="0"/>
        </a:xfrm>
      </p:grpSpPr>
      <p:sp>
        <p:nvSpPr>
          <p:cNvPr id="3554" name="Google Shape;3554;p4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55" name="Google Shape;3555;p4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1" name="Shape 3561"/>
        <p:cNvGrpSpPr/>
        <p:nvPr/>
      </p:nvGrpSpPr>
      <p:grpSpPr>
        <a:xfrm>
          <a:off x="0" y="0"/>
          <a:ext cx="0" cy="0"/>
          <a:chOff x="0" y="0"/>
          <a:chExt cx="0" cy="0"/>
        </a:xfrm>
      </p:grpSpPr>
      <p:sp>
        <p:nvSpPr>
          <p:cNvPr id="3562" name="Google Shape;3562;p4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3" name="Google Shape;3563;p4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9" name="Shape 3569"/>
        <p:cNvGrpSpPr/>
        <p:nvPr/>
      </p:nvGrpSpPr>
      <p:grpSpPr>
        <a:xfrm>
          <a:off x="0" y="0"/>
          <a:ext cx="0" cy="0"/>
          <a:chOff x="0" y="0"/>
          <a:chExt cx="0" cy="0"/>
        </a:xfrm>
      </p:grpSpPr>
      <p:sp>
        <p:nvSpPr>
          <p:cNvPr id="3570" name="Google Shape;3570;p4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1" name="Google Shape;3571;p4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6" name="Shape 3576"/>
        <p:cNvGrpSpPr/>
        <p:nvPr/>
      </p:nvGrpSpPr>
      <p:grpSpPr>
        <a:xfrm>
          <a:off x="0" y="0"/>
          <a:ext cx="0" cy="0"/>
          <a:chOff x="0" y="0"/>
          <a:chExt cx="0" cy="0"/>
        </a:xfrm>
      </p:grpSpPr>
      <p:sp>
        <p:nvSpPr>
          <p:cNvPr id="3577" name="Google Shape;3577;p4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8" name="Google Shape;3578;p4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4" name="Shape 3584"/>
        <p:cNvGrpSpPr/>
        <p:nvPr/>
      </p:nvGrpSpPr>
      <p:grpSpPr>
        <a:xfrm>
          <a:off x="0" y="0"/>
          <a:ext cx="0" cy="0"/>
          <a:chOff x="0" y="0"/>
          <a:chExt cx="0" cy="0"/>
        </a:xfrm>
      </p:grpSpPr>
      <p:sp>
        <p:nvSpPr>
          <p:cNvPr id="3585" name="Google Shape;3585;p4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6" name="Google Shape;3586;p4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1" name="Shape 3591"/>
        <p:cNvGrpSpPr/>
        <p:nvPr/>
      </p:nvGrpSpPr>
      <p:grpSpPr>
        <a:xfrm>
          <a:off x="0" y="0"/>
          <a:ext cx="0" cy="0"/>
          <a:chOff x="0" y="0"/>
          <a:chExt cx="0" cy="0"/>
        </a:xfrm>
      </p:grpSpPr>
      <p:sp>
        <p:nvSpPr>
          <p:cNvPr id="3592" name="Google Shape;3592;p4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3" name="Google Shape;3593;p4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9" name="Shape 3599"/>
        <p:cNvGrpSpPr/>
        <p:nvPr/>
      </p:nvGrpSpPr>
      <p:grpSpPr>
        <a:xfrm>
          <a:off x="0" y="0"/>
          <a:ext cx="0" cy="0"/>
          <a:chOff x="0" y="0"/>
          <a:chExt cx="0" cy="0"/>
        </a:xfrm>
      </p:grpSpPr>
      <p:sp>
        <p:nvSpPr>
          <p:cNvPr id="3600" name="Google Shape;3600;p4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1" name="Google Shape;3601;p4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6" name="Shape 3606"/>
        <p:cNvGrpSpPr/>
        <p:nvPr/>
      </p:nvGrpSpPr>
      <p:grpSpPr>
        <a:xfrm>
          <a:off x="0" y="0"/>
          <a:ext cx="0" cy="0"/>
          <a:chOff x="0" y="0"/>
          <a:chExt cx="0" cy="0"/>
        </a:xfrm>
      </p:grpSpPr>
      <p:sp>
        <p:nvSpPr>
          <p:cNvPr id="3607" name="Google Shape;3607;p4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8" name="Google Shape;3608;p4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4" name="Shape 3614"/>
        <p:cNvGrpSpPr/>
        <p:nvPr/>
      </p:nvGrpSpPr>
      <p:grpSpPr>
        <a:xfrm>
          <a:off x="0" y="0"/>
          <a:ext cx="0" cy="0"/>
          <a:chOff x="0" y="0"/>
          <a:chExt cx="0" cy="0"/>
        </a:xfrm>
      </p:grpSpPr>
      <p:sp>
        <p:nvSpPr>
          <p:cNvPr id="3615" name="Google Shape;3615;p4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6" name="Google Shape;3616;p4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1" name="Shape 3621"/>
        <p:cNvGrpSpPr/>
        <p:nvPr/>
      </p:nvGrpSpPr>
      <p:grpSpPr>
        <a:xfrm>
          <a:off x="0" y="0"/>
          <a:ext cx="0" cy="0"/>
          <a:chOff x="0" y="0"/>
          <a:chExt cx="0" cy="0"/>
        </a:xfrm>
      </p:grpSpPr>
      <p:sp>
        <p:nvSpPr>
          <p:cNvPr id="3622" name="Google Shape;3622;p4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3" name="Google Shape;3623;p4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9" name="Shape 3629"/>
        <p:cNvGrpSpPr/>
        <p:nvPr/>
      </p:nvGrpSpPr>
      <p:grpSpPr>
        <a:xfrm>
          <a:off x="0" y="0"/>
          <a:ext cx="0" cy="0"/>
          <a:chOff x="0" y="0"/>
          <a:chExt cx="0" cy="0"/>
        </a:xfrm>
      </p:grpSpPr>
      <p:sp>
        <p:nvSpPr>
          <p:cNvPr id="3630" name="Google Shape;3630;p4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31" name="Google Shape;3631;p4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7" name="Shape 3637"/>
        <p:cNvGrpSpPr/>
        <p:nvPr/>
      </p:nvGrpSpPr>
      <p:grpSpPr>
        <a:xfrm>
          <a:off x="0" y="0"/>
          <a:ext cx="0" cy="0"/>
          <a:chOff x="0" y="0"/>
          <a:chExt cx="0" cy="0"/>
        </a:xfrm>
      </p:grpSpPr>
      <p:sp>
        <p:nvSpPr>
          <p:cNvPr id="3638" name="Google Shape;3638;p4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39" name="Google Shape;3639;p4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5" name="Shape 3645"/>
        <p:cNvGrpSpPr/>
        <p:nvPr/>
      </p:nvGrpSpPr>
      <p:grpSpPr>
        <a:xfrm>
          <a:off x="0" y="0"/>
          <a:ext cx="0" cy="0"/>
          <a:chOff x="0" y="0"/>
          <a:chExt cx="0" cy="0"/>
        </a:xfrm>
      </p:grpSpPr>
      <p:sp>
        <p:nvSpPr>
          <p:cNvPr id="3646" name="Google Shape;3646;p4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7" name="Google Shape;3647;p4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3" name="Shape 3653"/>
        <p:cNvGrpSpPr/>
        <p:nvPr/>
      </p:nvGrpSpPr>
      <p:grpSpPr>
        <a:xfrm>
          <a:off x="0" y="0"/>
          <a:ext cx="0" cy="0"/>
          <a:chOff x="0" y="0"/>
          <a:chExt cx="0" cy="0"/>
        </a:xfrm>
      </p:grpSpPr>
      <p:sp>
        <p:nvSpPr>
          <p:cNvPr id="3654" name="Google Shape;3654;p4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55" name="Google Shape;3655;p4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1" name="Shape 3661"/>
        <p:cNvGrpSpPr/>
        <p:nvPr/>
      </p:nvGrpSpPr>
      <p:grpSpPr>
        <a:xfrm>
          <a:off x="0" y="0"/>
          <a:ext cx="0" cy="0"/>
          <a:chOff x="0" y="0"/>
          <a:chExt cx="0" cy="0"/>
        </a:xfrm>
      </p:grpSpPr>
      <p:sp>
        <p:nvSpPr>
          <p:cNvPr id="3662" name="Google Shape;3662;p4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3" name="Google Shape;3663;p4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9" name="Shape 3669"/>
        <p:cNvGrpSpPr/>
        <p:nvPr/>
      </p:nvGrpSpPr>
      <p:grpSpPr>
        <a:xfrm>
          <a:off x="0" y="0"/>
          <a:ext cx="0" cy="0"/>
          <a:chOff x="0" y="0"/>
          <a:chExt cx="0" cy="0"/>
        </a:xfrm>
      </p:grpSpPr>
      <p:sp>
        <p:nvSpPr>
          <p:cNvPr id="3670" name="Google Shape;3670;p4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1" name="Google Shape;3671;p4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7" name="Shape 3677"/>
        <p:cNvGrpSpPr/>
        <p:nvPr/>
      </p:nvGrpSpPr>
      <p:grpSpPr>
        <a:xfrm>
          <a:off x="0" y="0"/>
          <a:ext cx="0" cy="0"/>
          <a:chOff x="0" y="0"/>
          <a:chExt cx="0" cy="0"/>
        </a:xfrm>
      </p:grpSpPr>
      <p:sp>
        <p:nvSpPr>
          <p:cNvPr id="3678" name="Google Shape;3678;p4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9" name="Google Shape;3679;p4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5" name="Shape 3685"/>
        <p:cNvGrpSpPr/>
        <p:nvPr/>
      </p:nvGrpSpPr>
      <p:grpSpPr>
        <a:xfrm>
          <a:off x="0" y="0"/>
          <a:ext cx="0" cy="0"/>
          <a:chOff x="0" y="0"/>
          <a:chExt cx="0" cy="0"/>
        </a:xfrm>
      </p:grpSpPr>
      <p:sp>
        <p:nvSpPr>
          <p:cNvPr id="3686" name="Google Shape;3686;p4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87" name="Google Shape;3687;p4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5" name="Shape 3695"/>
        <p:cNvGrpSpPr/>
        <p:nvPr/>
      </p:nvGrpSpPr>
      <p:grpSpPr>
        <a:xfrm>
          <a:off x="0" y="0"/>
          <a:ext cx="0" cy="0"/>
          <a:chOff x="0" y="0"/>
          <a:chExt cx="0" cy="0"/>
        </a:xfrm>
      </p:grpSpPr>
      <p:sp>
        <p:nvSpPr>
          <p:cNvPr id="3696" name="Google Shape;3696;p4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7" name="Google Shape;3697;p4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5" name="Shape 3705"/>
        <p:cNvGrpSpPr/>
        <p:nvPr/>
      </p:nvGrpSpPr>
      <p:grpSpPr>
        <a:xfrm>
          <a:off x="0" y="0"/>
          <a:ext cx="0" cy="0"/>
          <a:chOff x="0" y="0"/>
          <a:chExt cx="0" cy="0"/>
        </a:xfrm>
      </p:grpSpPr>
      <p:sp>
        <p:nvSpPr>
          <p:cNvPr id="3706" name="Google Shape;3706;p4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07" name="Google Shape;3707;p4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3" name="Shape 3713"/>
        <p:cNvGrpSpPr/>
        <p:nvPr/>
      </p:nvGrpSpPr>
      <p:grpSpPr>
        <a:xfrm>
          <a:off x="0" y="0"/>
          <a:ext cx="0" cy="0"/>
          <a:chOff x="0" y="0"/>
          <a:chExt cx="0" cy="0"/>
        </a:xfrm>
      </p:grpSpPr>
      <p:sp>
        <p:nvSpPr>
          <p:cNvPr id="3714" name="Google Shape;3714;p4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5" name="Google Shape;3715;p4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1" name="Shape 3721"/>
        <p:cNvGrpSpPr/>
        <p:nvPr/>
      </p:nvGrpSpPr>
      <p:grpSpPr>
        <a:xfrm>
          <a:off x="0" y="0"/>
          <a:ext cx="0" cy="0"/>
          <a:chOff x="0" y="0"/>
          <a:chExt cx="0" cy="0"/>
        </a:xfrm>
      </p:grpSpPr>
      <p:sp>
        <p:nvSpPr>
          <p:cNvPr id="3722" name="Google Shape;3722;p4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3" name="Google Shape;3723;p4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1" name="Shape 3731"/>
        <p:cNvGrpSpPr/>
        <p:nvPr/>
      </p:nvGrpSpPr>
      <p:grpSpPr>
        <a:xfrm>
          <a:off x="0" y="0"/>
          <a:ext cx="0" cy="0"/>
          <a:chOff x="0" y="0"/>
          <a:chExt cx="0" cy="0"/>
        </a:xfrm>
      </p:grpSpPr>
      <p:sp>
        <p:nvSpPr>
          <p:cNvPr id="3732" name="Google Shape;3732;p4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3" name="Google Shape;3733;p4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1" name="Shape 3741"/>
        <p:cNvGrpSpPr/>
        <p:nvPr/>
      </p:nvGrpSpPr>
      <p:grpSpPr>
        <a:xfrm>
          <a:off x="0" y="0"/>
          <a:ext cx="0" cy="0"/>
          <a:chOff x="0" y="0"/>
          <a:chExt cx="0" cy="0"/>
        </a:xfrm>
      </p:grpSpPr>
      <p:sp>
        <p:nvSpPr>
          <p:cNvPr id="3742" name="Google Shape;3742;p4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3" name="Google Shape;3743;p4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9" name="Shape 3749"/>
        <p:cNvGrpSpPr/>
        <p:nvPr/>
      </p:nvGrpSpPr>
      <p:grpSpPr>
        <a:xfrm>
          <a:off x="0" y="0"/>
          <a:ext cx="0" cy="0"/>
          <a:chOff x="0" y="0"/>
          <a:chExt cx="0" cy="0"/>
        </a:xfrm>
      </p:grpSpPr>
      <p:sp>
        <p:nvSpPr>
          <p:cNvPr id="3750" name="Google Shape;3750;p4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1" name="Google Shape;3751;p4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7" name="Shape 3757"/>
        <p:cNvGrpSpPr/>
        <p:nvPr/>
      </p:nvGrpSpPr>
      <p:grpSpPr>
        <a:xfrm>
          <a:off x="0" y="0"/>
          <a:ext cx="0" cy="0"/>
          <a:chOff x="0" y="0"/>
          <a:chExt cx="0" cy="0"/>
        </a:xfrm>
      </p:grpSpPr>
      <p:sp>
        <p:nvSpPr>
          <p:cNvPr id="3758" name="Google Shape;3758;p4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9" name="Google Shape;3759;p4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5" name="Shape 3765"/>
        <p:cNvGrpSpPr/>
        <p:nvPr/>
      </p:nvGrpSpPr>
      <p:grpSpPr>
        <a:xfrm>
          <a:off x="0" y="0"/>
          <a:ext cx="0" cy="0"/>
          <a:chOff x="0" y="0"/>
          <a:chExt cx="0" cy="0"/>
        </a:xfrm>
      </p:grpSpPr>
      <p:sp>
        <p:nvSpPr>
          <p:cNvPr id="3766" name="Google Shape;3766;p4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7" name="Google Shape;3767;p4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3" name="Shape 3773"/>
        <p:cNvGrpSpPr/>
        <p:nvPr/>
      </p:nvGrpSpPr>
      <p:grpSpPr>
        <a:xfrm>
          <a:off x="0" y="0"/>
          <a:ext cx="0" cy="0"/>
          <a:chOff x="0" y="0"/>
          <a:chExt cx="0" cy="0"/>
        </a:xfrm>
      </p:grpSpPr>
      <p:sp>
        <p:nvSpPr>
          <p:cNvPr id="3774" name="Google Shape;3774;p4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5" name="Google Shape;3775;p4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1" name="Shape 3781"/>
        <p:cNvGrpSpPr/>
        <p:nvPr/>
      </p:nvGrpSpPr>
      <p:grpSpPr>
        <a:xfrm>
          <a:off x="0" y="0"/>
          <a:ext cx="0" cy="0"/>
          <a:chOff x="0" y="0"/>
          <a:chExt cx="0" cy="0"/>
        </a:xfrm>
      </p:grpSpPr>
      <p:sp>
        <p:nvSpPr>
          <p:cNvPr id="3782" name="Google Shape;3782;p4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3" name="Google Shape;3783;p4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9" name="Shape 3789"/>
        <p:cNvGrpSpPr/>
        <p:nvPr/>
      </p:nvGrpSpPr>
      <p:grpSpPr>
        <a:xfrm>
          <a:off x="0" y="0"/>
          <a:ext cx="0" cy="0"/>
          <a:chOff x="0" y="0"/>
          <a:chExt cx="0" cy="0"/>
        </a:xfrm>
      </p:grpSpPr>
      <p:sp>
        <p:nvSpPr>
          <p:cNvPr id="3790" name="Google Shape;3790;p4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91" name="Google Shape;3791;p4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7" name="Shape 3797"/>
        <p:cNvGrpSpPr/>
        <p:nvPr/>
      </p:nvGrpSpPr>
      <p:grpSpPr>
        <a:xfrm>
          <a:off x="0" y="0"/>
          <a:ext cx="0" cy="0"/>
          <a:chOff x="0" y="0"/>
          <a:chExt cx="0" cy="0"/>
        </a:xfrm>
      </p:grpSpPr>
      <p:sp>
        <p:nvSpPr>
          <p:cNvPr id="3798" name="Google Shape;3798;p4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99" name="Google Shape;3799;p4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5" name="Shape 3805"/>
        <p:cNvGrpSpPr/>
        <p:nvPr/>
      </p:nvGrpSpPr>
      <p:grpSpPr>
        <a:xfrm>
          <a:off x="0" y="0"/>
          <a:ext cx="0" cy="0"/>
          <a:chOff x="0" y="0"/>
          <a:chExt cx="0" cy="0"/>
        </a:xfrm>
      </p:grpSpPr>
      <p:sp>
        <p:nvSpPr>
          <p:cNvPr id="3806" name="Google Shape;3806;p4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7" name="Google Shape;3807;p4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3" name="Shape 3813"/>
        <p:cNvGrpSpPr/>
        <p:nvPr/>
      </p:nvGrpSpPr>
      <p:grpSpPr>
        <a:xfrm>
          <a:off x="0" y="0"/>
          <a:ext cx="0" cy="0"/>
          <a:chOff x="0" y="0"/>
          <a:chExt cx="0" cy="0"/>
        </a:xfrm>
      </p:grpSpPr>
      <p:sp>
        <p:nvSpPr>
          <p:cNvPr id="3814" name="Google Shape;3814;p4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5" name="Google Shape;3815;p4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1" name="Shape 3821"/>
        <p:cNvGrpSpPr/>
        <p:nvPr/>
      </p:nvGrpSpPr>
      <p:grpSpPr>
        <a:xfrm>
          <a:off x="0" y="0"/>
          <a:ext cx="0" cy="0"/>
          <a:chOff x="0" y="0"/>
          <a:chExt cx="0" cy="0"/>
        </a:xfrm>
      </p:grpSpPr>
      <p:sp>
        <p:nvSpPr>
          <p:cNvPr id="3822" name="Google Shape;3822;p4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3" name="Google Shape;3823;p4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9" name="Shape 3829"/>
        <p:cNvGrpSpPr/>
        <p:nvPr/>
      </p:nvGrpSpPr>
      <p:grpSpPr>
        <a:xfrm>
          <a:off x="0" y="0"/>
          <a:ext cx="0" cy="0"/>
          <a:chOff x="0" y="0"/>
          <a:chExt cx="0" cy="0"/>
        </a:xfrm>
      </p:grpSpPr>
      <p:sp>
        <p:nvSpPr>
          <p:cNvPr id="3830" name="Google Shape;3830;p4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31" name="Google Shape;3831;p4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7" name="Shape 3837"/>
        <p:cNvGrpSpPr/>
        <p:nvPr/>
      </p:nvGrpSpPr>
      <p:grpSpPr>
        <a:xfrm>
          <a:off x="0" y="0"/>
          <a:ext cx="0" cy="0"/>
          <a:chOff x="0" y="0"/>
          <a:chExt cx="0" cy="0"/>
        </a:xfrm>
      </p:grpSpPr>
      <p:sp>
        <p:nvSpPr>
          <p:cNvPr id="3838" name="Google Shape;3838;p4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39" name="Google Shape;3839;p4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5" name="Shape 3845"/>
        <p:cNvGrpSpPr/>
        <p:nvPr/>
      </p:nvGrpSpPr>
      <p:grpSpPr>
        <a:xfrm>
          <a:off x="0" y="0"/>
          <a:ext cx="0" cy="0"/>
          <a:chOff x="0" y="0"/>
          <a:chExt cx="0" cy="0"/>
        </a:xfrm>
      </p:grpSpPr>
      <p:sp>
        <p:nvSpPr>
          <p:cNvPr id="3846" name="Google Shape;3846;p4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7" name="Google Shape;3847;p4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3" name="Shape 3853"/>
        <p:cNvGrpSpPr/>
        <p:nvPr/>
      </p:nvGrpSpPr>
      <p:grpSpPr>
        <a:xfrm>
          <a:off x="0" y="0"/>
          <a:ext cx="0" cy="0"/>
          <a:chOff x="0" y="0"/>
          <a:chExt cx="0" cy="0"/>
        </a:xfrm>
      </p:grpSpPr>
      <p:sp>
        <p:nvSpPr>
          <p:cNvPr id="3854" name="Google Shape;3854;p4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5" name="Google Shape;3855;p4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1" name="Shape 3861"/>
        <p:cNvGrpSpPr/>
        <p:nvPr/>
      </p:nvGrpSpPr>
      <p:grpSpPr>
        <a:xfrm>
          <a:off x="0" y="0"/>
          <a:ext cx="0" cy="0"/>
          <a:chOff x="0" y="0"/>
          <a:chExt cx="0" cy="0"/>
        </a:xfrm>
      </p:grpSpPr>
      <p:sp>
        <p:nvSpPr>
          <p:cNvPr id="3862" name="Google Shape;3862;p4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3" name="Google Shape;3863;p4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9" name="Shape 3869"/>
        <p:cNvGrpSpPr/>
        <p:nvPr/>
      </p:nvGrpSpPr>
      <p:grpSpPr>
        <a:xfrm>
          <a:off x="0" y="0"/>
          <a:ext cx="0" cy="0"/>
          <a:chOff x="0" y="0"/>
          <a:chExt cx="0" cy="0"/>
        </a:xfrm>
      </p:grpSpPr>
      <p:sp>
        <p:nvSpPr>
          <p:cNvPr id="3870" name="Google Shape;3870;p4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1" name="Google Shape;3871;p4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7" name="Shape 3877"/>
        <p:cNvGrpSpPr/>
        <p:nvPr/>
      </p:nvGrpSpPr>
      <p:grpSpPr>
        <a:xfrm>
          <a:off x="0" y="0"/>
          <a:ext cx="0" cy="0"/>
          <a:chOff x="0" y="0"/>
          <a:chExt cx="0" cy="0"/>
        </a:xfrm>
      </p:grpSpPr>
      <p:sp>
        <p:nvSpPr>
          <p:cNvPr id="3878" name="Google Shape;3878;p4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9" name="Google Shape;3879;p4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5" name="Shape 3885"/>
        <p:cNvGrpSpPr/>
        <p:nvPr/>
      </p:nvGrpSpPr>
      <p:grpSpPr>
        <a:xfrm>
          <a:off x="0" y="0"/>
          <a:ext cx="0" cy="0"/>
          <a:chOff x="0" y="0"/>
          <a:chExt cx="0" cy="0"/>
        </a:xfrm>
      </p:grpSpPr>
      <p:sp>
        <p:nvSpPr>
          <p:cNvPr id="3886" name="Google Shape;3886;p4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7" name="Google Shape;3887;p4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4" name="Shape 3894"/>
        <p:cNvGrpSpPr/>
        <p:nvPr/>
      </p:nvGrpSpPr>
      <p:grpSpPr>
        <a:xfrm>
          <a:off x="0" y="0"/>
          <a:ext cx="0" cy="0"/>
          <a:chOff x="0" y="0"/>
          <a:chExt cx="0" cy="0"/>
        </a:xfrm>
      </p:grpSpPr>
      <p:sp>
        <p:nvSpPr>
          <p:cNvPr id="3895" name="Google Shape;3895;p4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96" name="Google Shape;3896;p4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3" name="Shape 3903"/>
        <p:cNvGrpSpPr/>
        <p:nvPr/>
      </p:nvGrpSpPr>
      <p:grpSpPr>
        <a:xfrm>
          <a:off x="0" y="0"/>
          <a:ext cx="0" cy="0"/>
          <a:chOff x="0" y="0"/>
          <a:chExt cx="0" cy="0"/>
        </a:xfrm>
      </p:grpSpPr>
      <p:sp>
        <p:nvSpPr>
          <p:cNvPr id="3904" name="Google Shape;3904;p4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05" name="Google Shape;3905;p4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1" name="Shape 3911"/>
        <p:cNvGrpSpPr/>
        <p:nvPr/>
      </p:nvGrpSpPr>
      <p:grpSpPr>
        <a:xfrm>
          <a:off x="0" y="0"/>
          <a:ext cx="0" cy="0"/>
          <a:chOff x="0" y="0"/>
          <a:chExt cx="0" cy="0"/>
        </a:xfrm>
      </p:grpSpPr>
      <p:sp>
        <p:nvSpPr>
          <p:cNvPr id="3912" name="Google Shape;3912;p4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3" name="Google Shape;3913;p4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1" name="Shape 3921"/>
        <p:cNvGrpSpPr/>
        <p:nvPr/>
      </p:nvGrpSpPr>
      <p:grpSpPr>
        <a:xfrm>
          <a:off x="0" y="0"/>
          <a:ext cx="0" cy="0"/>
          <a:chOff x="0" y="0"/>
          <a:chExt cx="0" cy="0"/>
        </a:xfrm>
      </p:grpSpPr>
      <p:sp>
        <p:nvSpPr>
          <p:cNvPr id="3922" name="Google Shape;3922;p4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23" name="Google Shape;3923;p4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9" name="Shape 3929"/>
        <p:cNvGrpSpPr/>
        <p:nvPr/>
      </p:nvGrpSpPr>
      <p:grpSpPr>
        <a:xfrm>
          <a:off x="0" y="0"/>
          <a:ext cx="0" cy="0"/>
          <a:chOff x="0" y="0"/>
          <a:chExt cx="0" cy="0"/>
        </a:xfrm>
      </p:grpSpPr>
      <p:sp>
        <p:nvSpPr>
          <p:cNvPr id="3930" name="Google Shape;3930;p4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1" name="Google Shape;3931;p4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6" name="Shape 3936"/>
        <p:cNvGrpSpPr/>
        <p:nvPr/>
      </p:nvGrpSpPr>
      <p:grpSpPr>
        <a:xfrm>
          <a:off x="0" y="0"/>
          <a:ext cx="0" cy="0"/>
          <a:chOff x="0" y="0"/>
          <a:chExt cx="0" cy="0"/>
        </a:xfrm>
      </p:grpSpPr>
      <p:sp>
        <p:nvSpPr>
          <p:cNvPr id="3937" name="Google Shape;3937;p4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8" name="Google Shape;3938;p4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3" name="Shape 3943"/>
        <p:cNvGrpSpPr/>
        <p:nvPr/>
      </p:nvGrpSpPr>
      <p:grpSpPr>
        <a:xfrm>
          <a:off x="0" y="0"/>
          <a:ext cx="0" cy="0"/>
          <a:chOff x="0" y="0"/>
          <a:chExt cx="0" cy="0"/>
        </a:xfrm>
      </p:grpSpPr>
      <p:sp>
        <p:nvSpPr>
          <p:cNvPr id="3944" name="Google Shape;3944;p4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5" name="Google Shape;3945;p4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0" name="Shape 3950"/>
        <p:cNvGrpSpPr/>
        <p:nvPr/>
      </p:nvGrpSpPr>
      <p:grpSpPr>
        <a:xfrm>
          <a:off x="0" y="0"/>
          <a:ext cx="0" cy="0"/>
          <a:chOff x="0" y="0"/>
          <a:chExt cx="0" cy="0"/>
        </a:xfrm>
      </p:grpSpPr>
      <p:sp>
        <p:nvSpPr>
          <p:cNvPr id="3951" name="Google Shape;3951;p4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2" name="Google Shape;3952;p4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7" name="Shape 3957"/>
        <p:cNvGrpSpPr/>
        <p:nvPr/>
      </p:nvGrpSpPr>
      <p:grpSpPr>
        <a:xfrm>
          <a:off x="0" y="0"/>
          <a:ext cx="0" cy="0"/>
          <a:chOff x="0" y="0"/>
          <a:chExt cx="0" cy="0"/>
        </a:xfrm>
      </p:grpSpPr>
      <p:sp>
        <p:nvSpPr>
          <p:cNvPr id="3958" name="Google Shape;3958;p4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9" name="Google Shape;3959;p4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4" name="Shape 3964"/>
        <p:cNvGrpSpPr/>
        <p:nvPr/>
      </p:nvGrpSpPr>
      <p:grpSpPr>
        <a:xfrm>
          <a:off x="0" y="0"/>
          <a:ext cx="0" cy="0"/>
          <a:chOff x="0" y="0"/>
          <a:chExt cx="0" cy="0"/>
        </a:xfrm>
      </p:grpSpPr>
      <p:sp>
        <p:nvSpPr>
          <p:cNvPr id="3965" name="Google Shape;3965;p4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6" name="Google Shape;3966;p4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1" name="Shape 3971"/>
        <p:cNvGrpSpPr/>
        <p:nvPr/>
      </p:nvGrpSpPr>
      <p:grpSpPr>
        <a:xfrm>
          <a:off x="0" y="0"/>
          <a:ext cx="0" cy="0"/>
          <a:chOff x="0" y="0"/>
          <a:chExt cx="0" cy="0"/>
        </a:xfrm>
      </p:grpSpPr>
      <p:sp>
        <p:nvSpPr>
          <p:cNvPr id="3972" name="Google Shape;3972;p4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73" name="Google Shape;3973;p4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8" name="Shape 3978"/>
        <p:cNvGrpSpPr/>
        <p:nvPr/>
      </p:nvGrpSpPr>
      <p:grpSpPr>
        <a:xfrm>
          <a:off x="0" y="0"/>
          <a:ext cx="0" cy="0"/>
          <a:chOff x="0" y="0"/>
          <a:chExt cx="0" cy="0"/>
        </a:xfrm>
      </p:grpSpPr>
      <p:sp>
        <p:nvSpPr>
          <p:cNvPr id="3979" name="Google Shape;3979;p4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80" name="Google Shape;3980;p4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5" name="Shape 3985"/>
        <p:cNvGrpSpPr/>
        <p:nvPr/>
      </p:nvGrpSpPr>
      <p:grpSpPr>
        <a:xfrm>
          <a:off x="0" y="0"/>
          <a:ext cx="0" cy="0"/>
          <a:chOff x="0" y="0"/>
          <a:chExt cx="0" cy="0"/>
        </a:xfrm>
      </p:grpSpPr>
      <p:sp>
        <p:nvSpPr>
          <p:cNvPr id="3986" name="Google Shape;3986;p4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87" name="Google Shape;3987;p4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2" name="Shape 3992"/>
        <p:cNvGrpSpPr/>
        <p:nvPr/>
      </p:nvGrpSpPr>
      <p:grpSpPr>
        <a:xfrm>
          <a:off x="0" y="0"/>
          <a:ext cx="0" cy="0"/>
          <a:chOff x="0" y="0"/>
          <a:chExt cx="0" cy="0"/>
        </a:xfrm>
      </p:grpSpPr>
      <p:sp>
        <p:nvSpPr>
          <p:cNvPr id="3993" name="Google Shape;3993;p4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94" name="Google Shape;3994;p4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0" name="Shape 4000"/>
        <p:cNvGrpSpPr/>
        <p:nvPr/>
      </p:nvGrpSpPr>
      <p:grpSpPr>
        <a:xfrm>
          <a:off x="0" y="0"/>
          <a:ext cx="0" cy="0"/>
          <a:chOff x="0" y="0"/>
          <a:chExt cx="0" cy="0"/>
        </a:xfrm>
      </p:grpSpPr>
      <p:sp>
        <p:nvSpPr>
          <p:cNvPr id="4001" name="Google Shape;4001;p4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2" name="Google Shape;4002;p4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8" name="Shape 4008"/>
        <p:cNvGrpSpPr/>
        <p:nvPr/>
      </p:nvGrpSpPr>
      <p:grpSpPr>
        <a:xfrm>
          <a:off x="0" y="0"/>
          <a:ext cx="0" cy="0"/>
          <a:chOff x="0" y="0"/>
          <a:chExt cx="0" cy="0"/>
        </a:xfrm>
      </p:grpSpPr>
      <p:sp>
        <p:nvSpPr>
          <p:cNvPr id="4009" name="Google Shape;4009;p4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0" name="Google Shape;4010;p4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6" name="Shape 4016"/>
        <p:cNvGrpSpPr/>
        <p:nvPr/>
      </p:nvGrpSpPr>
      <p:grpSpPr>
        <a:xfrm>
          <a:off x="0" y="0"/>
          <a:ext cx="0" cy="0"/>
          <a:chOff x="0" y="0"/>
          <a:chExt cx="0" cy="0"/>
        </a:xfrm>
      </p:grpSpPr>
      <p:sp>
        <p:nvSpPr>
          <p:cNvPr id="4017" name="Google Shape;4017;p4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8" name="Google Shape;4018;p4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4" name="Shape 4024"/>
        <p:cNvGrpSpPr/>
        <p:nvPr/>
      </p:nvGrpSpPr>
      <p:grpSpPr>
        <a:xfrm>
          <a:off x="0" y="0"/>
          <a:ext cx="0" cy="0"/>
          <a:chOff x="0" y="0"/>
          <a:chExt cx="0" cy="0"/>
        </a:xfrm>
      </p:grpSpPr>
      <p:sp>
        <p:nvSpPr>
          <p:cNvPr id="4025" name="Google Shape;4025;p4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26" name="Google Shape;4026;p4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1" name="Shape 4031"/>
        <p:cNvGrpSpPr/>
        <p:nvPr/>
      </p:nvGrpSpPr>
      <p:grpSpPr>
        <a:xfrm>
          <a:off x="0" y="0"/>
          <a:ext cx="0" cy="0"/>
          <a:chOff x="0" y="0"/>
          <a:chExt cx="0" cy="0"/>
        </a:xfrm>
      </p:grpSpPr>
      <p:sp>
        <p:nvSpPr>
          <p:cNvPr id="4032" name="Google Shape;4032;p4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3" name="Google Shape;4033;p4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9" name="Shape 4039"/>
        <p:cNvGrpSpPr/>
        <p:nvPr/>
      </p:nvGrpSpPr>
      <p:grpSpPr>
        <a:xfrm>
          <a:off x="0" y="0"/>
          <a:ext cx="0" cy="0"/>
          <a:chOff x="0" y="0"/>
          <a:chExt cx="0" cy="0"/>
        </a:xfrm>
      </p:grpSpPr>
      <p:sp>
        <p:nvSpPr>
          <p:cNvPr id="4040" name="Google Shape;4040;p4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1" name="Google Shape;4041;p4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7" name="Shape 4047"/>
        <p:cNvGrpSpPr/>
        <p:nvPr/>
      </p:nvGrpSpPr>
      <p:grpSpPr>
        <a:xfrm>
          <a:off x="0" y="0"/>
          <a:ext cx="0" cy="0"/>
          <a:chOff x="0" y="0"/>
          <a:chExt cx="0" cy="0"/>
        </a:xfrm>
      </p:grpSpPr>
      <p:sp>
        <p:nvSpPr>
          <p:cNvPr id="4048" name="Google Shape;4048;p5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9" name="Google Shape;4049;p5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5" name="Shape 4055"/>
        <p:cNvGrpSpPr/>
        <p:nvPr/>
      </p:nvGrpSpPr>
      <p:grpSpPr>
        <a:xfrm>
          <a:off x="0" y="0"/>
          <a:ext cx="0" cy="0"/>
          <a:chOff x="0" y="0"/>
          <a:chExt cx="0" cy="0"/>
        </a:xfrm>
      </p:grpSpPr>
      <p:sp>
        <p:nvSpPr>
          <p:cNvPr id="4056" name="Google Shape;4056;p5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7" name="Google Shape;4057;p5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2" name="Shape 4062"/>
        <p:cNvGrpSpPr/>
        <p:nvPr/>
      </p:nvGrpSpPr>
      <p:grpSpPr>
        <a:xfrm>
          <a:off x="0" y="0"/>
          <a:ext cx="0" cy="0"/>
          <a:chOff x="0" y="0"/>
          <a:chExt cx="0" cy="0"/>
        </a:xfrm>
      </p:grpSpPr>
      <p:sp>
        <p:nvSpPr>
          <p:cNvPr id="4063" name="Google Shape;4063;p5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4" name="Google Shape;4064;p5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0" name="Shape 4070"/>
        <p:cNvGrpSpPr/>
        <p:nvPr/>
      </p:nvGrpSpPr>
      <p:grpSpPr>
        <a:xfrm>
          <a:off x="0" y="0"/>
          <a:ext cx="0" cy="0"/>
          <a:chOff x="0" y="0"/>
          <a:chExt cx="0" cy="0"/>
        </a:xfrm>
      </p:grpSpPr>
      <p:sp>
        <p:nvSpPr>
          <p:cNvPr id="4071" name="Google Shape;4071;p5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2" name="Google Shape;4072;p5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7" name="Shape 4077"/>
        <p:cNvGrpSpPr/>
        <p:nvPr/>
      </p:nvGrpSpPr>
      <p:grpSpPr>
        <a:xfrm>
          <a:off x="0" y="0"/>
          <a:ext cx="0" cy="0"/>
          <a:chOff x="0" y="0"/>
          <a:chExt cx="0" cy="0"/>
        </a:xfrm>
      </p:grpSpPr>
      <p:sp>
        <p:nvSpPr>
          <p:cNvPr id="4078" name="Google Shape;4078;p5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9" name="Google Shape;4079;p5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5" name="Shape 4085"/>
        <p:cNvGrpSpPr/>
        <p:nvPr/>
      </p:nvGrpSpPr>
      <p:grpSpPr>
        <a:xfrm>
          <a:off x="0" y="0"/>
          <a:ext cx="0" cy="0"/>
          <a:chOff x="0" y="0"/>
          <a:chExt cx="0" cy="0"/>
        </a:xfrm>
      </p:grpSpPr>
      <p:sp>
        <p:nvSpPr>
          <p:cNvPr id="4086" name="Google Shape;4086;p5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87" name="Google Shape;4087;p5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2" name="Shape 4092"/>
        <p:cNvGrpSpPr/>
        <p:nvPr/>
      </p:nvGrpSpPr>
      <p:grpSpPr>
        <a:xfrm>
          <a:off x="0" y="0"/>
          <a:ext cx="0" cy="0"/>
          <a:chOff x="0" y="0"/>
          <a:chExt cx="0" cy="0"/>
        </a:xfrm>
      </p:grpSpPr>
      <p:sp>
        <p:nvSpPr>
          <p:cNvPr id="4093" name="Google Shape;4093;p5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94" name="Google Shape;4094;p5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0" name="Shape 4100"/>
        <p:cNvGrpSpPr/>
        <p:nvPr/>
      </p:nvGrpSpPr>
      <p:grpSpPr>
        <a:xfrm>
          <a:off x="0" y="0"/>
          <a:ext cx="0" cy="0"/>
          <a:chOff x="0" y="0"/>
          <a:chExt cx="0" cy="0"/>
        </a:xfrm>
      </p:grpSpPr>
      <p:sp>
        <p:nvSpPr>
          <p:cNvPr id="4101" name="Google Shape;4101;p5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2" name="Google Shape;4102;p5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8" name="Shape 4108"/>
        <p:cNvGrpSpPr/>
        <p:nvPr/>
      </p:nvGrpSpPr>
      <p:grpSpPr>
        <a:xfrm>
          <a:off x="0" y="0"/>
          <a:ext cx="0" cy="0"/>
          <a:chOff x="0" y="0"/>
          <a:chExt cx="0" cy="0"/>
        </a:xfrm>
      </p:grpSpPr>
      <p:sp>
        <p:nvSpPr>
          <p:cNvPr id="4109" name="Google Shape;4109;p5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0" name="Google Shape;4110;p5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5" name="Shape 4115"/>
        <p:cNvGrpSpPr/>
        <p:nvPr/>
      </p:nvGrpSpPr>
      <p:grpSpPr>
        <a:xfrm>
          <a:off x="0" y="0"/>
          <a:ext cx="0" cy="0"/>
          <a:chOff x="0" y="0"/>
          <a:chExt cx="0" cy="0"/>
        </a:xfrm>
      </p:grpSpPr>
      <p:sp>
        <p:nvSpPr>
          <p:cNvPr id="4116" name="Google Shape;4116;p5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7" name="Google Shape;4117;p5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2" name="Shape 4122"/>
        <p:cNvGrpSpPr/>
        <p:nvPr/>
      </p:nvGrpSpPr>
      <p:grpSpPr>
        <a:xfrm>
          <a:off x="0" y="0"/>
          <a:ext cx="0" cy="0"/>
          <a:chOff x="0" y="0"/>
          <a:chExt cx="0" cy="0"/>
        </a:xfrm>
      </p:grpSpPr>
      <p:sp>
        <p:nvSpPr>
          <p:cNvPr id="4123" name="Google Shape;4123;p5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24" name="Google Shape;4124;p5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8" name="Shape 4128"/>
        <p:cNvGrpSpPr/>
        <p:nvPr/>
      </p:nvGrpSpPr>
      <p:grpSpPr>
        <a:xfrm>
          <a:off x="0" y="0"/>
          <a:ext cx="0" cy="0"/>
          <a:chOff x="0" y="0"/>
          <a:chExt cx="0" cy="0"/>
        </a:xfrm>
      </p:grpSpPr>
      <p:sp>
        <p:nvSpPr>
          <p:cNvPr id="4129" name="Google Shape;4129;p5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0" name="Google Shape;4130;p5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4" name="Shape 4134"/>
        <p:cNvGrpSpPr/>
        <p:nvPr/>
      </p:nvGrpSpPr>
      <p:grpSpPr>
        <a:xfrm>
          <a:off x="0" y="0"/>
          <a:ext cx="0" cy="0"/>
          <a:chOff x="0" y="0"/>
          <a:chExt cx="0" cy="0"/>
        </a:xfrm>
      </p:grpSpPr>
      <p:sp>
        <p:nvSpPr>
          <p:cNvPr id="4135" name="Google Shape;4135;p5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6" name="Google Shape;4136;p5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0" name="Shape 4140"/>
        <p:cNvGrpSpPr/>
        <p:nvPr/>
      </p:nvGrpSpPr>
      <p:grpSpPr>
        <a:xfrm>
          <a:off x="0" y="0"/>
          <a:ext cx="0" cy="0"/>
          <a:chOff x="0" y="0"/>
          <a:chExt cx="0" cy="0"/>
        </a:xfrm>
      </p:grpSpPr>
      <p:sp>
        <p:nvSpPr>
          <p:cNvPr id="4141" name="Google Shape;4141;p5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2" name="Google Shape;4142;p5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6" name="Shape 4146"/>
        <p:cNvGrpSpPr/>
        <p:nvPr/>
      </p:nvGrpSpPr>
      <p:grpSpPr>
        <a:xfrm>
          <a:off x="0" y="0"/>
          <a:ext cx="0" cy="0"/>
          <a:chOff x="0" y="0"/>
          <a:chExt cx="0" cy="0"/>
        </a:xfrm>
      </p:grpSpPr>
      <p:sp>
        <p:nvSpPr>
          <p:cNvPr id="4147" name="Google Shape;4147;p5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8" name="Google Shape;4148;p5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2" name="Shape 4152"/>
        <p:cNvGrpSpPr/>
        <p:nvPr/>
      </p:nvGrpSpPr>
      <p:grpSpPr>
        <a:xfrm>
          <a:off x="0" y="0"/>
          <a:ext cx="0" cy="0"/>
          <a:chOff x="0" y="0"/>
          <a:chExt cx="0" cy="0"/>
        </a:xfrm>
      </p:grpSpPr>
      <p:sp>
        <p:nvSpPr>
          <p:cNvPr id="4153" name="Google Shape;4153;p5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54" name="Google Shape;4154;p5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8" name="Shape 4158"/>
        <p:cNvGrpSpPr/>
        <p:nvPr/>
      </p:nvGrpSpPr>
      <p:grpSpPr>
        <a:xfrm>
          <a:off x="0" y="0"/>
          <a:ext cx="0" cy="0"/>
          <a:chOff x="0" y="0"/>
          <a:chExt cx="0" cy="0"/>
        </a:xfrm>
      </p:grpSpPr>
      <p:sp>
        <p:nvSpPr>
          <p:cNvPr id="4159" name="Google Shape;4159;p5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0" name="Google Shape;4160;p5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4" name="Shape 4164"/>
        <p:cNvGrpSpPr/>
        <p:nvPr/>
      </p:nvGrpSpPr>
      <p:grpSpPr>
        <a:xfrm>
          <a:off x="0" y="0"/>
          <a:ext cx="0" cy="0"/>
          <a:chOff x="0" y="0"/>
          <a:chExt cx="0" cy="0"/>
        </a:xfrm>
      </p:grpSpPr>
      <p:sp>
        <p:nvSpPr>
          <p:cNvPr id="4165" name="Google Shape;4165;p5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6" name="Google Shape;4166;p5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1" name="Shape 4171"/>
        <p:cNvGrpSpPr/>
        <p:nvPr/>
      </p:nvGrpSpPr>
      <p:grpSpPr>
        <a:xfrm>
          <a:off x="0" y="0"/>
          <a:ext cx="0" cy="0"/>
          <a:chOff x="0" y="0"/>
          <a:chExt cx="0" cy="0"/>
        </a:xfrm>
      </p:grpSpPr>
      <p:sp>
        <p:nvSpPr>
          <p:cNvPr id="4172" name="Google Shape;4172;p5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3" name="Google Shape;4173;p5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9" name="Shape 4179"/>
        <p:cNvGrpSpPr/>
        <p:nvPr/>
      </p:nvGrpSpPr>
      <p:grpSpPr>
        <a:xfrm>
          <a:off x="0" y="0"/>
          <a:ext cx="0" cy="0"/>
          <a:chOff x="0" y="0"/>
          <a:chExt cx="0" cy="0"/>
        </a:xfrm>
      </p:grpSpPr>
      <p:sp>
        <p:nvSpPr>
          <p:cNvPr id="4180" name="Google Shape;4180;p5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1" name="Google Shape;4181;p5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5" name="Shape 4185"/>
        <p:cNvGrpSpPr/>
        <p:nvPr/>
      </p:nvGrpSpPr>
      <p:grpSpPr>
        <a:xfrm>
          <a:off x="0" y="0"/>
          <a:ext cx="0" cy="0"/>
          <a:chOff x="0" y="0"/>
          <a:chExt cx="0" cy="0"/>
        </a:xfrm>
      </p:grpSpPr>
      <p:sp>
        <p:nvSpPr>
          <p:cNvPr id="4186" name="Google Shape;4186;p5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7" name="Google Shape;4187;p5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1" name="Shape 4191"/>
        <p:cNvGrpSpPr/>
        <p:nvPr/>
      </p:nvGrpSpPr>
      <p:grpSpPr>
        <a:xfrm>
          <a:off x="0" y="0"/>
          <a:ext cx="0" cy="0"/>
          <a:chOff x="0" y="0"/>
          <a:chExt cx="0" cy="0"/>
        </a:xfrm>
      </p:grpSpPr>
      <p:sp>
        <p:nvSpPr>
          <p:cNvPr id="4192" name="Google Shape;4192;p5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93" name="Google Shape;4193;p5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7" name="Shape 4197"/>
        <p:cNvGrpSpPr/>
        <p:nvPr/>
      </p:nvGrpSpPr>
      <p:grpSpPr>
        <a:xfrm>
          <a:off x="0" y="0"/>
          <a:ext cx="0" cy="0"/>
          <a:chOff x="0" y="0"/>
          <a:chExt cx="0" cy="0"/>
        </a:xfrm>
      </p:grpSpPr>
      <p:sp>
        <p:nvSpPr>
          <p:cNvPr id="4198" name="Google Shape;4198;p5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99" name="Google Shape;4199;p5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3" name="Shape 4203"/>
        <p:cNvGrpSpPr/>
        <p:nvPr/>
      </p:nvGrpSpPr>
      <p:grpSpPr>
        <a:xfrm>
          <a:off x="0" y="0"/>
          <a:ext cx="0" cy="0"/>
          <a:chOff x="0" y="0"/>
          <a:chExt cx="0" cy="0"/>
        </a:xfrm>
      </p:grpSpPr>
      <p:sp>
        <p:nvSpPr>
          <p:cNvPr id="4204" name="Google Shape;4204;p5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5" name="Google Shape;4205;p5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9" name="Shape 4209"/>
        <p:cNvGrpSpPr/>
        <p:nvPr/>
      </p:nvGrpSpPr>
      <p:grpSpPr>
        <a:xfrm>
          <a:off x="0" y="0"/>
          <a:ext cx="0" cy="0"/>
          <a:chOff x="0" y="0"/>
          <a:chExt cx="0" cy="0"/>
        </a:xfrm>
      </p:grpSpPr>
      <p:sp>
        <p:nvSpPr>
          <p:cNvPr id="4210" name="Google Shape;4210;p5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1" name="Google Shape;4211;p5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7" name="Shape 4217"/>
        <p:cNvGrpSpPr/>
        <p:nvPr/>
      </p:nvGrpSpPr>
      <p:grpSpPr>
        <a:xfrm>
          <a:off x="0" y="0"/>
          <a:ext cx="0" cy="0"/>
          <a:chOff x="0" y="0"/>
          <a:chExt cx="0" cy="0"/>
        </a:xfrm>
      </p:grpSpPr>
      <p:sp>
        <p:nvSpPr>
          <p:cNvPr id="4218" name="Google Shape;4218;p5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9" name="Google Shape;4219;p5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3" name="Shape 4223"/>
        <p:cNvGrpSpPr/>
        <p:nvPr/>
      </p:nvGrpSpPr>
      <p:grpSpPr>
        <a:xfrm>
          <a:off x="0" y="0"/>
          <a:ext cx="0" cy="0"/>
          <a:chOff x="0" y="0"/>
          <a:chExt cx="0" cy="0"/>
        </a:xfrm>
      </p:grpSpPr>
      <p:sp>
        <p:nvSpPr>
          <p:cNvPr id="4224" name="Google Shape;4224;p5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25" name="Google Shape;4225;p5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9" name="Shape 4229"/>
        <p:cNvGrpSpPr/>
        <p:nvPr/>
      </p:nvGrpSpPr>
      <p:grpSpPr>
        <a:xfrm>
          <a:off x="0" y="0"/>
          <a:ext cx="0" cy="0"/>
          <a:chOff x="0" y="0"/>
          <a:chExt cx="0" cy="0"/>
        </a:xfrm>
      </p:grpSpPr>
      <p:sp>
        <p:nvSpPr>
          <p:cNvPr id="4230" name="Google Shape;4230;p5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1" name="Google Shape;4231;p5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5" name="Shape 4235"/>
        <p:cNvGrpSpPr/>
        <p:nvPr/>
      </p:nvGrpSpPr>
      <p:grpSpPr>
        <a:xfrm>
          <a:off x="0" y="0"/>
          <a:ext cx="0" cy="0"/>
          <a:chOff x="0" y="0"/>
          <a:chExt cx="0" cy="0"/>
        </a:xfrm>
      </p:grpSpPr>
      <p:sp>
        <p:nvSpPr>
          <p:cNvPr id="4236" name="Google Shape;4236;p5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7" name="Google Shape;4237;p5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4" name="Shape 4244"/>
        <p:cNvGrpSpPr/>
        <p:nvPr/>
      </p:nvGrpSpPr>
      <p:grpSpPr>
        <a:xfrm>
          <a:off x="0" y="0"/>
          <a:ext cx="0" cy="0"/>
          <a:chOff x="0" y="0"/>
          <a:chExt cx="0" cy="0"/>
        </a:xfrm>
      </p:grpSpPr>
      <p:sp>
        <p:nvSpPr>
          <p:cNvPr id="4245" name="Google Shape;4245;p5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46" name="Google Shape;4246;p5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3" name="Shape 4253"/>
        <p:cNvGrpSpPr/>
        <p:nvPr/>
      </p:nvGrpSpPr>
      <p:grpSpPr>
        <a:xfrm>
          <a:off x="0" y="0"/>
          <a:ext cx="0" cy="0"/>
          <a:chOff x="0" y="0"/>
          <a:chExt cx="0" cy="0"/>
        </a:xfrm>
      </p:grpSpPr>
      <p:sp>
        <p:nvSpPr>
          <p:cNvPr id="4254" name="Google Shape;4254;p5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55" name="Google Shape;4255;p5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2" name="Shape 4262"/>
        <p:cNvGrpSpPr/>
        <p:nvPr/>
      </p:nvGrpSpPr>
      <p:grpSpPr>
        <a:xfrm>
          <a:off x="0" y="0"/>
          <a:ext cx="0" cy="0"/>
          <a:chOff x="0" y="0"/>
          <a:chExt cx="0" cy="0"/>
        </a:xfrm>
      </p:grpSpPr>
      <p:sp>
        <p:nvSpPr>
          <p:cNvPr id="4263" name="Google Shape;4263;p5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4" name="Google Shape;4264;p5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7" name="Shape 27"/>
        <p:cNvGrpSpPr/>
        <p:nvPr/>
      </p:nvGrpSpPr>
      <p:grpSpPr>
        <a:xfrm>
          <a:off x="0" y="0"/>
          <a:ext cx="0" cy="0"/>
          <a:chOff x="0" y="0"/>
          <a:chExt cx="0" cy="0"/>
        </a:xfrm>
      </p:grpSpPr>
      <p:sp>
        <p:nvSpPr>
          <p:cNvPr id="28" name="Google Shape;28;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0" name="Google Shape;30;p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1" name="Google Shape;31;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4" name="Shape 34"/>
        <p:cNvGrpSpPr/>
        <p:nvPr/>
      </p:nvGrpSpPr>
      <p:grpSpPr>
        <a:xfrm>
          <a:off x="0" y="0"/>
          <a:ext cx="0" cy="0"/>
          <a:chOff x="0" y="0"/>
          <a:chExt cx="0" cy="0"/>
        </a:xfrm>
      </p:grpSpPr>
      <p:sp>
        <p:nvSpPr>
          <p:cNvPr id="35" name="Google Shape;35;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7" name="Google Shape;37;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49" name="Shape 49"/>
        <p:cNvGrpSpPr/>
        <p:nvPr/>
      </p:nvGrpSpPr>
      <p:grpSpPr>
        <a:xfrm>
          <a:off x="0" y="0"/>
          <a:ext cx="0" cy="0"/>
          <a:chOff x="0" y="0"/>
          <a:chExt cx="0" cy="0"/>
        </a:xfrm>
      </p:grpSpPr>
      <p:sp>
        <p:nvSpPr>
          <p:cNvPr id="50" name="Google Shape;50;p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2" name="Google Shape;52;p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3" name="Google Shape;53;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56" name="Shape 56"/>
        <p:cNvGrpSpPr/>
        <p:nvPr/>
      </p:nvGrpSpPr>
      <p:grpSpPr>
        <a:xfrm>
          <a:off x="0" y="0"/>
          <a:ext cx="0" cy="0"/>
          <a:chOff x="0" y="0"/>
          <a:chExt cx="0" cy="0"/>
        </a:xfrm>
      </p:grpSpPr>
      <p:sp>
        <p:nvSpPr>
          <p:cNvPr id="57" name="Google Shape;57;p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
          <p:cNvSpPr/>
          <p:nvPr>
            <p:ph idx="2" type="pic"/>
          </p:nvPr>
        </p:nvSpPr>
        <p:spPr>
          <a:xfrm>
            <a:off x="1792288" y="612775"/>
            <a:ext cx="5486400" cy="4114800"/>
          </a:xfrm>
          <a:prstGeom prst="rect">
            <a:avLst/>
          </a:prstGeom>
          <a:noFill/>
          <a:ln>
            <a:noFill/>
          </a:ln>
        </p:spPr>
      </p:sp>
      <p:sp>
        <p:nvSpPr>
          <p:cNvPr id="59" name="Google Shape;59;p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0" name="Google Shape;60;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3" name="Shape 63"/>
        <p:cNvGrpSpPr/>
        <p:nvPr/>
      </p:nvGrpSpPr>
      <p:grpSpPr>
        <a:xfrm>
          <a:off x="0" y="0"/>
          <a:ext cx="0" cy="0"/>
          <a:chOff x="0" y="0"/>
          <a:chExt cx="0" cy="0"/>
        </a:xfrm>
      </p:grpSpPr>
      <p:sp>
        <p:nvSpPr>
          <p:cNvPr id="64" name="Google Shape;64;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6" name="Google Shape;66;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69" name="Shape 69"/>
        <p:cNvGrpSpPr/>
        <p:nvPr/>
      </p:nvGrpSpPr>
      <p:grpSpPr>
        <a:xfrm>
          <a:off x="0" y="0"/>
          <a:ext cx="0" cy="0"/>
          <a:chOff x="0" y="0"/>
          <a:chExt cx="0" cy="0"/>
        </a:xfrm>
      </p:grpSpPr>
      <p:sp>
        <p:nvSpPr>
          <p:cNvPr id="70" name="Google Shape;70;p1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2" name="Google Shape;72;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youtube.com/watch?v=deMrt_3hkIw&amp;ab_channel=ProfesorRetroman" TargetMode="External"/><Relationship Id="rId4" Type="http://schemas.openxmlformats.org/officeDocument/2006/relationships/hyperlink" Target="https://www.youtube.com/watch?v=P9TqPZJW3VE&amp;ab_channel=DavidGiordan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gif"/><Relationship Id="rId4" Type="http://schemas.openxmlformats.org/officeDocument/2006/relationships/image" Target="../media/image14.gif"/><Relationship Id="rId5" Type="http://schemas.openxmlformats.org/officeDocument/2006/relationships/image" Target="../media/image6.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www.ctyme.com/intr/?fbclid=IwAR1qqACPDDqJrezkkrUaTZFn4UFfjUyKZ-anXJMKF3w8I0zAcLgY0_GTbPw" TargetMode="External"/><Relationship Id="rId4" Type="http://schemas.openxmlformats.org/officeDocument/2006/relationships/hyperlink" Target="http://www.ctyme.com/intr/int-21.ht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1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1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1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2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1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1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18.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20.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hyperlink" Target="https://elcodigoascii.com.ar/caracteres-ascii-control/enter-retorno-carro-codigo-ascii-13.html"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image" Target="../media/image2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image" Target="../media/image23.png"/><Relationship Id="rId4" Type="http://schemas.openxmlformats.org/officeDocument/2006/relationships/image" Target="../media/image2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hyperlink" Target="http://miensamblador.blogspot.com/2013/05/en-esta-ocacion-les-presento-una.html" TargetMode="External"/><Relationship Id="rId4" Type="http://schemas.openxmlformats.org/officeDocument/2006/relationships/hyperlink" Target="https://www.youtube.com/watch?v=_qSii7suqTc" TargetMode="External"/><Relationship Id="rId5" Type="http://schemas.openxmlformats.org/officeDocument/2006/relationships/hyperlink" Target="http://mis-algoritmos.com/ejemplos/asm-292.html" TargetMode="External"/><Relationship Id="rId6" Type="http://schemas.openxmlformats.org/officeDocument/2006/relationships/hyperlink" Target="http://ict.udlap.mx/people/oleg/docencia/ASSEMBLER/asm_interrup_21.html" TargetMode="External"/><Relationship Id="rId7" Type="http://schemas.openxmlformats.org/officeDocument/2006/relationships/hyperlink" Target="http://miensamblador.blogspot.com/2013/05/comparacion-de-dos-numeros-mayor-o-menor.html" TargetMode="Externa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 Id="rId3" Type="http://schemas.openxmlformats.org/officeDocument/2006/relationships/image" Target="../media/image26.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 Id="rId3" Type="http://schemas.openxmlformats.org/officeDocument/2006/relationships/image" Target="../media/image3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 Id="rId3" Type="http://schemas.openxmlformats.org/officeDocument/2006/relationships/image" Target="../media/image3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 Id="rId3" Type="http://schemas.openxmlformats.org/officeDocument/2006/relationships/image" Target="../media/image44.png"/><Relationship Id="rId4" Type="http://schemas.openxmlformats.org/officeDocument/2006/relationships/image" Target="../media/image29.png"/><Relationship Id="rId5" Type="http://schemas.openxmlformats.org/officeDocument/2006/relationships/image" Target="../media/image28.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 Id="rId3" Type="http://schemas.openxmlformats.org/officeDocument/2006/relationships/image" Target="../media/image27.png"/><Relationship Id="rId4" Type="http://schemas.openxmlformats.org/officeDocument/2006/relationships/image" Target="../media/image33.png"/><Relationship Id="rId5" Type="http://schemas.openxmlformats.org/officeDocument/2006/relationships/image" Target="../media/image28.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 Id="rId3" Type="http://schemas.openxmlformats.org/officeDocument/2006/relationships/image" Target="../media/image35.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 Id="rId3" Type="http://schemas.openxmlformats.org/officeDocument/2006/relationships/image" Target="../media/image25.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 Id="rId3" Type="http://schemas.openxmlformats.org/officeDocument/2006/relationships/image" Target="../media/image37.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 Id="rId3" Type="http://schemas.openxmlformats.org/officeDocument/2006/relationships/image" Target="../media/image38.jp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 Id="rId3" Type="http://schemas.openxmlformats.org/officeDocument/2006/relationships/image" Target="../media/image37.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 Id="rId3" Type="http://schemas.openxmlformats.org/officeDocument/2006/relationships/image" Target="../media/image34.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 Id="rId3" Type="http://schemas.openxmlformats.org/officeDocument/2006/relationships/image" Target="../media/image3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 Id="rId3" Type="http://schemas.openxmlformats.org/officeDocument/2006/relationships/image" Target="../media/image30.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 Id="rId3" Type="http://schemas.openxmlformats.org/officeDocument/2006/relationships/image" Target="../media/image4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1.xml"/><Relationship Id="rId3" Type="http://schemas.openxmlformats.org/officeDocument/2006/relationships/image" Target="../media/image39.gif"/><Relationship Id="rId4" Type="http://schemas.openxmlformats.org/officeDocument/2006/relationships/image" Target="../media/image46.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4.xml"/><Relationship Id="rId3" Type="http://schemas.openxmlformats.org/officeDocument/2006/relationships/image" Target="../media/image40.gif"/></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1.xml"/><Relationship Id="rId3" Type="http://schemas.openxmlformats.org/officeDocument/2006/relationships/image" Target="../media/image4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3.xml"/><Relationship Id="rId3" Type="http://schemas.openxmlformats.org/officeDocument/2006/relationships/image" Target="../media/image5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5.xml"/><Relationship Id="rId3" Type="http://schemas.openxmlformats.org/officeDocument/2006/relationships/image" Target="../media/image45.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 Id="rId3" Type="http://schemas.openxmlformats.org/officeDocument/2006/relationships/hyperlink" Target="http://mimosa.pntic.mec.es/~flarrosa/raton.pdf" TargetMode="External"/><Relationship Id="rId4" Type="http://schemas.openxmlformats.org/officeDocument/2006/relationships/hyperlink" Target="http://abreojosensamblador.epizy.com/?Tarea=1&amp;SubTarea=15" TargetMode="Externa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7.xml"/><Relationship Id="rId3" Type="http://schemas.openxmlformats.org/officeDocument/2006/relationships/image" Target="../media/image48.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8.xml"/><Relationship Id="rId3" Type="http://schemas.openxmlformats.org/officeDocument/2006/relationships/image" Target="../media/image49.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9.xml"/><Relationship Id="rId3" Type="http://schemas.openxmlformats.org/officeDocument/2006/relationships/hyperlink" Target="http://docplayer.es/30484857-Iniciacion-del-mouse-el-servicio-utilizado-es-el-00-este-servicio-inicializa-el-controlador-del-mouse-como-sigue.html" TargetMode="Externa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0.xml"/><Relationship Id="rId3" Type="http://schemas.openxmlformats.org/officeDocument/2006/relationships/image" Target="../media/image47.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2.xml"/><Relationship Id="rId3" Type="http://schemas.openxmlformats.org/officeDocument/2006/relationships/image" Target="../media/image57.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1.xml"/><Relationship Id="rId3" Type="http://schemas.openxmlformats.org/officeDocument/2006/relationships/image" Target="../media/image69.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2.xml"/><Relationship Id="rId3" Type="http://schemas.openxmlformats.org/officeDocument/2006/relationships/image" Target="../media/image61.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3.xml"/><Relationship Id="rId3" Type="http://schemas.openxmlformats.org/officeDocument/2006/relationships/image" Target="../media/image43.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4.xml"/><Relationship Id="rId3" Type="http://schemas.openxmlformats.org/officeDocument/2006/relationships/image" Target="../media/image62.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5.xml"/><Relationship Id="rId3" Type="http://schemas.openxmlformats.org/officeDocument/2006/relationships/image" Target="../media/image50.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6.xml"/><Relationship Id="rId3" Type="http://schemas.openxmlformats.org/officeDocument/2006/relationships/image" Target="../media/image53.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7.xml"/><Relationship Id="rId3" Type="http://schemas.openxmlformats.org/officeDocument/2006/relationships/image" Target="../media/image60.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8.xml"/><Relationship Id="rId3" Type="http://schemas.openxmlformats.org/officeDocument/2006/relationships/image" Target="../media/image52.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9.xml"/><Relationship Id="rId3" Type="http://schemas.openxmlformats.org/officeDocument/2006/relationships/image" Target="../media/image66.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0.xml"/><Relationship Id="rId3" Type="http://schemas.openxmlformats.org/officeDocument/2006/relationships/hyperlink" Target="http://www.ctyme.com/intr/int.htm" TargetMode="Externa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1.xml"/><Relationship Id="rId3" Type="http://schemas.openxmlformats.org/officeDocument/2006/relationships/image" Target="../media/image59.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2.xml"/><Relationship Id="rId3" Type="http://schemas.openxmlformats.org/officeDocument/2006/relationships/image" Target="../media/image54.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2.xml"/><Relationship Id="rId3" Type="http://schemas.openxmlformats.org/officeDocument/2006/relationships/image" Target="../media/image63.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3.xml"/><Relationship Id="rId3" Type="http://schemas.openxmlformats.org/officeDocument/2006/relationships/image" Target="../media/image55.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5.xml"/><Relationship Id="rId3" Type="http://schemas.openxmlformats.org/officeDocument/2006/relationships/image" Target="../media/image56.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1.xml"/><Relationship Id="rId3" Type="http://schemas.openxmlformats.org/officeDocument/2006/relationships/image" Target="../media/image58.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9.xml"/><Relationship Id="rId3" Type="http://schemas.openxmlformats.org/officeDocument/2006/relationships/image" Target="../media/image82.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3.xml"/><Relationship Id="rId3" Type="http://schemas.openxmlformats.org/officeDocument/2006/relationships/image" Target="../media/image71.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0.xml"/><Relationship Id="rId3" Type="http://schemas.openxmlformats.org/officeDocument/2006/relationships/image" Target="../media/image70.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1.xml"/><Relationship Id="rId3" Type="http://schemas.openxmlformats.org/officeDocument/2006/relationships/image" Target="../media/image77.png"/></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2.xml"/><Relationship Id="rId3" Type="http://schemas.openxmlformats.org/officeDocument/2006/relationships/image" Target="../media/image65.pn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3.xml"/><Relationship Id="rId3" Type="http://schemas.openxmlformats.org/officeDocument/2006/relationships/image" Target="../media/image67.pn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4.xml"/><Relationship Id="rId3" Type="http://schemas.openxmlformats.org/officeDocument/2006/relationships/hyperlink" Target="http://../FreeDFD-1.1-RC4/dfd.exe" TargetMode="Externa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5.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8.xml"/><Relationship Id="rId3" Type="http://schemas.openxmlformats.org/officeDocument/2006/relationships/image" Target="../media/image74.png"/></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0.xml"/><Relationship Id="rId3" Type="http://schemas.openxmlformats.org/officeDocument/2006/relationships/image" Target="../media/image75.png"/></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1.xml"/><Relationship Id="rId3" Type="http://schemas.openxmlformats.org/officeDocument/2006/relationships/image" Target="../media/image73.png"/></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3.xml"/><Relationship Id="rId3" Type="http://schemas.openxmlformats.org/officeDocument/2006/relationships/image" Target="../media/image64.png"/></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4.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5.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6.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9.xml"/><Relationship Id="rId3" Type="http://schemas.openxmlformats.org/officeDocument/2006/relationships/hyperlink" Target="https://www.tutorialspoint.com/compile_assembly_online.php" TargetMode="External"/><Relationship Id="rId4" Type="http://schemas.openxmlformats.org/officeDocument/2006/relationships/image" Target="../media/image68.png"/></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1.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4.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8.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9.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0.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1.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3.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6.xml"/><Relationship Id="rId3" Type="http://schemas.openxmlformats.org/officeDocument/2006/relationships/hyperlink" Target="http://ict.udlap.mx/people/oleg/docencia/ASSEMBLER/asm_interrup_21.html" TargetMode="Externa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8.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9.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0.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1.xml"/><Relationship Id="rId3" Type="http://schemas.openxmlformats.org/officeDocument/2006/relationships/image" Target="../media/image90.png"/></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3.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4.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5.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6.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8.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9.xml"/><Relationship Id="rId3" Type="http://schemas.openxmlformats.org/officeDocument/2006/relationships/hyperlink" Target="http://ict.udlap.mx/people/oleg/docencia/ASSEMBLER/asm_interrup_10.html" TargetMode="Externa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0.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1.xml"/><Relationship Id="rId3" Type="http://schemas.openxmlformats.org/officeDocument/2006/relationships/image" Target="../media/image78.png"/></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3.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4.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5.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6.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7.xml"/><Relationship Id="rId3" Type="http://schemas.openxmlformats.org/officeDocument/2006/relationships/image" Target="../media/image72.png"/></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8.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9.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0.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1.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3.xml"/><Relationship Id="rId3" Type="http://schemas.openxmlformats.org/officeDocument/2006/relationships/image" Target="../media/image76.png"/></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4.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5.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6.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8.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9.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0.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1.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3.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4.xml"/><Relationship Id="rId3" Type="http://schemas.openxmlformats.org/officeDocument/2006/relationships/hyperlink" Target="https://www.cs.buap.mx/~hilario_sm/slide/ensamblador%202012/practica3/pract_dibujo.pdf" TargetMode="Externa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5.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6.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8.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9.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0.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1.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2.xml"/><Relationship Id="rId3" Type="http://schemas.openxmlformats.org/officeDocument/2006/relationships/image" Target="../media/image80.png"/></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3.xml"/><Relationship Id="rId3" Type="http://schemas.openxmlformats.org/officeDocument/2006/relationships/image" Target="../media/image81.png"/></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4.xml"/><Relationship Id="rId3" Type="http://schemas.openxmlformats.org/officeDocument/2006/relationships/hyperlink" Target="https://www.programacion.com.py/escritorio/ensamblador/ejemplos-de-programas-en-ensamblador-8086" TargetMode="External"/><Relationship Id="rId4" Type="http://schemas.openxmlformats.org/officeDocument/2006/relationships/hyperlink" Target="https://www.programacion.com.py/escritorio/ensamblador/ejercicios-resueltos-en-ensamblador-8086" TargetMode="Externa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5.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6.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8.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9.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0.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1.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3.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4.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5.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6.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8.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9.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0.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1.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3.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4.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5.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6.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8.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9.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0.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1.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3.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4.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5.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6.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8.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9.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0.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1.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3.xml"/><Relationship Id="rId3" Type="http://schemas.openxmlformats.org/officeDocument/2006/relationships/image" Target="../media/image101.png"/></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4.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5.xml"/><Relationship Id="rId3" Type="http://schemas.openxmlformats.org/officeDocument/2006/relationships/image" Target="../media/image85.png"/><Relationship Id="rId4" Type="http://schemas.openxmlformats.org/officeDocument/2006/relationships/image" Target="../media/image84.png"/></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6.xml"/><Relationship Id="rId3" Type="http://schemas.openxmlformats.org/officeDocument/2006/relationships/image" Target="../media/image86.png"/><Relationship Id="rId4" Type="http://schemas.openxmlformats.org/officeDocument/2006/relationships/image" Target="../media/image88.png"/></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8.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9.xml"/><Relationship Id="rId3" Type="http://schemas.openxmlformats.org/officeDocument/2006/relationships/image" Target="../media/image91.png"/><Relationship Id="rId4" Type="http://schemas.openxmlformats.org/officeDocument/2006/relationships/image" Target="../media/image99.png"/></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0.xml"/><Relationship Id="rId3" Type="http://schemas.openxmlformats.org/officeDocument/2006/relationships/image" Target="../media/image87.png"/><Relationship Id="rId4" Type="http://schemas.openxmlformats.org/officeDocument/2006/relationships/image" Target="../media/image83.png"/></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1.xml"/><Relationship Id="rId3" Type="http://schemas.openxmlformats.org/officeDocument/2006/relationships/image" Target="../media/image79.png"/></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3.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4.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5.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6.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8.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9.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0.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1.xml"/><Relationship Id="rId3" Type="http://schemas.openxmlformats.org/officeDocument/2006/relationships/image" Target="../media/image89.png"/></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2.xml"/><Relationship Id="rId3" Type="http://schemas.openxmlformats.org/officeDocument/2006/relationships/image" Target="../media/image102.png"/></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3.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4.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5.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6.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7.xml"/><Relationship Id="rId3" Type="http://schemas.openxmlformats.org/officeDocument/2006/relationships/hyperlink" Target="https://fernandoveliz-li.blogspot.com/" TargetMode="Externa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8.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9.xml"/><Relationship Id="rId3" Type="http://schemas.openxmlformats.org/officeDocument/2006/relationships/image" Target="../media/image93.png"/></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0.xml"/><Relationship Id="rId3" Type="http://schemas.openxmlformats.org/officeDocument/2006/relationships/image" Target="../media/image105.png"/></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1.xml"/><Relationship Id="rId3" Type="http://schemas.openxmlformats.org/officeDocument/2006/relationships/image" Target="../media/image92.png"/></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2.xml"/><Relationship Id="rId3" Type="http://schemas.openxmlformats.org/officeDocument/2006/relationships/image" Target="../media/image104.png"/><Relationship Id="rId4" Type="http://schemas.openxmlformats.org/officeDocument/2006/relationships/image" Target="../media/image96.png"/><Relationship Id="rId5" Type="http://schemas.openxmlformats.org/officeDocument/2006/relationships/image" Target="../media/image95.png"/></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3.xml"/><Relationship Id="rId3" Type="http://schemas.openxmlformats.org/officeDocument/2006/relationships/image" Target="../media/image110.png"/></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4.xml"/><Relationship Id="rId3" Type="http://schemas.openxmlformats.org/officeDocument/2006/relationships/image" Target="../media/image107.png"/></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5.xml"/><Relationship Id="rId3" Type="http://schemas.openxmlformats.org/officeDocument/2006/relationships/image" Target="../media/image112.png"/></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6.xml"/><Relationship Id="rId3" Type="http://schemas.openxmlformats.org/officeDocument/2006/relationships/image" Target="../media/image98.png"/></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7.xml"/><Relationship Id="rId3" Type="http://schemas.openxmlformats.org/officeDocument/2006/relationships/image" Target="../media/image109.png"/></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8.xml"/><Relationship Id="rId3" Type="http://schemas.openxmlformats.org/officeDocument/2006/relationships/image" Target="../media/image94.png"/></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9.xml"/><Relationship Id="rId3" Type="http://schemas.openxmlformats.org/officeDocument/2006/relationships/image" Target="../media/image97.png"/></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0.xml"/><Relationship Id="rId3" Type="http://schemas.openxmlformats.org/officeDocument/2006/relationships/image" Target="../media/image100.png"/></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1.xml"/><Relationship Id="rId3" Type="http://schemas.openxmlformats.org/officeDocument/2006/relationships/image" Target="../media/image106.png"/></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2.xml"/><Relationship Id="rId3" Type="http://schemas.openxmlformats.org/officeDocument/2006/relationships/image" Target="../media/image111.png"/></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3.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4.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5.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6.xml"/><Relationship Id="rId3" Type="http://schemas.openxmlformats.org/officeDocument/2006/relationships/image" Target="../media/image103.png"/></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8.xml"/><Relationship Id="rId3" Type="http://schemas.openxmlformats.org/officeDocument/2006/relationships/image" Target="../media/image108.png"/></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9.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0.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1.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3.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4.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5.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6.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8.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9.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0.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1.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2.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3.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4.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5.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6.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8.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9.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0.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1.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2.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3.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4.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5.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6.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8.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9.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0.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Programación de Bajo Nivel</a:t>
            </a:r>
            <a:endParaRPr/>
          </a:p>
        </p:txBody>
      </p:sp>
      <p:sp>
        <p:nvSpPr>
          <p:cNvPr id="80" name="Google Shape;80;p1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888888"/>
              </a:buClr>
              <a:buSzPts val="3200"/>
              <a:buNone/>
            </a:pPr>
            <a:r>
              <a:rPr lang="es-MX"/>
              <a:t>Juan Meza</a:t>
            </a:r>
            <a:endParaRPr/>
          </a:p>
        </p:txBody>
      </p:sp>
      <p:sp>
        <p:nvSpPr>
          <p:cNvPr id="81" name="Google Shape;81;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82" name="Google Shape;82;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Programación de Bajo Nivel</a:t>
            </a:r>
            <a:endParaRPr/>
          </a:p>
        </p:txBody>
      </p:sp>
      <p:sp>
        <p:nvSpPr>
          <p:cNvPr id="88" name="Google Shape;88;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lnSpc>
                <a:spcPct val="100000"/>
              </a:lnSpc>
              <a:spcBef>
                <a:spcPts val="0"/>
              </a:spcBef>
              <a:spcAft>
                <a:spcPts val="0"/>
              </a:spcAft>
              <a:buClr>
                <a:schemeClr val="dk1"/>
              </a:buClr>
              <a:buSzPct val="100000"/>
              <a:buChar char="•"/>
            </a:pPr>
            <a:r>
              <a:rPr b="1" lang="es-MX"/>
              <a:t>Objetivos de aprendizaje</a:t>
            </a:r>
            <a:endParaRPr/>
          </a:p>
          <a:p>
            <a:pPr indent="-285750" lvl="1" marL="742950" rtl="0" algn="just">
              <a:lnSpc>
                <a:spcPct val="100000"/>
              </a:lnSpc>
              <a:spcBef>
                <a:spcPts val="392"/>
              </a:spcBef>
              <a:spcAft>
                <a:spcPts val="0"/>
              </a:spcAft>
              <a:buClr>
                <a:schemeClr val="dk1"/>
              </a:buClr>
              <a:buSzPct val="100000"/>
              <a:buChar char="–"/>
            </a:pPr>
            <a:r>
              <a:rPr lang="es-MX"/>
              <a:t>El alumno implementará programas en lenguaje ensamblador para resolver problemas tomando en cuenta las características de Hardware.</a:t>
            </a:r>
            <a:endParaRPr/>
          </a:p>
          <a:p>
            <a:pPr indent="-161290" lvl="1" marL="742950" rtl="0" algn="just">
              <a:lnSpc>
                <a:spcPct val="100000"/>
              </a:lnSpc>
              <a:spcBef>
                <a:spcPts val="392"/>
              </a:spcBef>
              <a:spcAft>
                <a:spcPts val="0"/>
              </a:spcAft>
              <a:buClr>
                <a:schemeClr val="dk1"/>
              </a:buClr>
              <a:buSzPct val="100000"/>
              <a:buNone/>
            </a:pPr>
            <a:r>
              <a:t/>
            </a:r>
            <a:endParaRPr/>
          </a:p>
          <a:p>
            <a:pPr indent="-342900" lvl="0" marL="342900" rtl="0" algn="just">
              <a:lnSpc>
                <a:spcPct val="100000"/>
              </a:lnSpc>
              <a:spcBef>
                <a:spcPts val="448"/>
              </a:spcBef>
              <a:spcAft>
                <a:spcPts val="0"/>
              </a:spcAft>
              <a:buClr>
                <a:schemeClr val="dk1"/>
              </a:buClr>
              <a:buSzPct val="100000"/>
              <a:buChar char="•"/>
            </a:pPr>
            <a:r>
              <a:rPr b="1" lang="es-MX"/>
              <a:t>Competencia de la Unidad de Aprendizaje</a:t>
            </a:r>
            <a:endParaRPr/>
          </a:p>
          <a:p>
            <a:pPr indent="-285750" lvl="1" marL="742950" rtl="0" algn="just">
              <a:lnSpc>
                <a:spcPct val="100000"/>
              </a:lnSpc>
              <a:spcBef>
                <a:spcPts val="392"/>
              </a:spcBef>
              <a:spcAft>
                <a:spcPts val="0"/>
              </a:spcAft>
              <a:buClr>
                <a:schemeClr val="dk1"/>
              </a:buClr>
              <a:buSzPct val="100000"/>
              <a:buChar char="–"/>
            </a:pPr>
            <a:r>
              <a:rPr lang="es-MX"/>
              <a:t>A-IC.131 Implementa arquitecturas de computadoras. Aplicar diversas arquitecturas de computadoras, para implementar soluciones integrales en sistemas computacionales.  (ANIEI A-IC.131) </a:t>
            </a:r>
            <a:endParaRPr/>
          </a:p>
          <a:p>
            <a:pPr indent="-161290" lvl="1" marL="742950" rtl="0" algn="just">
              <a:lnSpc>
                <a:spcPct val="100000"/>
              </a:lnSpc>
              <a:spcBef>
                <a:spcPts val="392"/>
              </a:spcBef>
              <a:spcAft>
                <a:spcPts val="0"/>
              </a:spcAft>
              <a:buClr>
                <a:schemeClr val="dk1"/>
              </a:buClr>
              <a:buSzPct val="100000"/>
              <a:buNone/>
            </a:pPr>
            <a:r>
              <a:t/>
            </a:r>
            <a:endParaRPr/>
          </a:p>
          <a:p>
            <a:pPr indent="-342900" lvl="0" marL="342900" rtl="0" algn="just">
              <a:lnSpc>
                <a:spcPct val="100000"/>
              </a:lnSpc>
              <a:spcBef>
                <a:spcPts val="448"/>
              </a:spcBef>
              <a:spcAft>
                <a:spcPts val="0"/>
              </a:spcAft>
              <a:buClr>
                <a:schemeClr val="dk1"/>
              </a:buClr>
              <a:buSzPct val="100000"/>
              <a:buChar char="•"/>
            </a:pPr>
            <a:r>
              <a:rPr b="1" lang="es-MX"/>
              <a:t>Competencia Precedente de la Unidad de Aprendizaje</a:t>
            </a:r>
            <a:endParaRPr/>
          </a:p>
          <a:p>
            <a:pPr indent="-285750" lvl="1" marL="742950" rtl="0" algn="just">
              <a:lnSpc>
                <a:spcPct val="100000"/>
              </a:lnSpc>
              <a:spcBef>
                <a:spcPts val="392"/>
              </a:spcBef>
              <a:spcAft>
                <a:spcPts val="0"/>
              </a:spcAft>
              <a:buClr>
                <a:schemeClr val="dk1"/>
              </a:buClr>
              <a:buSzPct val="100000"/>
              <a:buChar char="–"/>
            </a:pPr>
            <a:r>
              <a:rPr lang="es-MX"/>
              <a:t>CG.CI.174 Conocimiento de las características, funcionalidades y estructura de los Sistemas Operativos y diseñar e implementar aplicaciones basadas en sus servicios. (BOE/SFIA CG.CI.174)</a:t>
            </a:r>
            <a:endParaRPr/>
          </a:p>
          <a:p>
            <a:pPr indent="-161290" lvl="1" marL="742950" rtl="0" algn="just">
              <a:lnSpc>
                <a:spcPct val="100000"/>
              </a:lnSpc>
              <a:spcBef>
                <a:spcPts val="392"/>
              </a:spcBef>
              <a:spcAft>
                <a:spcPts val="0"/>
              </a:spcAft>
              <a:buClr>
                <a:schemeClr val="dk1"/>
              </a:buClr>
              <a:buSzPct val="100000"/>
              <a:buNone/>
            </a:pPr>
            <a:r>
              <a:t/>
            </a:r>
            <a:endParaRPr/>
          </a:p>
          <a:p>
            <a:pPr indent="-200660" lvl="0" marL="342900" rtl="0" algn="l">
              <a:lnSpc>
                <a:spcPct val="100000"/>
              </a:lnSpc>
              <a:spcBef>
                <a:spcPts val="448"/>
              </a:spcBef>
              <a:spcAft>
                <a:spcPts val="0"/>
              </a:spcAft>
              <a:buClr>
                <a:schemeClr val="dk1"/>
              </a:buClr>
              <a:buSzPct val="100000"/>
              <a:buNone/>
            </a:pPr>
            <a:r>
              <a:t/>
            </a:r>
            <a:endParaRPr/>
          </a:p>
        </p:txBody>
      </p:sp>
      <p:sp>
        <p:nvSpPr>
          <p:cNvPr id="89" name="Google Shape;8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0" name="Google Shape;9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s-MX"/>
              <a:t>Descripción</a:t>
            </a:r>
            <a:endParaRPr/>
          </a:p>
        </p:txBody>
      </p:sp>
      <p:sp>
        <p:nvSpPr>
          <p:cNvPr id="96" name="Google Shape;96;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lnSpc>
                <a:spcPct val="100000"/>
              </a:lnSpc>
              <a:spcBef>
                <a:spcPts val="0"/>
              </a:spcBef>
              <a:spcAft>
                <a:spcPts val="0"/>
              </a:spcAft>
              <a:buClr>
                <a:schemeClr val="dk1"/>
              </a:buClr>
              <a:buSzPct val="100000"/>
              <a:buChar char="•"/>
            </a:pPr>
            <a:r>
              <a:rPr lang="es-MX"/>
              <a:t>La Unidad de Aprendizaje (UA) de Programación de Sistemas es una asignatura teórica-práctica impartida en la carrera de Ingeniería en Computación pertenece al Área de Formación Básica Particular, y está enfocada para que el estudiante diseñe, desarrolle y pruebe programas escritos en lenguaje de bajo nivel.</a:t>
            </a:r>
            <a:endParaRPr/>
          </a:p>
          <a:p>
            <a:pPr indent="0" lvl="0" marL="0" rtl="0" algn="just">
              <a:lnSpc>
                <a:spcPct val="100000"/>
              </a:lnSpc>
              <a:spcBef>
                <a:spcPts val="448"/>
              </a:spcBef>
              <a:spcAft>
                <a:spcPts val="0"/>
              </a:spcAft>
              <a:buClr>
                <a:schemeClr val="dk1"/>
              </a:buClr>
              <a:buSzPct val="100000"/>
              <a:buNone/>
            </a:pPr>
            <a:r>
              <a:rPr lang="es-MX"/>
              <a:t> </a:t>
            </a:r>
            <a:endParaRPr/>
          </a:p>
          <a:p>
            <a:pPr indent="-342900" lvl="0" marL="342900" rtl="0" algn="just">
              <a:lnSpc>
                <a:spcPct val="100000"/>
              </a:lnSpc>
              <a:spcBef>
                <a:spcPts val="448"/>
              </a:spcBef>
              <a:spcAft>
                <a:spcPts val="0"/>
              </a:spcAft>
              <a:buClr>
                <a:schemeClr val="dk1"/>
              </a:buClr>
              <a:buSzPct val="100000"/>
              <a:buChar char="•"/>
            </a:pPr>
            <a:r>
              <a:rPr lang="es-MX"/>
              <a:t>En esta unidad de aprendizaje se evidencian las habilidades para diseñar, desarrollar y probar aplicaciones basadas en lenguaje de bajo nivel.</a:t>
            </a:r>
            <a:endParaRPr/>
          </a:p>
          <a:p>
            <a:pPr indent="0" lvl="0" marL="0" rtl="0" algn="just">
              <a:lnSpc>
                <a:spcPct val="100000"/>
              </a:lnSpc>
              <a:spcBef>
                <a:spcPts val="448"/>
              </a:spcBef>
              <a:spcAft>
                <a:spcPts val="0"/>
              </a:spcAft>
              <a:buClr>
                <a:schemeClr val="dk1"/>
              </a:buClr>
              <a:buSzPct val="100000"/>
              <a:buNone/>
            </a:pPr>
            <a:r>
              <a:rPr lang="es-MX"/>
              <a:t> </a:t>
            </a:r>
            <a:endParaRPr/>
          </a:p>
          <a:p>
            <a:pPr indent="-342900" lvl="0" marL="342900" rtl="0" algn="just">
              <a:lnSpc>
                <a:spcPct val="100000"/>
              </a:lnSpc>
              <a:spcBef>
                <a:spcPts val="448"/>
              </a:spcBef>
              <a:spcAft>
                <a:spcPts val="0"/>
              </a:spcAft>
              <a:buClr>
                <a:schemeClr val="dk1"/>
              </a:buClr>
              <a:buSzPct val="100000"/>
              <a:buChar char="•"/>
            </a:pPr>
            <a:r>
              <a:rPr lang="es-MX"/>
              <a:t>La UA proporciona al Perfil del Egresado los conocimientos y habilidades necesarias para desarrollar soluciones integrales en sistemas computacionales con base a diversas arquitecturas de computadora.</a:t>
            </a:r>
            <a:endParaRPr/>
          </a:p>
          <a:p>
            <a:pPr indent="-200660" lvl="0" marL="342900" rtl="0" algn="l">
              <a:lnSpc>
                <a:spcPct val="100000"/>
              </a:lnSpc>
              <a:spcBef>
                <a:spcPts val="448"/>
              </a:spcBef>
              <a:spcAft>
                <a:spcPts val="0"/>
              </a:spcAft>
              <a:buClr>
                <a:schemeClr val="dk1"/>
              </a:buClr>
              <a:buSzPct val="100000"/>
              <a:buNone/>
            </a:pPr>
            <a:r>
              <a:t/>
            </a:r>
            <a:endParaRPr/>
          </a:p>
        </p:txBody>
      </p:sp>
      <p:sp>
        <p:nvSpPr>
          <p:cNvPr id="97" name="Google Shape;97;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8" name="Google Shape;98;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t>Por que enseñar ensamblador? (1)</a:t>
            </a:r>
            <a:endParaRPr/>
          </a:p>
        </p:txBody>
      </p:sp>
      <p:sp>
        <p:nvSpPr>
          <p:cNvPr id="104" name="Google Shape;104;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chemeClr val="dk1"/>
              </a:buClr>
              <a:buSzPct val="100000"/>
              <a:buChar char="•"/>
            </a:pPr>
            <a:r>
              <a:rPr lang="es-MX"/>
              <a:t>Frecuentemente, los programadores de lenguaje de alto nivel eligen ciertas instrucciones del lenguaje, sin conocimiento alguno del costo de ejecución de esas instrucciones. El aprender el lenguaje ensamblador forza al programador a aprender los costos asociados con varias construcciones de alto nivel. Así que, aún si el programador realmente nunca escribe aplicaciones en lenguaje ensamblador, ese conocimiento, hace que el programador esté consiente de los problemas que causan ciertas secuencias ineficaces, así que ellos las evitan en su código.</a:t>
            </a:r>
            <a:br>
              <a:rPr lang="es-MX"/>
            </a:br>
            <a:br>
              <a:rPr lang="es-MX"/>
            </a:br>
            <a:endParaRPr/>
          </a:p>
        </p:txBody>
      </p:sp>
      <p:sp>
        <p:nvSpPr>
          <p:cNvPr id="105" name="Google Shape;10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06" name="Google Shape;10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t>Por que enseñar ensamblador? (2)</a:t>
            </a:r>
            <a:endParaRPr/>
          </a:p>
        </p:txBody>
      </p:sp>
      <p:sp>
        <p:nvSpPr>
          <p:cNvPr id="112" name="Google Shape;112;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just">
              <a:lnSpc>
                <a:spcPct val="100000"/>
              </a:lnSpc>
              <a:spcBef>
                <a:spcPts val="0"/>
              </a:spcBef>
              <a:spcAft>
                <a:spcPts val="0"/>
              </a:spcAft>
              <a:buClr>
                <a:schemeClr val="dk1"/>
              </a:buClr>
              <a:buSzPct val="100000"/>
              <a:buChar char="•"/>
            </a:pPr>
            <a:r>
              <a:rPr lang="es-MX"/>
              <a:t>Desafortunadamente, este no es el tipo de conocimiento que un programador de lenguaje de alto nivel encontrará lo suficientemente útil al intentar escribir código eficiente de alto nivel. Para alcanzar los beneficios del conocer el lenguaje ensamblador, un programador tiene que aprender a pensar en lenguaje ensamblador. Solo entonces, tal programador puede escribir código de alto nivel muy eficiente, mientras piensa en ensamblador y escribe instrucciones de lenguaje de alto nivel. Aunque el código escrito de esta manera es grande realmente, hay un ligero problema con este acercamiento - que toma un esfuerzo considerable alcanzar este nivel. Esa es una de las razones por la cuales tal código es excelente - porque muy pocos practicantes son capaces de producirlo.</a:t>
            </a:r>
            <a:endParaRPr/>
          </a:p>
        </p:txBody>
      </p:sp>
      <p:sp>
        <p:nvSpPr>
          <p:cNvPr id="113" name="Google Shape;1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14" name="Google Shape;1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t>Videos antes de iniciar</a:t>
            </a:r>
            <a:endParaRPr/>
          </a:p>
        </p:txBody>
      </p:sp>
      <p:sp>
        <p:nvSpPr>
          <p:cNvPr id="120" name="Google Shape;120;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u="sng">
                <a:solidFill>
                  <a:schemeClr val="hlink"/>
                </a:solidFill>
                <a:hlinkClick r:id="rId3"/>
              </a:rPr>
              <a:t>https://www.youtube.com/watch?v=deMrt_3hkIw&amp;ab_channel=ProfesorRetroman</a:t>
            </a:r>
            <a:endParaRPr/>
          </a:p>
          <a:p>
            <a:pPr indent="-342900" lvl="0" marL="342900" rtl="0" algn="just">
              <a:lnSpc>
                <a:spcPct val="100000"/>
              </a:lnSpc>
              <a:spcBef>
                <a:spcPts val="640"/>
              </a:spcBef>
              <a:spcAft>
                <a:spcPts val="0"/>
              </a:spcAft>
              <a:buClr>
                <a:schemeClr val="dk1"/>
              </a:buClr>
              <a:buSzPts val="3200"/>
              <a:buChar char="•"/>
            </a:pPr>
            <a:r>
              <a:rPr lang="es-MX" u="sng">
                <a:solidFill>
                  <a:schemeClr val="hlink"/>
                </a:solidFill>
                <a:hlinkClick r:id="rId4"/>
              </a:rPr>
              <a:t>https://www.youtube.com/watch?v=P9TqPZJW3VE&amp;ab_channel=DavidGiordana</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121" name="Google Shape;12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2" name="Google Shape;12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Por que enseñar ensamblador? (3)</a:t>
            </a:r>
            <a:endParaRPr/>
          </a:p>
        </p:txBody>
      </p:sp>
      <p:sp>
        <p:nvSpPr>
          <p:cNvPr id="128" name="Google Shape;128;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just">
              <a:lnSpc>
                <a:spcPct val="100000"/>
              </a:lnSpc>
              <a:spcBef>
                <a:spcPts val="0"/>
              </a:spcBef>
              <a:spcAft>
                <a:spcPts val="0"/>
              </a:spcAft>
              <a:buClr>
                <a:schemeClr val="dk1"/>
              </a:buClr>
              <a:buSzPct val="100000"/>
              <a:buChar char="•"/>
            </a:pPr>
            <a:r>
              <a:rPr b="1" lang="es-MX"/>
              <a:t>Optimización del rendimiento:</a:t>
            </a:r>
            <a:r>
              <a:rPr lang="es-MX"/>
              <a:t> </a:t>
            </a:r>
            <a:endParaRPr/>
          </a:p>
          <a:p>
            <a:pPr indent="-285750" lvl="1" marL="742950" rtl="0" algn="just">
              <a:lnSpc>
                <a:spcPct val="100000"/>
              </a:lnSpc>
              <a:spcBef>
                <a:spcPts val="350"/>
              </a:spcBef>
              <a:spcAft>
                <a:spcPts val="0"/>
              </a:spcAft>
              <a:buClr>
                <a:schemeClr val="dk1"/>
              </a:buClr>
              <a:buSzPct val="100000"/>
              <a:buChar char="–"/>
            </a:pPr>
            <a:r>
              <a:rPr lang="es-MX"/>
              <a:t>Aprender lenguaje ensamblador permite entender cómo funciona realmente el hardware a nivel de máquina, lo que facilita la optimización de código para obtener un rendimiento máximo en aplicaciones críticas en términos de velocidad y eficiencia.</a:t>
            </a:r>
            <a:endParaRPr/>
          </a:p>
          <a:p>
            <a:pPr indent="-215900" lvl="0" marL="342900" rtl="0" algn="just">
              <a:lnSpc>
                <a:spcPct val="100000"/>
              </a:lnSpc>
              <a:spcBef>
                <a:spcPts val="400"/>
              </a:spcBef>
              <a:spcAft>
                <a:spcPts val="0"/>
              </a:spcAft>
              <a:buClr>
                <a:schemeClr val="dk1"/>
              </a:buClr>
              <a:buSzPct val="100000"/>
              <a:buNone/>
            </a:pPr>
            <a:r>
              <a:t/>
            </a:r>
            <a:endParaRPr/>
          </a:p>
          <a:p>
            <a:pPr indent="-342900" lvl="0" marL="342900" rtl="0" algn="just">
              <a:lnSpc>
                <a:spcPct val="100000"/>
              </a:lnSpc>
              <a:spcBef>
                <a:spcPts val="400"/>
              </a:spcBef>
              <a:spcAft>
                <a:spcPts val="0"/>
              </a:spcAft>
              <a:buClr>
                <a:schemeClr val="dk1"/>
              </a:buClr>
              <a:buSzPct val="100000"/>
              <a:buChar char="•"/>
            </a:pPr>
            <a:r>
              <a:rPr b="1" lang="es-MX"/>
              <a:t>Programación de sistemas embebidos:</a:t>
            </a:r>
            <a:r>
              <a:rPr lang="es-MX"/>
              <a:t> </a:t>
            </a:r>
            <a:endParaRPr/>
          </a:p>
          <a:p>
            <a:pPr indent="-285750" lvl="1" marL="742950" rtl="0" algn="just">
              <a:lnSpc>
                <a:spcPct val="100000"/>
              </a:lnSpc>
              <a:spcBef>
                <a:spcPts val="350"/>
              </a:spcBef>
              <a:spcAft>
                <a:spcPts val="0"/>
              </a:spcAft>
              <a:buClr>
                <a:schemeClr val="dk1"/>
              </a:buClr>
              <a:buSzPct val="100000"/>
              <a:buChar char="–"/>
            </a:pPr>
            <a:r>
              <a:rPr lang="es-MX"/>
              <a:t>En el mundo de los dispositivos embebidos y la Internet de las cosas (IoT), el conocimiento de ensamblador es esencial para trabajar en entornos donde los recursos son limitados y se requiere un control preciso del hardware.</a:t>
            </a:r>
            <a:endParaRPr/>
          </a:p>
          <a:p>
            <a:pPr indent="-215900" lvl="0" marL="342900" rtl="0" algn="just">
              <a:lnSpc>
                <a:spcPct val="100000"/>
              </a:lnSpc>
              <a:spcBef>
                <a:spcPts val="400"/>
              </a:spcBef>
              <a:spcAft>
                <a:spcPts val="0"/>
              </a:spcAft>
              <a:buClr>
                <a:schemeClr val="dk1"/>
              </a:buClr>
              <a:buSzPct val="100000"/>
              <a:buNone/>
            </a:pPr>
            <a:r>
              <a:t/>
            </a:r>
            <a:endParaRPr/>
          </a:p>
          <a:p>
            <a:pPr indent="-342900" lvl="0" marL="342900" rtl="0" algn="just">
              <a:lnSpc>
                <a:spcPct val="100000"/>
              </a:lnSpc>
              <a:spcBef>
                <a:spcPts val="400"/>
              </a:spcBef>
              <a:spcAft>
                <a:spcPts val="0"/>
              </a:spcAft>
              <a:buClr>
                <a:schemeClr val="dk1"/>
              </a:buClr>
              <a:buSzPct val="100000"/>
              <a:buChar char="•"/>
            </a:pPr>
            <a:r>
              <a:rPr b="1" lang="es-MX"/>
              <a:t>Comprensión profunda del funcionamiento interno:</a:t>
            </a:r>
            <a:r>
              <a:rPr lang="es-MX"/>
              <a:t> </a:t>
            </a:r>
            <a:endParaRPr/>
          </a:p>
          <a:p>
            <a:pPr indent="-285750" lvl="1" marL="742950" rtl="0" algn="just">
              <a:lnSpc>
                <a:spcPct val="100000"/>
              </a:lnSpc>
              <a:spcBef>
                <a:spcPts val="350"/>
              </a:spcBef>
              <a:spcAft>
                <a:spcPts val="0"/>
              </a:spcAft>
              <a:buClr>
                <a:schemeClr val="dk1"/>
              </a:buClr>
              <a:buSzPct val="100000"/>
              <a:buChar char="–"/>
            </a:pPr>
            <a:r>
              <a:rPr lang="es-MX"/>
              <a:t>Aprender ensamblador proporciona una visión más profunda de cómo funcionan los programas a un nivel fundamental, lo que es esencial para entender la seguridad informática, la depuración de fallos y la comprensión de vulnerabilidades de seguridad.</a:t>
            </a:r>
            <a:endParaRPr/>
          </a:p>
          <a:p>
            <a:pPr indent="-215900" lvl="0" marL="342900" rtl="0" algn="l">
              <a:lnSpc>
                <a:spcPct val="100000"/>
              </a:lnSpc>
              <a:spcBef>
                <a:spcPts val="400"/>
              </a:spcBef>
              <a:spcAft>
                <a:spcPts val="0"/>
              </a:spcAft>
              <a:buClr>
                <a:schemeClr val="dk1"/>
              </a:buClr>
              <a:buSzPct val="100000"/>
              <a:buNone/>
            </a:pPr>
            <a:r>
              <a:t/>
            </a:r>
            <a:endParaRPr/>
          </a:p>
        </p:txBody>
      </p:sp>
      <p:sp>
        <p:nvSpPr>
          <p:cNvPr id="129" name="Google Shape;12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30" name="Google Shape;13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Por que enseñar ensamblador? (4)</a:t>
            </a:r>
            <a:endParaRPr/>
          </a:p>
        </p:txBody>
      </p:sp>
      <p:sp>
        <p:nvSpPr>
          <p:cNvPr id="136" name="Google Shape;136;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just">
              <a:lnSpc>
                <a:spcPct val="100000"/>
              </a:lnSpc>
              <a:spcBef>
                <a:spcPts val="0"/>
              </a:spcBef>
              <a:spcAft>
                <a:spcPts val="0"/>
              </a:spcAft>
              <a:buClr>
                <a:schemeClr val="dk1"/>
              </a:buClr>
              <a:buSzPct val="100000"/>
              <a:buChar char="•"/>
            </a:pPr>
            <a:r>
              <a:rPr b="1" lang="es-MX"/>
              <a:t>Desarrollo de controladores y sistemas operativos:</a:t>
            </a:r>
            <a:r>
              <a:rPr lang="es-MX"/>
              <a:t> </a:t>
            </a:r>
            <a:endParaRPr/>
          </a:p>
          <a:p>
            <a:pPr indent="-285750" lvl="1" marL="742950" rtl="0" algn="just">
              <a:lnSpc>
                <a:spcPct val="100000"/>
              </a:lnSpc>
              <a:spcBef>
                <a:spcPts val="434"/>
              </a:spcBef>
              <a:spcAft>
                <a:spcPts val="0"/>
              </a:spcAft>
              <a:buClr>
                <a:schemeClr val="dk1"/>
              </a:buClr>
              <a:buSzPct val="100000"/>
              <a:buChar char="–"/>
            </a:pPr>
            <a:r>
              <a:rPr lang="es-MX"/>
              <a:t>Para aquellos que se dedican al desarrollo de controladores de hardware o sistemas operativos, el conocimiento de ensamblador es crucial para interactuar directamente con el hardware y optimizar el rendimiento del sistema.</a:t>
            </a:r>
            <a:endParaRPr/>
          </a:p>
          <a:p>
            <a:pPr indent="-185420" lvl="0" marL="342900" rtl="0" algn="just">
              <a:lnSpc>
                <a:spcPct val="100000"/>
              </a:lnSpc>
              <a:spcBef>
                <a:spcPts val="496"/>
              </a:spcBef>
              <a:spcAft>
                <a:spcPts val="0"/>
              </a:spcAft>
              <a:buClr>
                <a:schemeClr val="dk1"/>
              </a:buClr>
              <a:buSzPct val="100000"/>
              <a:buNone/>
            </a:pPr>
            <a:r>
              <a:t/>
            </a:r>
            <a:endParaRPr/>
          </a:p>
          <a:p>
            <a:pPr indent="-342900" lvl="0" marL="342900" rtl="0" algn="just">
              <a:lnSpc>
                <a:spcPct val="100000"/>
              </a:lnSpc>
              <a:spcBef>
                <a:spcPts val="496"/>
              </a:spcBef>
              <a:spcAft>
                <a:spcPts val="0"/>
              </a:spcAft>
              <a:buClr>
                <a:schemeClr val="dk1"/>
              </a:buClr>
              <a:buSzPct val="100000"/>
              <a:buChar char="•"/>
            </a:pPr>
            <a:r>
              <a:rPr b="1" lang="es-MX"/>
              <a:t>Mejora de habilidades de programación:</a:t>
            </a:r>
            <a:r>
              <a:rPr lang="es-MX"/>
              <a:t> </a:t>
            </a:r>
            <a:endParaRPr/>
          </a:p>
          <a:p>
            <a:pPr indent="-285750" lvl="1" marL="742950" rtl="0" algn="just">
              <a:lnSpc>
                <a:spcPct val="100000"/>
              </a:lnSpc>
              <a:spcBef>
                <a:spcPts val="434"/>
              </a:spcBef>
              <a:spcAft>
                <a:spcPts val="0"/>
              </a:spcAft>
              <a:buClr>
                <a:schemeClr val="dk1"/>
              </a:buClr>
              <a:buSzPct val="100000"/>
              <a:buChar char="–"/>
            </a:pPr>
            <a:r>
              <a:rPr lang="es-MX"/>
              <a:t>Aunque el ensamblador puede no ser utilizado directamente en la mayoría de los proyectos, comprenderlo fortalece la comprensión de conceptos fundamentales de programación, lo que puede mejorar la lógica de programación y la capacidad para resolver problemas de manera más eficiente en otros lenguajes de programación.</a:t>
            </a:r>
            <a:endParaRPr/>
          </a:p>
        </p:txBody>
      </p:sp>
      <p:sp>
        <p:nvSpPr>
          <p:cNvPr id="137" name="Google Shape;13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38" name="Google Shape;13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Juego de registros</a:t>
            </a:r>
            <a:endParaRPr/>
          </a:p>
        </p:txBody>
      </p:sp>
      <p:pic>
        <p:nvPicPr>
          <p:cNvPr id="144" name="Google Shape;144;p19"/>
          <p:cNvPicPr preferRelativeResize="0"/>
          <p:nvPr>
            <p:ph idx="1" type="body"/>
          </p:nvPr>
        </p:nvPicPr>
        <p:blipFill rotWithShape="1">
          <a:blip r:embed="rId3">
            <a:alphaModFix/>
          </a:blip>
          <a:srcRect b="0" l="0" r="0" t="0"/>
          <a:stretch/>
        </p:blipFill>
        <p:spPr>
          <a:xfrm>
            <a:off x="609473" y="1600200"/>
            <a:ext cx="7925053" cy="4525963"/>
          </a:xfrm>
          <a:prstGeom prst="rect">
            <a:avLst/>
          </a:prstGeom>
          <a:noFill/>
          <a:ln>
            <a:noFill/>
          </a:ln>
        </p:spPr>
      </p:pic>
      <p:sp>
        <p:nvSpPr>
          <p:cNvPr id="145" name="Google Shape;14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46" name="Google Shape;14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152" name="Google Shape;152;p20"/>
          <p:cNvPicPr preferRelativeResize="0"/>
          <p:nvPr>
            <p:ph idx="1" type="body"/>
          </p:nvPr>
        </p:nvPicPr>
        <p:blipFill rotWithShape="1">
          <a:blip r:embed="rId3">
            <a:alphaModFix/>
          </a:blip>
          <a:srcRect b="0" l="0" r="0" t="0"/>
          <a:stretch/>
        </p:blipFill>
        <p:spPr>
          <a:xfrm>
            <a:off x="539552" y="1772816"/>
            <a:ext cx="8136904" cy="4320480"/>
          </a:xfrm>
          <a:prstGeom prst="rect">
            <a:avLst/>
          </a:prstGeom>
          <a:noFill/>
          <a:ln>
            <a:noFill/>
          </a:ln>
        </p:spPr>
      </p:pic>
      <p:sp>
        <p:nvSpPr>
          <p:cNvPr id="153" name="Google Shape;15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54" name="Google Shape;15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160" name="Google Shape;160;p21"/>
          <p:cNvPicPr preferRelativeResize="0"/>
          <p:nvPr>
            <p:ph idx="1" type="body"/>
          </p:nvPr>
        </p:nvPicPr>
        <p:blipFill rotWithShape="1">
          <a:blip r:embed="rId3">
            <a:alphaModFix/>
          </a:blip>
          <a:srcRect b="0" l="0" r="0" t="0"/>
          <a:stretch/>
        </p:blipFill>
        <p:spPr>
          <a:xfrm>
            <a:off x="469350" y="1700808"/>
            <a:ext cx="8229599" cy="1162050"/>
          </a:xfrm>
          <a:prstGeom prst="rect">
            <a:avLst/>
          </a:prstGeom>
          <a:noFill/>
          <a:ln>
            <a:noFill/>
          </a:ln>
        </p:spPr>
      </p:pic>
      <p:pic>
        <p:nvPicPr>
          <p:cNvPr id="161" name="Google Shape;161;p21"/>
          <p:cNvPicPr preferRelativeResize="0"/>
          <p:nvPr/>
        </p:nvPicPr>
        <p:blipFill rotWithShape="1">
          <a:blip r:embed="rId4">
            <a:alphaModFix/>
          </a:blip>
          <a:srcRect b="0" l="0" r="0" t="0"/>
          <a:stretch/>
        </p:blipFill>
        <p:spPr>
          <a:xfrm>
            <a:off x="495569" y="3146028"/>
            <a:ext cx="8191231" cy="1363092"/>
          </a:xfrm>
          <a:prstGeom prst="rect">
            <a:avLst/>
          </a:prstGeom>
          <a:noFill/>
          <a:ln>
            <a:noFill/>
          </a:ln>
        </p:spPr>
      </p:pic>
      <p:pic>
        <p:nvPicPr>
          <p:cNvPr id="162" name="Google Shape;162;p21"/>
          <p:cNvPicPr preferRelativeResize="0"/>
          <p:nvPr/>
        </p:nvPicPr>
        <p:blipFill rotWithShape="1">
          <a:blip r:embed="rId5">
            <a:alphaModFix/>
          </a:blip>
          <a:srcRect b="0" l="0" r="0" t="0"/>
          <a:stretch/>
        </p:blipFill>
        <p:spPr>
          <a:xfrm>
            <a:off x="495569" y="4797120"/>
            <a:ext cx="8191231" cy="1363091"/>
          </a:xfrm>
          <a:prstGeom prst="rect">
            <a:avLst/>
          </a:prstGeom>
          <a:noFill/>
          <a:ln>
            <a:noFill/>
          </a:ln>
        </p:spPr>
      </p:pic>
      <p:sp>
        <p:nvSpPr>
          <p:cNvPr id="163" name="Google Shape;16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64" name="Google Shape;16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t>Little Endian y Big Endian</a:t>
            </a:r>
            <a:endParaRPr/>
          </a:p>
        </p:txBody>
      </p:sp>
      <p:sp>
        <p:nvSpPr>
          <p:cNvPr id="170" name="Google Shape;170;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la diferencia principal entre Little Endian y Big Endian radica en cómo se almacenan los bytes en la memoria en sistemas computacionales</a:t>
            </a:r>
            <a:endParaRPr/>
          </a:p>
        </p:txBody>
      </p:sp>
      <p:sp>
        <p:nvSpPr>
          <p:cNvPr id="171" name="Google Shape;17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72" name="Google Shape;17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pic>
        <p:nvPicPr>
          <p:cNvPr descr="Endianness - Wikipedia, la enciclopedia libre" id="173" name="Google Shape;173;p22"/>
          <p:cNvPicPr preferRelativeResize="0"/>
          <p:nvPr/>
        </p:nvPicPr>
        <p:blipFill rotWithShape="1">
          <a:blip r:embed="rId3">
            <a:alphaModFix/>
          </a:blip>
          <a:srcRect b="0" l="0" r="0" t="0"/>
          <a:stretch/>
        </p:blipFill>
        <p:spPr>
          <a:xfrm>
            <a:off x="5095920" y="3356992"/>
            <a:ext cx="3592062" cy="2637454"/>
          </a:xfrm>
          <a:prstGeom prst="rect">
            <a:avLst/>
          </a:prstGeom>
          <a:noFill/>
          <a:ln>
            <a:noFill/>
          </a:ln>
        </p:spPr>
      </p:pic>
      <p:pic>
        <p:nvPicPr>
          <p:cNvPr descr="https://upload.wikimedia.org/wikipedia/commons/thumb/e/ed/Little-Endian.svg/200px-Little-Endian.svg.png" id="174" name="Google Shape;174;p22"/>
          <p:cNvPicPr preferRelativeResize="0"/>
          <p:nvPr/>
        </p:nvPicPr>
        <p:blipFill rotWithShape="1">
          <a:blip r:embed="rId4">
            <a:alphaModFix/>
          </a:blip>
          <a:srcRect b="0" l="0" r="0" t="0"/>
          <a:stretch/>
        </p:blipFill>
        <p:spPr>
          <a:xfrm>
            <a:off x="457199" y="3143220"/>
            <a:ext cx="3054805" cy="273405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t>Little Endian y Big Endian</a:t>
            </a:r>
            <a:endParaRPr/>
          </a:p>
        </p:txBody>
      </p:sp>
      <p:graphicFrame>
        <p:nvGraphicFramePr>
          <p:cNvPr id="180" name="Google Shape;180;p23"/>
          <p:cNvGraphicFramePr/>
          <p:nvPr/>
        </p:nvGraphicFramePr>
        <p:xfrm>
          <a:off x="457200" y="1600200"/>
          <a:ext cx="3000000" cy="3000000"/>
        </p:xfrm>
        <a:graphic>
          <a:graphicData uri="http://schemas.openxmlformats.org/drawingml/2006/table">
            <a:tbl>
              <a:tblPr bandRow="1" firstRow="1">
                <a:noFill/>
                <a:tableStyleId>{7BCB561C-A8D9-4940-A105-9EE0E4D35472}</a:tableStyleId>
              </a:tblPr>
              <a:tblGrid>
                <a:gridCol w="2743200"/>
                <a:gridCol w="2743200"/>
                <a:gridCol w="2743200"/>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1" lang="es-MX" sz="1400" u="none" cap="none" strike="noStrike"/>
                        <a:t>Aspecto</a:t>
                      </a:r>
                      <a:endParaRPr sz="1400" u="none" cap="none" strike="noStrike"/>
                    </a:p>
                  </a:txBody>
                  <a:tcPr marT="45725" marB="45725" marR="91450" marL="91450" anchor="b"/>
                </a:tc>
                <a:tc>
                  <a:txBody>
                    <a:bodyPr/>
                    <a:lstStyle/>
                    <a:p>
                      <a:pPr indent="0" lvl="0" marL="0" marR="0" rtl="0" algn="l">
                        <a:lnSpc>
                          <a:spcPct val="100000"/>
                        </a:lnSpc>
                        <a:spcBef>
                          <a:spcPts val="0"/>
                        </a:spcBef>
                        <a:spcAft>
                          <a:spcPts val="0"/>
                        </a:spcAft>
                        <a:buClr>
                          <a:srgbClr val="000000"/>
                        </a:buClr>
                        <a:buSzPts val="1400"/>
                        <a:buFont typeface="Arial"/>
                        <a:buNone/>
                      </a:pPr>
                      <a:r>
                        <a:rPr b="1" lang="es-MX" sz="1400" u="none" cap="none" strike="noStrike"/>
                        <a:t>Little Endian</a:t>
                      </a:r>
                      <a:endParaRPr sz="1400" u="none" cap="none" strike="noStrike"/>
                    </a:p>
                  </a:txBody>
                  <a:tcPr marT="45725" marB="45725" marR="91450" marL="91450" anchor="b"/>
                </a:tc>
                <a:tc>
                  <a:txBody>
                    <a:bodyPr/>
                    <a:lstStyle/>
                    <a:p>
                      <a:pPr indent="0" lvl="0" marL="0" marR="0" rtl="0" algn="l">
                        <a:lnSpc>
                          <a:spcPct val="100000"/>
                        </a:lnSpc>
                        <a:spcBef>
                          <a:spcPts val="0"/>
                        </a:spcBef>
                        <a:spcAft>
                          <a:spcPts val="0"/>
                        </a:spcAft>
                        <a:buClr>
                          <a:srgbClr val="000000"/>
                        </a:buClr>
                        <a:buSzPts val="1400"/>
                        <a:buFont typeface="Arial"/>
                        <a:buNone/>
                      </a:pPr>
                      <a:r>
                        <a:rPr b="1" lang="es-MX" sz="1400" u="none" cap="none" strike="noStrike"/>
                        <a:t>Big Endian</a:t>
                      </a:r>
                      <a:endParaRPr b="1" sz="1400" u="none" cap="none" strike="noStrike"/>
                    </a:p>
                  </a:txBody>
                  <a:tcPr marT="45725" marB="45725" marR="91450" marL="91450" anchor="b"/>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Definición</a:t>
                      </a:r>
                      <a:endParaRPr sz="1400" u="none" cap="none" strike="noStrike"/>
                    </a:p>
                  </a:txBody>
                  <a:tcPr marT="45725" marB="45725" marR="91450" marL="91450" anchor="ctr"/>
                </a:tc>
                <a:tc>
                  <a:txBody>
                    <a:bodyPr/>
                    <a:lstStyle/>
                    <a:p>
                      <a:pPr indent="0" lvl="0" marL="0" marR="0" rtl="0" algn="just">
                        <a:lnSpc>
                          <a:spcPct val="100000"/>
                        </a:lnSpc>
                        <a:spcBef>
                          <a:spcPts val="0"/>
                        </a:spcBef>
                        <a:spcAft>
                          <a:spcPts val="0"/>
                        </a:spcAft>
                        <a:buClr>
                          <a:srgbClr val="000000"/>
                        </a:buClr>
                        <a:buSzPts val="1400"/>
                        <a:buFont typeface="Arial"/>
                        <a:buNone/>
                      </a:pPr>
                      <a:r>
                        <a:rPr lang="es-MX" sz="1400" u="none" cap="none" strike="noStrike"/>
                        <a:t>En Little Endian, el byte menos significativo se guarda en la dirección de memoria más baja (byte menos significativo primero).</a:t>
                      </a:r>
                      <a:endParaRPr sz="1400" u="none" cap="none" strike="noStrike"/>
                    </a:p>
                  </a:txBody>
                  <a:tcPr marT="45725" marB="45725" marR="91450" marL="91450" anchor="ctr"/>
                </a:tc>
                <a:tc>
                  <a:txBody>
                    <a:bodyPr/>
                    <a:lstStyle/>
                    <a:p>
                      <a:pPr indent="0" lvl="0" marL="0" marR="0" rtl="0" algn="just">
                        <a:lnSpc>
                          <a:spcPct val="100000"/>
                        </a:lnSpc>
                        <a:spcBef>
                          <a:spcPts val="0"/>
                        </a:spcBef>
                        <a:spcAft>
                          <a:spcPts val="0"/>
                        </a:spcAft>
                        <a:buClr>
                          <a:srgbClr val="000000"/>
                        </a:buClr>
                        <a:buSzPts val="1400"/>
                        <a:buFont typeface="Arial"/>
                        <a:buNone/>
                      </a:pPr>
                      <a:r>
                        <a:rPr lang="es-MX" sz="1400" u="none" cap="none" strike="noStrike"/>
                        <a:t>En Big Endian, el byte más significativo se guarda en la dirección de memoria más baja (byte más significativo primero).</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Representación</a:t>
                      </a:r>
                      <a:endParaRPr sz="1400" u="none" cap="none" strike="noStrike"/>
                    </a:p>
                  </a:txBody>
                  <a:tcPr marT="45725" marB="45725" marR="91450" marL="91450" anchor="ctr"/>
                </a:tc>
                <a:tc>
                  <a:txBody>
                    <a:bodyPr/>
                    <a:lstStyle/>
                    <a:p>
                      <a:pPr indent="0" lvl="0" marL="0" marR="0" rtl="0" algn="just">
                        <a:lnSpc>
                          <a:spcPct val="100000"/>
                        </a:lnSpc>
                        <a:spcBef>
                          <a:spcPts val="0"/>
                        </a:spcBef>
                        <a:spcAft>
                          <a:spcPts val="0"/>
                        </a:spcAft>
                        <a:buClr>
                          <a:srgbClr val="000000"/>
                        </a:buClr>
                        <a:buSzPts val="1400"/>
                        <a:buFont typeface="Arial"/>
                        <a:buNone/>
                      </a:pPr>
                      <a:r>
                        <a:rPr lang="es-MX" sz="1400" u="none" cap="none" strike="noStrike"/>
                        <a:t>Ejemplo: para el número 0x12345678, se almacena en memoria como 78 56 34 12.</a:t>
                      </a:r>
                      <a:endParaRPr sz="1400" u="none" cap="none" strike="noStrike"/>
                    </a:p>
                  </a:txBody>
                  <a:tcPr marT="45725" marB="45725" marR="91450" marL="91450" anchor="ctr"/>
                </a:tc>
                <a:tc>
                  <a:txBody>
                    <a:bodyPr/>
                    <a:lstStyle/>
                    <a:p>
                      <a:pPr indent="0" lvl="0" marL="0" marR="0" rtl="0" algn="just">
                        <a:lnSpc>
                          <a:spcPct val="100000"/>
                        </a:lnSpc>
                        <a:spcBef>
                          <a:spcPts val="0"/>
                        </a:spcBef>
                        <a:spcAft>
                          <a:spcPts val="0"/>
                        </a:spcAft>
                        <a:buClr>
                          <a:srgbClr val="000000"/>
                        </a:buClr>
                        <a:buSzPts val="1400"/>
                        <a:buFont typeface="Arial"/>
                        <a:buNone/>
                      </a:pPr>
                      <a:r>
                        <a:rPr lang="es-MX" sz="1400" u="none" cap="none" strike="noStrike"/>
                        <a:t>Ejemplo: para el número 0x12345678, se almacena en memoria como 12 34 56 78.</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Procesadores</a:t>
                      </a:r>
                      <a:endParaRPr sz="1400" u="none" cap="none" strike="noStrike"/>
                    </a:p>
                  </a:txBody>
                  <a:tcPr marT="45725" marB="45725" marR="91450" marL="91450" anchor="ctr"/>
                </a:tc>
                <a:tc>
                  <a:txBody>
                    <a:bodyPr/>
                    <a:lstStyle/>
                    <a:p>
                      <a:pPr indent="0" lvl="0" marL="0" marR="0" rtl="0" algn="just">
                        <a:lnSpc>
                          <a:spcPct val="100000"/>
                        </a:lnSpc>
                        <a:spcBef>
                          <a:spcPts val="0"/>
                        </a:spcBef>
                        <a:spcAft>
                          <a:spcPts val="0"/>
                        </a:spcAft>
                        <a:buClr>
                          <a:srgbClr val="000000"/>
                        </a:buClr>
                        <a:buSzPts val="1400"/>
                        <a:buFont typeface="Arial"/>
                        <a:buNone/>
                      </a:pPr>
                      <a:r>
                        <a:rPr lang="es-MX" sz="1400" u="none" cap="none" strike="noStrike"/>
                        <a:t>Utilizado por procesadores como x86, x86-64, y algunos ARM.</a:t>
                      </a:r>
                      <a:endParaRPr sz="1400" u="none" cap="none" strike="noStrike"/>
                    </a:p>
                  </a:txBody>
                  <a:tcPr marT="45725" marB="45725" marR="91450" marL="91450" anchor="ctr"/>
                </a:tc>
                <a:tc>
                  <a:txBody>
                    <a:bodyPr/>
                    <a:lstStyle/>
                    <a:p>
                      <a:pPr indent="0" lvl="0" marL="0" marR="0" rtl="0" algn="just">
                        <a:lnSpc>
                          <a:spcPct val="100000"/>
                        </a:lnSpc>
                        <a:spcBef>
                          <a:spcPts val="0"/>
                        </a:spcBef>
                        <a:spcAft>
                          <a:spcPts val="0"/>
                        </a:spcAft>
                        <a:buClr>
                          <a:srgbClr val="000000"/>
                        </a:buClr>
                        <a:buSzPts val="1400"/>
                        <a:buFont typeface="Arial"/>
                        <a:buNone/>
                      </a:pPr>
                      <a:r>
                        <a:rPr lang="es-MX" sz="1400" u="none" cap="none" strike="noStrike"/>
                        <a:t>Utilizado por procesadores como PowerPC, SPARC, y algunos otros.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Dirección</a:t>
                      </a:r>
                      <a:endParaRPr sz="1400" u="none" cap="none" strike="noStrike"/>
                    </a:p>
                  </a:txBody>
                  <a:tcPr marT="45725" marB="45725" marR="91450" marL="91450" anchor="ctr"/>
                </a:tc>
                <a:tc>
                  <a:txBody>
                    <a:bodyPr/>
                    <a:lstStyle/>
                    <a:p>
                      <a:pPr indent="0" lvl="0" marL="0" marR="0" rtl="0" algn="just">
                        <a:lnSpc>
                          <a:spcPct val="100000"/>
                        </a:lnSpc>
                        <a:spcBef>
                          <a:spcPts val="0"/>
                        </a:spcBef>
                        <a:spcAft>
                          <a:spcPts val="0"/>
                        </a:spcAft>
                        <a:buClr>
                          <a:srgbClr val="000000"/>
                        </a:buClr>
                        <a:buSzPts val="1400"/>
                        <a:buFont typeface="Arial"/>
                        <a:buNone/>
                      </a:pPr>
                      <a:r>
                        <a:rPr lang="es-MX" sz="1400" u="none" cap="none" strike="noStrike"/>
                        <a:t>La dirección más baja (menos significativa) contiene el byte menos significativo.</a:t>
                      </a:r>
                      <a:endParaRPr sz="1400" u="none" cap="none" strike="noStrike"/>
                    </a:p>
                  </a:txBody>
                  <a:tcPr marT="45725" marB="45725" marR="91450" marL="91450" anchor="ctr"/>
                </a:tc>
                <a:tc>
                  <a:txBody>
                    <a:bodyPr/>
                    <a:lstStyle/>
                    <a:p>
                      <a:pPr indent="0" lvl="0" marL="0" marR="0" rtl="0" algn="just">
                        <a:lnSpc>
                          <a:spcPct val="100000"/>
                        </a:lnSpc>
                        <a:spcBef>
                          <a:spcPts val="0"/>
                        </a:spcBef>
                        <a:spcAft>
                          <a:spcPts val="0"/>
                        </a:spcAft>
                        <a:buClr>
                          <a:srgbClr val="000000"/>
                        </a:buClr>
                        <a:buSzPts val="1400"/>
                        <a:buFont typeface="Arial"/>
                        <a:buNone/>
                      </a:pPr>
                      <a:r>
                        <a:rPr lang="es-MX" sz="1400" u="none" cap="none" strike="noStrike"/>
                        <a:t>La dirección más baja (menos significativa) contiene el byte más significativo.</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Lectura/Escritura</a:t>
                      </a:r>
                      <a:endParaRPr sz="1400" u="none" cap="none" strike="noStrike"/>
                    </a:p>
                  </a:txBody>
                  <a:tcPr marT="45725" marB="45725" marR="91450" marL="91450" anchor="ctr"/>
                </a:tc>
                <a:tc>
                  <a:txBody>
                    <a:bodyPr/>
                    <a:lstStyle/>
                    <a:p>
                      <a:pPr indent="0" lvl="0" marL="0" marR="0" rtl="0" algn="just">
                        <a:lnSpc>
                          <a:spcPct val="100000"/>
                        </a:lnSpc>
                        <a:spcBef>
                          <a:spcPts val="0"/>
                        </a:spcBef>
                        <a:spcAft>
                          <a:spcPts val="0"/>
                        </a:spcAft>
                        <a:buClr>
                          <a:srgbClr val="000000"/>
                        </a:buClr>
                        <a:buSzPts val="1400"/>
                        <a:buFont typeface="Arial"/>
                        <a:buNone/>
                      </a:pPr>
                      <a:r>
                        <a:rPr lang="es-MX" sz="1400" u="none" cap="none" strike="noStrike"/>
                        <a:t>La lectura secuencial de bytes da como resultado una representación de bytes inversa al orden original del número.</a:t>
                      </a:r>
                      <a:endParaRPr sz="1400" u="none" cap="none" strike="noStrike"/>
                    </a:p>
                  </a:txBody>
                  <a:tcPr marT="45725" marB="45725" marR="91450" marL="91450" anchor="ctr"/>
                </a:tc>
                <a:tc>
                  <a:txBody>
                    <a:bodyPr/>
                    <a:lstStyle/>
                    <a:p>
                      <a:pPr indent="0" lvl="0" marL="0" marR="0" rtl="0" algn="just">
                        <a:lnSpc>
                          <a:spcPct val="100000"/>
                        </a:lnSpc>
                        <a:spcBef>
                          <a:spcPts val="0"/>
                        </a:spcBef>
                        <a:spcAft>
                          <a:spcPts val="0"/>
                        </a:spcAft>
                        <a:buClr>
                          <a:srgbClr val="000000"/>
                        </a:buClr>
                        <a:buSzPts val="1400"/>
                        <a:buFont typeface="Arial"/>
                        <a:buNone/>
                      </a:pPr>
                      <a:r>
                        <a:rPr lang="es-MX" sz="1400" u="none" cap="none" strike="noStrike"/>
                        <a:t>La lectura secuencial de bytes coincide con el orden original del número.</a:t>
                      </a:r>
                      <a:endParaRPr sz="1400" u="none" cap="none" strike="noStrike"/>
                    </a:p>
                  </a:txBody>
                  <a:tcPr marT="45725" marB="45725" marR="91450" marL="91450" anchor="ctr"/>
                </a:tc>
              </a:tr>
            </a:tbl>
          </a:graphicData>
        </a:graphic>
      </p:graphicFrame>
      <p:sp>
        <p:nvSpPr>
          <p:cNvPr id="181" name="Google Shape;18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82" name="Google Shape;18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88" name="Google Shape;188;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rgbClr val="333333"/>
              </a:buClr>
              <a:buSzPts val="1800"/>
              <a:buChar char="•"/>
            </a:pPr>
            <a:r>
              <a:rPr b="0" i="0" lang="es-MX" sz="1800">
                <a:solidFill>
                  <a:srgbClr val="333333"/>
                </a:solidFill>
                <a:latin typeface="Verdana"/>
                <a:ea typeface="Verdana"/>
                <a:cs typeface="Verdana"/>
                <a:sym typeface="Verdana"/>
              </a:rPr>
              <a:t>Los registros también se utiliza el orden </a:t>
            </a:r>
            <a:r>
              <a:rPr b="0" i="1" lang="es-MX" sz="1800">
                <a:solidFill>
                  <a:srgbClr val="333333"/>
                </a:solidFill>
                <a:latin typeface="Verdana"/>
                <a:ea typeface="Verdana"/>
                <a:cs typeface="Verdana"/>
                <a:sym typeface="Verdana"/>
              </a:rPr>
              <a:t>little-endian</a:t>
            </a:r>
            <a:r>
              <a:rPr b="0" i="0" lang="es-MX" sz="1800">
                <a:solidFill>
                  <a:srgbClr val="333333"/>
                </a:solidFill>
                <a:latin typeface="Verdana"/>
                <a:ea typeface="Verdana"/>
                <a:cs typeface="Verdana"/>
                <a:sym typeface="Verdana"/>
              </a:rPr>
              <a:t> y por este motivo el byte menos significativo de un registro se denomina </a:t>
            </a:r>
            <a:r>
              <a:rPr b="0" i="1" lang="es-MX" sz="1800">
                <a:solidFill>
                  <a:srgbClr val="333333"/>
                </a:solidFill>
                <a:latin typeface="Verdana"/>
                <a:ea typeface="Verdana"/>
                <a:cs typeface="Verdana"/>
                <a:sym typeface="Verdana"/>
              </a:rPr>
              <a:t>byte 0</a:t>
            </a:r>
            <a:r>
              <a:rPr b="0" i="0" lang="es-MX" sz="1800">
                <a:solidFill>
                  <a:srgbClr val="333333"/>
                </a:solidFill>
                <a:latin typeface="Verdana"/>
                <a:ea typeface="Verdana"/>
                <a:cs typeface="Verdana"/>
                <a:sym typeface="Verdana"/>
              </a:rPr>
              <a:t>.</a:t>
            </a:r>
            <a:endParaRPr sz="1800"/>
          </a:p>
        </p:txBody>
      </p:sp>
      <p:pic>
        <p:nvPicPr>
          <p:cNvPr id="189" name="Google Shape;189;p24"/>
          <p:cNvPicPr preferRelativeResize="0"/>
          <p:nvPr/>
        </p:nvPicPr>
        <p:blipFill rotWithShape="1">
          <a:blip r:embed="rId3">
            <a:alphaModFix/>
          </a:blip>
          <a:srcRect b="0" l="0" r="0" t="0"/>
          <a:stretch/>
        </p:blipFill>
        <p:spPr>
          <a:xfrm>
            <a:off x="457200" y="2591693"/>
            <a:ext cx="8229600" cy="3717032"/>
          </a:xfrm>
          <a:prstGeom prst="rect">
            <a:avLst/>
          </a:prstGeom>
          <a:noFill/>
          <a:ln>
            <a:noFill/>
          </a:ln>
        </p:spPr>
      </p:pic>
      <p:sp>
        <p:nvSpPr>
          <p:cNvPr id="190" name="Google Shape;190;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1" name="Google Shape;191;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97" name="Google Shape;19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lnSpc>
                <a:spcPct val="100000"/>
              </a:lnSpc>
              <a:spcBef>
                <a:spcPts val="0"/>
              </a:spcBef>
              <a:spcAft>
                <a:spcPts val="0"/>
              </a:spcAft>
              <a:buClr>
                <a:schemeClr val="dk1"/>
              </a:buClr>
              <a:buSzPct val="100000"/>
              <a:buChar char="•"/>
            </a:pPr>
            <a:r>
              <a:rPr lang="es-MX"/>
              <a:t>Un código simple en lenguaje C para detectar si una máquina es </a:t>
            </a:r>
            <a:r>
              <a:rPr i="1" lang="es-MX"/>
              <a:t>little-endian</a:t>
            </a:r>
            <a:r>
              <a:rPr lang="es-MX"/>
              <a:t> o </a:t>
            </a:r>
            <a:r>
              <a:rPr i="1" lang="es-MX"/>
              <a:t>big-endian</a:t>
            </a:r>
            <a:r>
              <a:rPr lang="es-MX"/>
              <a:t>:</a:t>
            </a:r>
            <a:endParaRPr/>
          </a:p>
          <a:p>
            <a:pPr indent="-200660" lvl="0" marL="342900" rtl="0" algn="l">
              <a:lnSpc>
                <a:spcPct val="100000"/>
              </a:lnSpc>
              <a:spcBef>
                <a:spcPts val="448"/>
              </a:spcBef>
              <a:spcAft>
                <a:spcPts val="0"/>
              </a:spcAft>
              <a:buClr>
                <a:schemeClr val="dk1"/>
              </a:buClr>
              <a:buSzPct val="100000"/>
              <a:buNone/>
            </a:pPr>
            <a:r>
              <a:t/>
            </a:r>
            <a:endParaRPr/>
          </a:p>
          <a:p>
            <a:pPr indent="0" lvl="1" marL="457200" rtl="0" algn="l">
              <a:lnSpc>
                <a:spcPct val="100000"/>
              </a:lnSpc>
              <a:spcBef>
                <a:spcPts val="392"/>
              </a:spcBef>
              <a:spcAft>
                <a:spcPts val="0"/>
              </a:spcAft>
              <a:buClr>
                <a:schemeClr val="dk1"/>
              </a:buClr>
              <a:buSzPct val="100000"/>
              <a:buNone/>
            </a:pPr>
            <a:r>
              <a:rPr lang="es-MX"/>
              <a:t>#include &lt;iostream&gt;</a:t>
            </a:r>
            <a:endParaRPr/>
          </a:p>
          <a:p>
            <a:pPr indent="0" lvl="1" marL="457200" rtl="0" algn="l">
              <a:lnSpc>
                <a:spcPct val="100000"/>
              </a:lnSpc>
              <a:spcBef>
                <a:spcPts val="392"/>
              </a:spcBef>
              <a:spcAft>
                <a:spcPts val="0"/>
              </a:spcAft>
              <a:buClr>
                <a:schemeClr val="dk1"/>
              </a:buClr>
              <a:buSzPct val="100000"/>
              <a:buNone/>
            </a:pPr>
            <a:r>
              <a:rPr lang="es-MX"/>
              <a:t>#include &lt;stdio.h&gt;</a:t>
            </a:r>
            <a:endParaRPr/>
          </a:p>
          <a:p>
            <a:pPr indent="0" lvl="1" marL="457200" rtl="0" algn="l">
              <a:lnSpc>
                <a:spcPct val="100000"/>
              </a:lnSpc>
              <a:spcBef>
                <a:spcPts val="392"/>
              </a:spcBef>
              <a:spcAft>
                <a:spcPts val="0"/>
              </a:spcAft>
              <a:buClr>
                <a:schemeClr val="dk1"/>
              </a:buClr>
              <a:buSzPct val="100000"/>
              <a:buNone/>
            </a:pPr>
            <a:r>
              <a:rPr lang="es-MX"/>
              <a:t>#include &lt;stdint.h&gt;</a:t>
            </a:r>
            <a:endParaRPr/>
          </a:p>
          <a:p>
            <a:pPr indent="0" lvl="1" marL="457200" rtl="0" algn="l">
              <a:lnSpc>
                <a:spcPct val="100000"/>
              </a:lnSpc>
              <a:spcBef>
                <a:spcPts val="392"/>
              </a:spcBef>
              <a:spcAft>
                <a:spcPts val="0"/>
              </a:spcAft>
              <a:buClr>
                <a:schemeClr val="dk1"/>
              </a:buClr>
              <a:buSzPct val="100000"/>
              <a:buNone/>
            </a:pPr>
            <a:r>
              <a:rPr lang="es-MX"/>
              <a:t>int main(void)</a:t>
            </a:r>
            <a:endParaRPr/>
          </a:p>
          <a:p>
            <a:pPr indent="0" lvl="1" marL="457200" rtl="0" algn="l">
              <a:lnSpc>
                <a:spcPct val="100000"/>
              </a:lnSpc>
              <a:spcBef>
                <a:spcPts val="392"/>
              </a:spcBef>
              <a:spcAft>
                <a:spcPts val="0"/>
              </a:spcAft>
              <a:buClr>
                <a:schemeClr val="dk1"/>
              </a:buClr>
              <a:buSzPct val="100000"/>
              <a:buNone/>
            </a:pPr>
            <a:r>
              <a:rPr lang="es-MX"/>
              <a:t>{</a:t>
            </a:r>
            <a:endParaRPr/>
          </a:p>
          <a:p>
            <a:pPr indent="0" lvl="1" marL="457200" rtl="0" algn="l">
              <a:lnSpc>
                <a:spcPct val="100000"/>
              </a:lnSpc>
              <a:spcBef>
                <a:spcPts val="392"/>
              </a:spcBef>
              <a:spcAft>
                <a:spcPts val="0"/>
              </a:spcAft>
              <a:buClr>
                <a:schemeClr val="dk1"/>
              </a:buClr>
              <a:buSzPct val="100000"/>
              <a:buNone/>
            </a:pPr>
            <a:r>
              <a:rPr lang="es-MX"/>
              <a:t>   int16_t i = 1;</a:t>
            </a:r>
            <a:endParaRPr/>
          </a:p>
          <a:p>
            <a:pPr indent="0" lvl="1" marL="457200" rtl="0" algn="l">
              <a:lnSpc>
                <a:spcPct val="100000"/>
              </a:lnSpc>
              <a:spcBef>
                <a:spcPts val="392"/>
              </a:spcBef>
              <a:spcAft>
                <a:spcPts val="0"/>
              </a:spcAft>
              <a:buClr>
                <a:schemeClr val="dk1"/>
              </a:buClr>
              <a:buSzPct val="100000"/>
              <a:buNone/>
            </a:pPr>
            <a:r>
              <a:rPr lang="es-MX"/>
              <a:t>   int8_t *p = (int8_t *) &amp;i;</a:t>
            </a:r>
            <a:endParaRPr/>
          </a:p>
          <a:p>
            <a:pPr indent="0" lvl="1" marL="457200" rtl="0" algn="l">
              <a:lnSpc>
                <a:spcPct val="100000"/>
              </a:lnSpc>
              <a:spcBef>
                <a:spcPts val="392"/>
              </a:spcBef>
              <a:spcAft>
                <a:spcPts val="0"/>
              </a:spcAft>
              <a:buClr>
                <a:schemeClr val="dk1"/>
              </a:buClr>
              <a:buSzPct val="100000"/>
              <a:buNone/>
            </a:pPr>
            <a:r>
              <a:t/>
            </a:r>
            <a:endParaRPr/>
          </a:p>
          <a:p>
            <a:pPr indent="0" lvl="1" marL="457200" rtl="0" algn="l">
              <a:lnSpc>
                <a:spcPct val="100000"/>
              </a:lnSpc>
              <a:spcBef>
                <a:spcPts val="392"/>
              </a:spcBef>
              <a:spcAft>
                <a:spcPts val="0"/>
              </a:spcAft>
              <a:buClr>
                <a:schemeClr val="dk1"/>
              </a:buClr>
              <a:buSzPct val="100000"/>
              <a:buNone/>
            </a:pPr>
            <a:r>
              <a:rPr lang="es-MX"/>
              <a:t>   if (p[0] == 1) printf("Little endian\n");</a:t>
            </a:r>
            <a:endParaRPr/>
          </a:p>
          <a:p>
            <a:pPr indent="0" lvl="1" marL="457200" rtl="0" algn="l">
              <a:lnSpc>
                <a:spcPct val="100000"/>
              </a:lnSpc>
              <a:spcBef>
                <a:spcPts val="392"/>
              </a:spcBef>
              <a:spcAft>
                <a:spcPts val="0"/>
              </a:spcAft>
              <a:buClr>
                <a:schemeClr val="dk1"/>
              </a:buClr>
              <a:buSzPct val="100000"/>
              <a:buNone/>
            </a:pPr>
            <a:r>
              <a:rPr lang="es-MX"/>
              <a:t>   else printf("Big endian\n");</a:t>
            </a:r>
            <a:endParaRPr/>
          </a:p>
          <a:p>
            <a:pPr indent="0" lvl="1" marL="457200" rtl="0" algn="l">
              <a:lnSpc>
                <a:spcPct val="100000"/>
              </a:lnSpc>
              <a:spcBef>
                <a:spcPts val="392"/>
              </a:spcBef>
              <a:spcAft>
                <a:spcPts val="0"/>
              </a:spcAft>
              <a:buClr>
                <a:schemeClr val="dk1"/>
              </a:buClr>
              <a:buSzPct val="100000"/>
              <a:buNone/>
            </a:pPr>
            <a:r>
              <a:rPr lang="es-MX"/>
              <a:t>}</a:t>
            </a:r>
            <a:endParaRPr/>
          </a:p>
        </p:txBody>
      </p:sp>
      <p:sp>
        <p:nvSpPr>
          <p:cNvPr id="198" name="Google Shape;19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9" name="Google Shape;19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Registro de banderas (flags):</a:t>
            </a:r>
            <a:endParaRPr/>
          </a:p>
        </p:txBody>
      </p:sp>
      <p:sp>
        <p:nvSpPr>
          <p:cNvPr id="205" name="Google Shape;205;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1400"/>
              <a:buChar char="•"/>
            </a:pPr>
            <a:r>
              <a:rPr lang="es-MX" sz="1400"/>
              <a:t>C : acarreo en la suma y arrastre en la resta</a:t>
            </a:r>
            <a:endParaRPr/>
          </a:p>
          <a:p>
            <a:pPr indent="-342900" lvl="0" marL="342900" rtl="0" algn="just">
              <a:lnSpc>
                <a:spcPct val="100000"/>
              </a:lnSpc>
              <a:spcBef>
                <a:spcPts val="280"/>
              </a:spcBef>
              <a:spcAft>
                <a:spcPts val="0"/>
              </a:spcAft>
              <a:buClr>
                <a:schemeClr val="dk1"/>
              </a:buClr>
              <a:buSzPts val="1400"/>
              <a:buChar char="•"/>
            </a:pPr>
            <a:r>
              <a:rPr lang="es-MX" sz="1400"/>
              <a:t>P : paridad del dato (0, impar y 1, par) </a:t>
            </a:r>
            <a:endParaRPr/>
          </a:p>
          <a:p>
            <a:pPr indent="-342900" lvl="0" marL="342900" rtl="0" algn="just">
              <a:lnSpc>
                <a:spcPct val="100000"/>
              </a:lnSpc>
              <a:spcBef>
                <a:spcPts val="280"/>
              </a:spcBef>
              <a:spcAft>
                <a:spcPts val="0"/>
              </a:spcAft>
              <a:buClr>
                <a:schemeClr val="dk1"/>
              </a:buClr>
              <a:buSzPts val="1400"/>
              <a:buChar char="•"/>
            </a:pPr>
            <a:r>
              <a:rPr lang="es-MX" sz="1400"/>
              <a:t>A : acarreo auxiliar. Indica el acarreo o arrastre entre los bits 3 y 4 </a:t>
            </a:r>
            <a:endParaRPr/>
          </a:p>
          <a:p>
            <a:pPr indent="-342900" lvl="0" marL="342900" rtl="0" algn="just">
              <a:lnSpc>
                <a:spcPct val="100000"/>
              </a:lnSpc>
              <a:spcBef>
                <a:spcPts val="280"/>
              </a:spcBef>
              <a:spcAft>
                <a:spcPts val="0"/>
              </a:spcAft>
              <a:buClr>
                <a:schemeClr val="dk1"/>
              </a:buClr>
              <a:buSzPts val="1400"/>
              <a:buChar char="•"/>
            </a:pPr>
            <a:r>
              <a:rPr lang="es-MX" sz="1400"/>
              <a:t>Z : indicación de resultado igual a cero </a:t>
            </a:r>
            <a:endParaRPr/>
          </a:p>
          <a:p>
            <a:pPr indent="-342900" lvl="0" marL="342900" rtl="0" algn="just">
              <a:lnSpc>
                <a:spcPct val="100000"/>
              </a:lnSpc>
              <a:spcBef>
                <a:spcPts val="280"/>
              </a:spcBef>
              <a:spcAft>
                <a:spcPts val="0"/>
              </a:spcAft>
              <a:buClr>
                <a:schemeClr val="dk1"/>
              </a:buClr>
              <a:buSzPts val="1400"/>
              <a:buChar char="•"/>
            </a:pPr>
            <a:r>
              <a:rPr lang="es-MX" sz="1400"/>
              <a:t>S : indicador de signo del resultado. 0, positivo y 1, negativo </a:t>
            </a:r>
            <a:endParaRPr/>
          </a:p>
          <a:p>
            <a:pPr indent="-342900" lvl="0" marL="342900" rtl="0" algn="just">
              <a:lnSpc>
                <a:spcPct val="100000"/>
              </a:lnSpc>
              <a:spcBef>
                <a:spcPts val="280"/>
              </a:spcBef>
              <a:spcAft>
                <a:spcPts val="0"/>
              </a:spcAft>
              <a:buClr>
                <a:schemeClr val="dk1"/>
              </a:buClr>
              <a:buSzPts val="1400"/>
              <a:buChar char="•"/>
            </a:pPr>
            <a:r>
              <a:rPr lang="es-MX" sz="1400"/>
              <a:t>T : trampa. Habilita la característica de depuración del procesador </a:t>
            </a:r>
            <a:endParaRPr/>
          </a:p>
          <a:p>
            <a:pPr indent="-342900" lvl="0" marL="342900" rtl="0" algn="just">
              <a:lnSpc>
                <a:spcPct val="100000"/>
              </a:lnSpc>
              <a:spcBef>
                <a:spcPts val="280"/>
              </a:spcBef>
              <a:spcAft>
                <a:spcPts val="0"/>
              </a:spcAft>
              <a:buClr>
                <a:schemeClr val="dk1"/>
              </a:buClr>
              <a:buSzPts val="1400"/>
              <a:buChar char="•"/>
            </a:pPr>
            <a:r>
              <a:rPr lang="es-MX" sz="1400"/>
              <a:t>I : habilitación de interrupciones de hardware </a:t>
            </a:r>
            <a:endParaRPr/>
          </a:p>
          <a:p>
            <a:pPr indent="-342900" lvl="0" marL="342900" rtl="0" algn="just">
              <a:lnSpc>
                <a:spcPct val="100000"/>
              </a:lnSpc>
              <a:spcBef>
                <a:spcPts val="280"/>
              </a:spcBef>
              <a:spcAft>
                <a:spcPts val="0"/>
              </a:spcAft>
              <a:buClr>
                <a:schemeClr val="dk1"/>
              </a:buClr>
              <a:buSzPts val="1400"/>
              <a:buChar char="•"/>
            </a:pPr>
            <a:r>
              <a:rPr lang="es-MX" sz="1400"/>
              <a:t>D : selección de incremento o decremento en los índices</a:t>
            </a:r>
            <a:endParaRPr/>
          </a:p>
          <a:p>
            <a:pPr indent="-342900" lvl="0" marL="342900" rtl="0" algn="just">
              <a:lnSpc>
                <a:spcPct val="100000"/>
              </a:lnSpc>
              <a:spcBef>
                <a:spcPts val="280"/>
              </a:spcBef>
              <a:spcAft>
                <a:spcPts val="0"/>
              </a:spcAft>
              <a:buClr>
                <a:schemeClr val="dk1"/>
              </a:buClr>
              <a:buSzPts val="1400"/>
              <a:buChar char="•"/>
            </a:pPr>
            <a:r>
              <a:rPr lang="es-MX" sz="1400"/>
              <a:t> O : sobreflujo.</a:t>
            </a:r>
            <a:endParaRPr b="1" sz="1300">
              <a:latin typeface="Times New Roman"/>
              <a:ea typeface="Times New Roman"/>
              <a:cs typeface="Times New Roman"/>
              <a:sym typeface="Times New Roman"/>
            </a:endParaRPr>
          </a:p>
        </p:txBody>
      </p:sp>
      <p:pic>
        <p:nvPicPr>
          <p:cNvPr id="206" name="Google Shape;206;p26"/>
          <p:cNvPicPr preferRelativeResize="0"/>
          <p:nvPr/>
        </p:nvPicPr>
        <p:blipFill rotWithShape="1">
          <a:blip r:embed="rId3">
            <a:alphaModFix/>
          </a:blip>
          <a:srcRect b="0" l="0" r="0" t="0"/>
          <a:stretch/>
        </p:blipFill>
        <p:spPr>
          <a:xfrm>
            <a:off x="671695" y="3717032"/>
            <a:ext cx="7791450" cy="1123950"/>
          </a:xfrm>
          <a:prstGeom prst="rect">
            <a:avLst/>
          </a:prstGeom>
          <a:noFill/>
          <a:ln>
            <a:noFill/>
          </a:ln>
        </p:spPr>
      </p:pic>
      <p:sp>
        <p:nvSpPr>
          <p:cNvPr id="207" name="Google Shape;207;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08" name="Google Shape;20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alibri"/>
              <a:buNone/>
            </a:pPr>
            <a:r>
              <a:rPr lang="es-MX" sz="2400"/>
              <a:t>Conjunto de instrucciones de ensamblador del procesador Intel 8086 (1)</a:t>
            </a:r>
            <a:endParaRPr sz="2400"/>
          </a:p>
        </p:txBody>
      </p:sp>
      <p:sp>
        <p:nvSpPr>
          <p:cNvPr id="214" name="Google Shape;214;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lnSpc>
                <a:spcPct val="100000"/>
              </a:lnSpc>
              <a:spcBef>
                <a:spcPts val="0"/>
              </a:spcBef>
              <a:spcAft>
                <a:spcPts val="0"/>
              </a:spcAft>
              <a:buClr>
                <a:schemeClr val="dk1"/>
              </a:buClr>
              <a:buSzPct val="100000"/>
              <a:buChar char="•"/>
            </a:pPr>
            <a:r>
              <a:rPr lang="es-MX"/>
              <a:t>Instrucciones aritméticas y lógicas: Permiten realizar operaciones matemáticas y lógicas en registros y datos en memoria. Incluyen ADD, SUB, MUL, DIV, AND, OR, XOR, entre otros.</a:t>
            </a:r>
            <a:endParaRPr/>
          </a:p>
          <a:p>
            <a:pPr indent="-200660" lvl="0" marL="342900" rtl="0" algn="just">
              <a:lnSpc>
                <a:spcPct val="100000"/>
              </a:lnSpc>
              <a:spcBef>
                <a:spcPts val="448"/>
              </a:spcBef>
              <a:spcAft>
                <a:spcPts val="0"/>
              </a:spcAft>
              <a:buClr>
                <a:schemeClr val="dk1"/>
              </a:buClr>
              <a:buSzPct val="100000"/>
              <a:buNone/>
            </a:pPr>
            <a:r>
              <a:t/>
            </a:r>
            <a:endParaRPr/>
          </a:p>
          <a:p>
            <a:pPr indent="-342900" lvl="0" marL="342900" rtl="0" algn="just">
              <a:lnSpc>
                <a:spcPct val="100000"/>
              </a:lnSpc>
              <a:spcBef>
                <a:spcPts val="448"/>
              </a:spcBef>
              <a:spcAft>
                <a:spcPts val="0"/>
              </a:spcAft>
              <a:buClr>
                <a:schemeClr val="dk1"/>
              </a:buClr>
              <a:buSzPct val="100000"/>
              <a:buChar char="•"/>
            </a:pPr>
            <a:r>
              <a:rPr lang="es-MX"/>
              <a:t>Instrucciones de manipulación de bits: Estas instrucciones se utilizan para manipular bits individuales en registros o memoria. Incluyen ROL, ROR, SHL, SHR, BT, BTC, BSF, BSR, entre otros.</a:t>
            </a:r>
            <a:endParaRPr/>
          </a:p>
          <a:p>
            <a:pPr indent="-200660" lvl="0" marL="342900" rtl="0" algn="just">
              <a:lnSpc>
                <a:spcPct val="100000"/>
              </a:lnSpc>
              <a:spcBef>
                <a:spcPts val="448"/>
              </a:spcBef>
              <a:spcAft>
                <a:spcPts val="0"/>
              </a:spcAft>
              <a:buClr>
                <a:schemeClr val="dk1"/>
              </a:buClr>
              <a:buSzPct val="100000"/>
              <a:buNone/>
            </a:pPr>
            <a:r>
              <a:t/>
            </a:r>
            <a:endParaRPr/>
          </a:p>
          <a:p>
            <a:pPr indent="-342900" lvl="0" marL="342900" rtl="0" algn="just">
              <a:lnSpc>
                <a:spcPct val="100000"/>
              </a:lnSpc>
              <a:spcBef>
                <a:spcPts val="448"/>
              </a:spcBef>
              <a:spcAft>
                <a:spcPts val="0"/>
              </a:spcAft>
              <a:buClr>
                <a:schemeClr val="dk1"/>
              </a:buClr>
              <a:buSzPct val="100000"/>
              <a:buChar char="•"/>
            </a:pPr>
            <a:r>
              <a:rPr lang="es-MX"/>
              <a:t>Instrucciones de transferencia de datos: Estas instrucciones se utilizan para mover datos entre registros, memoria y puertos de entrada/salida. Ejemplos incluyen MOV, XCHG, PUSH, POP y LEA.</a:t>
            </a:r>
            <a:endParaRPr/>
          </a:p>
          <a:p>
            <a:pPr indent="-200660" lvl="0" marL="342900" rtl="0" algn="just">
              <a:lnSpc>
                <a:spcPct val="100000"/>
              </a:lnSpc>
              <a:spcBef>
                <a:spcPts val="448"/>
              </a:spcBef>
              <a:spcAft>
                <a:spcPts val="0"/>
              </a:spcAft>
              <a:buClr>
                <a:schemeClr val="dk1"/>
              </a:buClr>
              <a:buSzPct val="100000"/>
              <a:buNone/>
            </a:pPr>
            <a:r>
              <a:t/>
            </a:r>
            <a:endParaRPr/>
          </a:p>
        </p:txBody>
      </p:sp>
      <p:sp>
        <p:nvSpPr>
          <p:cNvPr id="215" name="Google Shape;215;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16" name="Google Shape;21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alibri"/>
              <a:buNone/>
            </a:pPr>
            <a:r>
              <a:rPr lang="es-MX" sz="2400"/>
              <a:t>Conjunto de instrucciones de ensamblador del procesador Intel 8086 (2)</a:t>
            </a:r>
            <a:endParaRPr sz="2400"/>
          </a:p>
        </p:txBody>
      </p:sp>
      <p:sp>
        <p:nvSpPr>
          <p:cNvPr id="222" name="Google Shape;222;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lnSpc>
                <a:spcPct val="100000"/>
              </a:lnSpc>
              <a:spcBef>
                <a:spcPts val="0"/>
              </a:spcBef>
              <a:spcAft>
                <a:spcPts val="0"/>
              </a:spcAft>
              <a:buClr>
                <a:schemeClr val="dk1"/>
              </a:buClr>
              <a:buSzPct val="100000"/>
              <a:buChar char="•"/>
            </a:pPr>
            <a:r>
              <a:rPr lang="es-MX"/>
              <a:t>Instrucciones de salto y bucles: Estas instrucciones alteran el flujo de ejecución del programa, permitiendo saltos condicionales e incondicionales. Ejemplos incluyen JMP, JE, JNE, JZ, JNZ, LOOP, JG, JGE, JL, JLE, entre otros.</a:t>
            </a:r>
            <a:endParaRPr/>
          </a:p>
          <a:p>
            <a:pPr indent="-200660" lvl="0" marL="342900" rtl="0" algn="just">
              <a:lnSpc>
                <a:spcPct val="100000"/>
              </a:lnSpc>
              <a:spcBef>
                <a:spcPts val="448"/>
              </a:spcBef>
              <a:spcAft>
                <a:spcPts val="0"/>
              </a:spcAft>
              <a:buClr>
                <a:schemeClr val="dk1"/>
              </a:buClr>
              <a:buSzPct val="100000"/>
              <a:buNone/>
            </a:pPr>
            <a:r>
              <a:t/>
            </a:r>
            <a:endParaRPr/>
          </a:p>
          <a:p>
            <a:pPr indent="-342900" lvl="0" marL="342900" rtl="0" algn="just">
              <a:lnSpc>
                <a:spcPct val="100000"/>
              </a:lnSpc>
              <a:spcBef>
                <a:spcPts val="448"/>
              </a:spcBef>
              <a:spcAft>
                <a:spcPts val="0"/>
              </a:spcAft>
              <a:buClr>
                <a:schemeClr val="dk1"/>
              </a:buClr>
              <a:buSzPct val="100000"/>
              <a:buChar char="•"/>
            </a:pPr>
            <a:r>
              <a:rPr lang="es-MX"/>
              <a:t>Instrucciones de control de flujo: Incluyen instrucciones como CALL para llamar a subrutinas, RET para retornar de subrutinas, INT para generar interrupciones, IRET para retornar de interrupciones, entre otros.</a:t>
            </a:r>
            <a:endParaRPr/>
          </a:p>
          <a:p>
            <a:pPr indent="-200660" lvl="0" marL="342900" rtl="0" algn="just">
              <a:lnSpc>
                <a:spcPct val="100000"/>
              </a:lnSpc>
              <a:spcBef>
                <a:spcPts val="448"/>
              </a:spcBef>
              <a:spcAft>
                <a:spcPts val="0"/>
              </a:spcAft>
              <a:buClr>
                <a:schemeClr val="dk1"/>
              </a:buClr>
              <a:buSzPct val="100000"/>
              <a:buNone/>
            </a:pPr>
            <a:r>
              <a:t/>
            </a:r>
            <a:endParaRPr/>
          </a:p>
          <a:p>
            <a:pPr indent="-342900" lvl="0" marL="342900" rtl="0" algn="just">
              <a:lnSpc>
                <a:spcPct val="100000"/>
              </a:lnSpc>
              <a:spcBef>
                <a:spcPts val="448"/>
              </a:spcBef>
              <a:spcAft>
                <a:spcPts val="0"/>
              </a:spcAft>
              <a:buClr>
                <a:schemeClr val="dk1"/>
              </a:buClr>
              <a:buSzPct val="100000"/>
              <a:buChar char="•"/>
            </a:pPr>
            <a:r>
              <a:rPr lang="es-MX"/>
              <a:t>Instrucciones de manejo de cadenas y bloques: Permiten operaciones en bloques de datos, como MOVS para mover cadenas de datos, CMPS para comparar cadenas, SCAS para escanear una cadena y LODS para cargar datos desde una cadena.</a:t>
            </a:r>
            <a:endParaRPr/>
          </a:p>
          <a:p>
            <a:pPr indent="-200660" lvl="0" marL="342900" rtl="0" algn="just">
              <a:lnSpc>
                <a:spcPct val="100000"/>
              </a:lnSpc>
              <a:spcBef>
                <a:spcPts val="448"/>
              </a:spcBef>
              <a:spcAft>
                <a:spcPts val="0"/>
              </a:spcAft>
              <a:buClr>
                <a:schemeClr val="dk1"/>
              </a:buClr>
              <a:buSzPct val="100000"/>
              <a:buNone/>
            </a:pPr>
            <a:r>
              <a:t/>
            </a:r>
            <a:endParaRPr/>
          </a:p>
        </p:txBody>
      </p:sp>
      <p:sp>
        <p:nvSpPr>
          <p:cNvPr id="223" name="Google Shape;22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24" name="Google Shape;22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alibri"/>
              <a:buNone/>
            </a:pPr>
            <a:r>
              <a:rPr lang="es-MX" sz="2400"/>
              <a:t>Conjunto de instrucciones de ensamblador del procesador Intel 8086 (3)</a:t>
            </a:r>
            <a:endParaRPr sz="2400"/>
          </a:p>
        </p:txBody>
      </p:sp>
      <p:sp>
        <p:nvSpPr>
          <p:cNvPr id="230" name="Google Shape;230;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lang="es-MX"/>
              <a:t>Instrucciones de manejo de segmentación y punto de entrada: El 8086 utiliza la segmentación de memoria, por lo que tiene instrucciones para trabajar con registros de segmento como MOV, PUSH, POP para manipular punteros de segmento.</a:t>
            </a:r>
            <a:endParaRPr/>
          </a:p>
          <a:p>
            <a:pPr indent="-154940" lvl="0" marL="342900" rtl="0" algn="just">
              <a:lnSpc>
                <a:spcPct val="100000"/>
              </a:lnSpc>
              <a:spcBef>
                <a:spcPts val="592"/>
              </a:spcBef>
              <a:spcAft>
                <a:spcPts val="0"/>
              </a:spcAft>
              <a:buClr>
                <a:schemeClr val="dk1"/>
              </a:buClr>
              <a:buSzPct val="100000"/>
              <a:buNone/>
            </a:pPr>
            <a:r>
              <a:t/>
            </a:r>
            <a:endParaRPr/>
          </a:p>
          <a:p>
            <a:pPr indent="-342900" lvl="0" marL="342900" rtl="0" algn="just">
              <a:lnSpc>
                <a:spcPct val="100000"/>
              </a:lnSpc>
              <a:spcBef>
                <a:spcPts val="592"/>
              </a:spcBef>
              <a:spcAft>
                <a:spcPts val="0"/>
              </a:spcAft>
              <a:buClr>
                <a:schemeClr val="dk1"/>
              </a:buClr>
              <a:buSzPct val="100000"/>
              <a:buChar char="•"/>
            </a:pPr>
            <a:r>
              <a:rPr lang="es-MX"/>
              <a:t>Instrucciones de entrada/salida: Permiten transferir datos entre el procesador y dispositivos periféricos, utilizando instrucciones como IN y OUT.</a:t>
            </a:r>
            <a:endParaRPr/>
          </a:p>
        </p:txBody>
      </p:sp>
      <p:sp>
        <p:nvSpPr>
          <p:cNvPr id="231" name="Google Shape;23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32" name="Google Shape;23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OPERACIONES LÓGICAS</a:t>
            </a:r>
            <a:endParaRPr/>
          </a:p>
        </p:txBody>
      </p:sp>
      <p:sp>
        <p:nvSpPr>
          <p:cNvPr id="238" name="Google Shape;238;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NOT</a:t>
            </a:r>
            <a:endParaRPr/>
          </a:p>
          <a:p>
            <a:pPr indent="-342900" lvl="0" marL="342900" rtl="0" algn="l">
              <a:lnSpc>
                <a:spcPct val="100000"/>
              </a:lnSpc>
              <a:spcBef>
                <a:spcPts val="640"/>
              </a:spcBef>
              <a:spcAft>
                <a:spcPts val="0"/>
              </a:spcAft>
              <a:buClr>
                <a:schemeClr val="dk1"/>
              </a:buClr>
              <a:buSzPts val="3200"/>
              <a:buChar char="•"/>
            </a:pPr>
            <a:r>
              <a:rPr lang="es-MX"/>
              <a:t>NEG</a:t>
            </a:r>
            <a:endParaRPr/>
          </a:p>
          <a:p>
            <a:pPr indent="-342900" lvl="0" marL="342900" rtl="0" algn="l">
              <a:lnSpc>
                <a:spcPct val="100000"/>
              </a:lnSpc>
              <a:spcBef>
                <a:spcPts val="640"/>
              </a:spcBef>
              <a:spcAft>
                <a:spcPts val="0"/>
              </a:spcAft>
              <a:buClr>
                <a:schemeClr val="dk1"/>
              </a:buClr>
              <a:buSzPts val="3200"/>
              <a:buChar char="•"/>
            </a:pPr>
            <a:r>
              <a:rPr lang="es-MX"/>
              <a:t>OR</a:t>
            </a:r>
            <a:endParaRPr/>
          </a:p>
          <a:p>
            <a:pPr indent="-342900" lvl="0" marL="342900" rtl="0" algn="l">
              <a:lnSpc>
                <a:spcPct val="100000"/>
              </a:lnSpc>
              <a:spcBef>
                <a:spcPts val="640"/>
              </a:spcBef>
              <a:spcAft>
                <a:spcPts val="0"/>
              </a:spcAft>
              <a:buClr>
                <a:schemeClr val="dk1"/>
              </a:buClr>
              <a:buSzPts val="3200"/>
              <a:buChar char="•"/>
            </a:pPr>
            <a:r>
              <a:rPr lang="es-MX"/>
              <a:t>AND</a:t>
            </a:r>
            <a:endParaRPr/>
          </a:p>
          <a:p>
            <a:pPr indent="-342900" lvl="0" marL="342900" rtl="0" algn="l">
              <a:lnSpc>
                <a:spcPct val="100000"/>
              </a:lnSpc>
              <a:spcBef>
                <a:spcPts val="640"/>
              </a:spcBef>
              <a:spcAft>
                <a:spcPts val="0"/>
              </a:spcAft>
              <a:buClr>
                <a:schemeClr val="dk1"/>
              </a:buClr>
              <a:buSzPts val="3200"/>
              <a:buChar char="•"/>
            </a:pPr>
            <a:r>
              <a:rPr lang="es-MX"/>
              <a:t>XOR</a:t>
            </a:r>
            <a:endParaRPr/>
          </a:p>
        </p:txBody>
      </p:sp>
      <p:sp>
        <p:nvSpPr>
          <p:cNvPr id="239" name="Google Shape;23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0" name="Google Shape;24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NOT</a:t>
            </a:r>
            <a:endParaRPr/>
          </a:p>
        </p:txBody>
      </p:sp>
      <p:sp>
        <p:nvSpPr>
          <p:cNvPr id="246" name="Google Shape;246;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NOT operando: cambia los bits 1 por 0 y viceversa y devuelve el resultado en el mismo operando. </a:t>
            </a:r>
            <a:endParaRPr/>
          </a:p>
          <a:p>
            <a:pPr indent="-139700" lvl="0" marL="342900" rtl="0" algn="just">
              <a:lnSpc>
                <a:spcPct val="100000"/>
              </a:lnSpc>
              <a:spcBef>
                <a:spcPts val="640"/>
              </a:spcBef>
              <a:spcAft>
                <a:spcPts val="0"/>
              </a:spcAft>
              <a:buClr>
                <a:schemeClr val="dk1"/>
              </a:buClr>
              <a:buSzPts val="3200"/>
              <a:buNone/>
            </a:pPr>
            <a:r>
              <a:t/>
            </a:r>
            <a:endParaRPr/>
          </a:p>
          <a:p>
            <a:pPr indent="0" lvl="0" marL="0" rtl="0" algn="just">
              <a:lnSpc>
                <a:spcPct val="100000"/>
              </a:lnSpc>
              <a:spcBef>
                <a:spcPts val="640"/>
              </a:spcBef>
              <a:spcAft>
                <a:spcPts val="0"/>
              </a:spcAft>
              <a:buClr>
                <a:schemeClr val="dk1"/>
              </a:buClr>
              <a:buSzPts val="3200"/>
              <a:buNone/>
            </a:pPr>
            <a:r>
              <a:rPr lang="es-MX"/>
              <a:t>AL = F2h               AL 1111 0010 </a:t>
            </a:r>
            <a:endParaRPr/>
          </a:p>
          <a:p>
            <a:pPr indent="0" lvl="0" marL="0" rtl="0" algn="just">
              <a:lnSpc>
                <a:spcPct val="100000"/>
              </a:lnSpc>
              <a:spcBef>
                <a:spcPts val="640"/>
              </a:spcBef>
              <a:spcAft>
                <a:spcPts val="0"/>
              </a:spcAft>
              <a:buClr>
                <a:schemeClr val="dk1"/>
              </a:buClr>
              <a:buSzPts val="3200"/>
              <a:buNone/>
            </a:pPr>
            <a:r>
              <a:rPr lang="es-MX"/>
              <a:t>NOT AL;       NOT AL 0000 1101 = ODh </a:t>
            </a:r>
            <a:endParaRPr/>
          </a:p>
        </p:txBody>
      </p:sp>
      <p:sp>
        <p:nvSpPr>
          <p:cNvPr id="247" name="Google Shape;247;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8" name="Google Shape;248;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54" name="Google Shape;254;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ax,0Ah  	; AX = 0000 0000 0000 1010 = 000Ah  </a:t>
            </a:r>
            <a:endParaRPr/>
          </a:p>
          <a:p>
            <a:pPr indent="0" lvl="0" marL="0" rtl="0" algn="l">
              <a:lnSpc>
                <a:spcPct val="100000"/>
              </a:lnSpc>
              <a:spcBef>
                <a:spcPts val="448"/>
              </a:spcBef>
              <a:spcAft>
                <a:spcPts val="0"/>
              </a:spcAft>
              <a:buClr>
                <a:schemeClr val="dk1"/>
              </a:buClr>
              <a:buSzPct val="100000"/>
              <a:buNone/>
            </a:pPr>
            <a:r>
              <a:rPr lang="es-MX"/>
              <a:t>        not     ax      	; AX = 1111 1111 1111 0101 = FFF5h</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 </a:t>
            </a:r>
            <a:endParaRPr/>
          </a:p>
        </p:txBody>
      </p:sp>
      <p:sp>
        <p:nvSpPr>
          <p:cNvPr id="255" name="Google Shape;255;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56" name="Google Shape;256;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NEG</a:t>
            </a:r>
            <a:endParaRPr/>
          </a:p>
        </p:txBody>
      </p:sp>
      <p:sp>
        <p:nvSpPr>
          <p:cNvPr id="262" name="Google Shape;262;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NEG operando: cambia los bits 1 por 0 y viceversa y devuelve el resultado en el mismo operando + 1 el resultado. </a:t>
            </a:r>
            <a:endParaRPr/>
          </a:p>
          <a:p>
            <a:pPr indent="-139700" lvl="0" marL="342900" rtl="0" algn="just">
              <a:lnSpc>
                <a:spcPct val="100000"/>
              </a:lnSpc>
              <a:spcBef>
                <a:spcPts val="640"/>
              </a:spcBef>
              <a:spcAft>
                <a:spcPts val="0"/>
              </a:spcAft>
              <a:buClr>
                <a:schemeClr val="dk1"/>
              </a:buClr>
              <a:buSzPts val="3200"/>
              <a:buNone/>
            </a:pPr>
            <a:r>
              <a:t/>
            </a:r>
            <a:endParaRPr/>
          </a:p>
          <a:p>
            <a:pPr indent="0" lvl="0" marL="0" rtl="0" algn="just">
              <a:lnSpc>
                <a:spcPct val="100000"/>
              </a:lnSpc>
              <a:spcBef>
                <a:spcPts val="640"/>
              </a:spcBef>
              <a:spcAft>
                <a:spcPts val="0"/>
              </a:spcAft>
              <a:buClr>
                <a:schemeClr val="dk1"/>
              </a:buClr>
              <a:buSzPts val="3200"/>
              <a:buNone/>
            </a:pPr>
            <a:r>
              <a:rPr lang="es-MX"/>
              <a:t>AL = F2h               AL 1111 0010 </a:t>
            </a:r>
            <a:endParaRPr/>
          </a:p>
          <a:p>
            <a:pPr indent="0" lvl="0" marL="0" rtl="0" algn="just">
              <a:lnSpc>
                <a:spcPct val="100000"/>
              </a:lnSpc>
              <a:spcBef>
                <a:spcPts val="640"/>
              </a:spcBef>
              <a:spcAft>
                <a:spcPts val="0"/>
              </a:spcAft>
              <a:buClr>
                <a:schemeClr val="dk1"/>
              </a:buClr>
              <a:buSzPts val="3200"/>
              <a:buNone/>
            </a:pPr>
            <a:r>
              <a:rPr lang="es-MX"/>
              <a:t>NEG AL;       NOT AL 0000 1110 = OEh </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263" name="Google Shape;263;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64" name="Google Shape;264;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70" name="Google Shape;270;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ax,0Ah  	; AX = 0000 0000 0000 1010 = 000Ah  </a:t>
            </a:r>
            <a:endParaRPr/>
          </a:p>
          <a:p>
            <a:pPr indent="0" lvl="0" marL="0" rtl="0" algn="l">
              <a:lnSpc>
                <a:spcPct val="100000"/>
              </a:lnSpc>
              <a:spcBef>
                <a:spcPts val="448"/>
              </a:spcBef>
              <a:spcAft>
                <a:spcPts val="0"/>
              </a:spcAft>
              <a:buClr>
                <a:schemeClr val="dk1"/>
              </a:buClr>
              <a:buSzPct val="100000"/>
              <a:buNone/>
            </a:pPr>
            <a:r>
              <a:rPr lang="es-MX"/>
              <a:t>        neg     ax     		; AX = 1111 1111 1111 0110 = FFF6h</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 </a:t>
            </a:r>
            <a:endParaRPr/>
          </a:p>
        </p:txBody>
      </p:sp>
      <p:sp>
        <p:nvSpPr>
          <p:cNvPr id="271" name="Google Shape;271;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72" name="Google Shape;272;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OR</a:t>
            </a:r>
            <a:endParaRPr/>
          </a:p>
        </p:txBody>
      </p:sp>
      <p:sp>
        <p:nvSpPr>
          <p:cNvPr id="278" name="Google Shape;278;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OR destino, fuente: operación o lógico inclusivo. El resultado se almacena en destino. </a:t>
            </a:r>
            <a:endParaRPr/>
          </a:p>
          <a:p>
            <a:pPr indent="-139700" lvl="0" marL="342900" rtl="0" algn="just">
              <a:lnSpc>
                <a:spcPct val="100000"/>
              </a:lnSpc>
              <a:spcBef>
                <a:spcPts val="640"/>
              </a:spcBef>
              <a:spcAft>
                <a:spcPts val="0"/>
              </a:spcAft>
              <a:buClr>
                <a:schemeClr val="dk1"/>
              </a:buClr>
              <a:buSzPts val="3200"/>
              <a:buNone/>
            </a:pPr>
            <a:r>
              <a:t/>
            </a:r>
            <a:endParaRPr/>
          </a:p>
          <a:p>
            <a:pPr indent="0" lvl="0" marL="0" rtl="0" algn="just">
              <a:lnSpc>
                <a:spcPct val="100000"/>
              </a:lnSpc>
              <a:spcBef>
                <a:spcPts val="640"/>
              </a:spcBef>
              <a:spcAft>
                <a:spcPts val="0"/>
              </a:spcAft>
              <a:buClr>
                <a:schemeClr val="dk1"/>
              </a:buClr>
              <a:buSzPts val="3200"/>
              <a:buNone/>
            </a:pPr>
            <a:r>
              <a:rPr lang="es-MX"/>
              <a:t>AX = FEDCh    = 1111 1110 1101 1100 </a:t>
            </a:r>
            <a:endParaRPr/>
          </a:p>
          <a:p>
            <a:pPr indent="0" lvl="0" marL="0" rtl="0" algn="just">
              <a:lnSpc>
                <a:spcPct val="100000"/>
              </a:lnSpc>
              <a:spcBef>
                <a:spcPts val="640"/>
              </a:spcBef>
              <a:spcAft>
                <a:spcPts val="0"/>
              </a:spcAft>
              <a:buClr>
                <a:schemeClr val="dk1"/>
              </a:buClr>
              <a:buSzPts val="3200"/>
              <a:buNone/>
            </a:pPr>
            <a:r>
              <a:rPr lang="es-MX"/>
              <a:t>BX = 1234 h    = 0001 0010 0011 0100 </a:t>
            </a:r>
            <a:endParaRPr/>
          </a:p>
          <a:p>
            <a:pPr indent="0" lvl="0" marL="0" rtl="0" algn="just">
              <a:lnSpc>
                <a:spcPct val="100000"/>
              </a:lnSpc>
              <a:spcBef>
                <a:spcPts val="640"/>
              </a:spcBef>
              <a:spcAft>
                <a:spcPts val="0"/>
              </a:spcAft>
              <a:buClr>
                <a:schemeClr val="dk1"/>
              </a:buClr>
              <a:buSzPts val="3200"/>
              <a:buNone/>
            </a:pPr>
            <a:r>
              <a:rPr lang="es-MX"/>
              <a:t>OR AX, BX          1111 1110 1111 1100 = FEFC h </a:t>
            </a:r>
            <a:endParaRPr/>
          </a:p>
        </p:txBody>
      </p:sp>
      <p:sp>
        <p:nvSpPr>
          <p:cNvPr id="279" name="Google Shape;27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0" name="Google Shape;28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86" name="Google Shape;286;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ax,0Ah   ; AX = 0000 0000 0000 1010 = 000Ah  </a:t>
            </a:r>
            <a:endParaRPr/>
          </a:p>
          <a:p>
            <a:pPr indent="0" lvl="0" marL="0" rtl="0" algn="l">
              <a:lnSpc>
                <a:spcPct val="100000"/>
              </a:lnSpc>
              <a:spcBef>
                <a:spcPts val="448"/>
              </a:spcBef>
              <a:spcAft>
                <a:spcPts val="0"/>
              </a:spcAft>
              <a:buClr>
                <a:schemeClr val="dk1"/>
              </a:buClr>
              <a:buSzPct val="100000"/>
              <a:buNone/>
            </a:pPr>
            <a:r>
              <a:rPr lang="es-MX"/>
              <a:t>        mov     bx,0Fh   ; AX = 0000 0000 0000 1111 = 000Fh        </a:t>
            </a:r>
            <a:endParaRPr/>
          </a:p>
          <a:p>
            <a:pPr indent="0" lvl="0" marL="0" rtl="0" algn="l">
              <a:lnSpc>
                <a:spcPct val="100000"/>
              </a:lnSpc>
              <a:spcBef>
                <a:spcPts val="448"/>
              </a:spcBef>
              <a:spcAft>
                <a:spcPts val="0"/>
              </a:spcAft>
              <a:buClr>
                <a:schemeClr val="dk1"/>
              </a:buClr>
              <a:buSzPct val="100000"/>
              <a:buNone/>
            </a:pPr>
            <a:r>
              <a:rPr lang="es-MX"/>
              <a:t>        or      ax,bx        ; AX = 0000 0000 0000 1111 = 000Fh</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a:t>
            </a:r>
            <a:endParaRPr/>
          </a:p>
        </p:txBody>
      </p:sp>
      <p:sp>
        <p:nvSpPr>
          <p:cNvPr id="287" name="Google Shape;287;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8" name="Google Shape;288;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AND</a:t>
            </a:r>
            <a:endParaRPr/>
          </a:p>
        </p:txBody>
      </p:sp>
      <p:sp>
        <p:nvSpPr>
          <p:cNvPr id="294" name="Google Shape;294;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AND destino, fuente: la operación Y lógica entre 2 operandos, el resultado se deja en destino</a:t>
            </a:r>
            <a:endParaRPr/>
          </a:p>
          <a:p>
            <a:pPr indent="-139700" lvl="0" marL="342900" rtl="0" algn="just">
              <a:lnSpc>
                <a:spcPct val="100000"/>
              </a:lnSpc>
              <a:spcBef>
                <a:spcPts val="640"/>
              </a:spcBef>
              <a:spcAft>
                <a:spcPts val="0"/>
              </a:spcAft>
              <a:buClr>
                <a:schemeClr val="dk1"/>
              </a:buClr>
              <a:buSzPts val="3200"/>
              <a:buNone/>
            </a:pPr>
            <a:r>
              <a:t/>
            </a:r>
            <a:endParaRPr/>
          </a:p>
          <a:p>
            <a:pPr indent="0" lvl="0" marL="0" rtl="0" algn="just">
              <a:lnSpc>
                <a:spcPct val="100000"/>
              </a:lnSpc>
              <a:spcBef>
                <a:spcPts val="640"/>
              </a:spcBef>
              <a:spcAft>
                <a:spcPts val="0"/>
              </a:spcAft>
              <a:buClr>
                <a:schemeClr val="dk1"/>
              </a:buClr>
              <a:buSzPts val="3200"/>
              <a:buNone/>
            </a:pPr>
            <a:r>
              <a:rPr lang="es-MX"/>
              <a:t>AX = FEDCh  1111 1110 1101 1100 </a:t>
            </a:r>
            <a:endParaRPr/>
          </a:p>
          <a:p>
            <a:pPr indent="0" lvl="0" marL="0" rtl="0" algn="just">
              <a:lnSpc>
                <a:spcPct val="100000"/>
              </a:lnSpc>
              <a:spcBef>
                <a:spcPts val="640"/>
              </a:spcBef>
              <a:spcAft>
                <a:spcPts val="0"/>
              </a:spcAft>
              <a:buClr>
                <a:schemeClr val="dk1"/>
              </a:buClr>
              <a:buSzPts val="3200"/>
              <a:buNone/>
            </a:pPr>
            <a:r>
              <a:rPr lang="es-MX"/>
              <a:t>BX = 1234h   0001 0010 0011 0100 </a:t>
            </a:r>
            <a:endParaRPr/>
          </a:p>
          <a:p>
            <a:pPr indent="0" lvl="0" marL="0" rtl="0" algn="just">
              <a:lnSpc>
                <a:spcPct val="100000"/>
              </a:lnSpc>
              <a:spcBef>
                <a:spcPts val="640"/>
              </a:spcBef>
              <a:spcAft>
                <a:spcPts val="0"/>
              </a:spcAft>
              <a:buClr>
                <a:schemeClr val="dk1"/>
              </a:buClr>
              <a:buSzPts val="3200"/>
              <a:buNone/>
            </a:pPr>
            <a:r>
              <a:rPr lang="es-MX"/>
              <a:t> AND AX, BX 0001 0010 0001 0100 = 1214 h</a:t>
            </a:r>
            <a:endParaRPr/>
          </a:p>
        </p:txBody>
      </p:sp>
      <p:sp>
        <p:nvSpPr>
          <p:cNvPr id="295" name="Google Shape;295;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6" name="Google Shape;296;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02" name="Google Shape;302;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ax,0Ah  	; AX = 0000 0000 0000 1010 = 000Ah  </a:t>
            </a:r>
            <a:endParaRPr/>
          </a:p>
          <a:p>
            <a:pPr indent="0" lvl="0" marL="0" rtl="0" algn="l">
              <a:lnSpc>
                <a:spcPct val="100000"/>
              </a:lnSpc>
              <a:spcBef>
                <a:spcPts val="448"/>
              </a:spcBef>
              <a:spcAft>
                <a:spcPts val="0"/>
              </a:spcAft>
              <a:buClr>
                <a:schemeClr val="dk1"/>
              </a:buClr>
              <a:buSzPct val="100000"/>
              <a:buNone/>
            </a:pPr>
            <a:r>
              <a:rPr lang="es-MX"/>
              <a:t>        mov     bx,0Fh  	; AX = 0000 0000 0000 1111 = 000Fh        </a:t>
            </a:r>
            <a:endParaRPr/>
          </a:p>
          <a:p>
            <a:pPr indent="0" lvl="0" marL="0" rtl="0" algn="l">
              <a:lnSpc>
                <a:spcPct val="100000"/>
              </a:lnSpc>
              <a:spcBef>
                <a:spcPts val="448"/>
              </a:spcBef>
              <a:spcAft>
                <a:spcPts val="0"/>
              </a:spcAft>
              <a:buClr>
                <a:schemeClr val="dk1"/>
              </a:buClr>
              <a:buSzPct val="100000"/>
              <a:buNone/>
            </a:pPr>
            <a:r>
              <a:rPr lang="es-MX"/>
              <a:t>        and     ax,bx   	; AX = 0000 0000 0000 1010 = 000Ah</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a:t>
            </a:r>
            <a:endParaRPr/>
          </a:p>
        </p:txBody>
      </p:sp>
      <p:sp>
        <p:nvSpPr>
          <p:cNvPr id="303" name="Google Shape;303;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04" name="Google Shape;304;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XOR</a:t>
            </a:r>
            <a:endParaRPr/>
          </a:p>
        </p:txBody>
      </p:sp>
      <p:sp>
        <p:nvSpPr>
          <p:cNvPr id="310" name="Google Shape;310;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XOR destino, fuente: la operación o lógico exclusiva; el resultado se deja en destino. </a:t>
            </a:r>
            <a:endParaRPr/>
          </a:p>
          <a:p>
            <a:pPr indent="-139700" lvl="0" marL="342900" rtl="0" algn="just">
              <a:lnSpc>
                <a:spcPct val="100000"/>
              </a:lnSpc>
              <a:spcBef>
                <a:spcPts val="640"/>
              </a:spcBef>
              <a:spcAft>
                <a:spcPts val="0"/>
              </a:spcAft>
              <a:buClr>
                <a:schemeClr val="dk1"/>
              </a:buClr>
              <a:buSzPts val="3200"/>
              <a:buNone/>
            </a:pPr>
            <a:r>
              <a:t/>
            </a:r>
            <a:endParaRPr/>
          </a:p>
          <a:p>
            <a:pPr indent="0" lvl="0" marL="0" rtl="0" algn="just">
              <a:lnSpc>
                <a:spcPct val="100000"/>
              </a:lnSpc>
              <a:spcBef>
                <a:spcPts val="640"/>
              </a:spcBef>
              <a:spcAft>
                <a:spcPts val="0"/>
              </a:spcAft>
              <a:buClr>
                <a:schemeClr val="dk1"/>
              </a:buClr>
              <a:buSzPts val="3200"/>
              <a:buNone/>
            </a:pPr>
            <a:r>
              <a:rPr lang="es-MX"/>
              <a:t>AX = FEDCh   1111 1110 1101 1100 </a:t>
            </a:r>
            <a:endParaRPr/>
          </a:p>
          <a:p>
            <a:pPr indent="0" lvl="0" marL="0" rtl="0" algn="just">
              <a:lnSpc>
                <a:spcPct val="100000"/>
              </a:lnSpc>
              <a:spcBef>
                <a:spcPts val="640"/>
              </a:spcBef>
              <a:spcAft>
                <a:spcPts val="0"/>
              </a:spcAft>
              <a:buClr>
                <a:schemeClr val="dk1"/>
              </a:buClr>
              <a:buSzPts val="3200"/>
              <a:buNone/>
            </a:pPr>
            <a:r>
              <a:rPr lang="es-MX"/>
              <a:t>BX = 1234h   0001 0010 0011 0100 </a:t>
            </a:r>
            <a:endParaRPr/>
          </a:p>
          <a:p>
            <a:pPr indent="0" lvl="0" marL="0" rtl="0" algn="just">
              <a:lnSpc>
                <a:spcPct val="100000"/>
              </a:lnSpc>
              <a:spcBef>
                <a:spcPts val="640"/>
              </a:spcBef>
              <a:spcAft>
                <a:spcPts val="0"/>
              </a:spcAft>
              <a:buClr>
                <a:schemeClr val="dk1"/>
              </a:buClr>
              <a:buSzPts val="3200"/>
              <a:buNone/>
            </a:pPr>
            <a:r>
              <a:rPr lang="es-MX"/>
              <a:t>XOR AX, BX   1110 1100 1110 1000 = ECE8 h</a:t>
            </a:r>
            <a:endParaRPr/>
          </a:p>
        </p:txBody>
      </p:sp>
      <p:sp>
        <p:nvSpPr>
          <p:cNvPr id="311" name="Google Shape;311;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2" name="Google Shape;312;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18" name="Google Shape;318;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ax,0Ah  	; AX = 0000 0000 0000 1010 = 000Ah  </a:t>
            </a:r>
            <a:endParaRPr/>
          </a:p>
          <a:p>
            <a:pPr indent="0" lvl="0" marL="0" rtl="0" algn="l">
              <a:lnSpc>
                <a:spcPct val="100000"/>
              </a:lnSpc>
              <a:spcBef>
                <a:spcPts val="448"/>
              </a:spcBef>
              <a:spcAft>
                <a:spcPts val="0"/>
              </a:spcAft>
              <a:buClr>
                <a:schemeClr val="dk1"/>
              </a:buClr>
              <a:buSzPct val="100000"/>
              <a:buNone/>
            </a:pPr>
            <a:r>
              <a:rPr lang="es-MX"/>
              <a:t>        mov     bx,0Fh  	; AX = 0000 0000 0000 1111 = 000Fh        </a:t>
            </a:r>
            <a:endParaRPr/>
          </a:p>
          <a:p>
            <a:pPr indent="0" lvl="0" marL="0" rtl="0" algn="l">
              <a:lnSpc>
                <a:spcPct val="100000"/>
              </a:lnSpc>
              <a:spcBef>
                <a:spcPts val="448"/>
              </a:spcBef>
              <a:spcAft>
                <a:spcPts val="0"/>
              </a:spcAft>
              <a:buClr>
                <a:schemeClr val="dk1"/>
              </a:buClr>
              <a:buSzPct val="100000"/>
              <a:buNone/>
            </a:pPr>
            <a:r>
              <a:rPr lang="es-MX"/>
              <a:t>        xor     ax,bx  	; AX = 0000 0000 0000 0101 = 0005h</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 </a:t>
            </a:r>
            <a:endParaRPr/>
          </a:p>
        </p:txBody>
      </p:sp>
      <p:sp>
        <p:nvSpPr>
          <p:cNvPr id="319" name="Google Shape;319;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20" name="Google Shape;32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Ejemplo</a:t>
            </a:r>
            <a:endParaRPr/>
          </a:p>
        </p:txBody>
      </p:sp>
      <p:sp>
        <p:nvSpPr>
          <p:cNvPr id="326" name="Google Shape;326;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114300" rtl="0" algn="l">
              <a:lnSpc>
                <a:spcPct val="100000"/>
              </a:lnSpc>
              <a:spcBef>
                <a:spcPts val="360"/>
              </a:spcBef>
              <a:spcAft>
                <a:spcPts val="0"/>
              </a:spcAft>
              <a:buSzPct val="80357"/>
              <a:buNone/>
            </a:pPr>
            <a:r>
              <a:rPr lang="es-MX"/>
              <a:t>org 100h</a:t>
            </a:r>
            <a:endParaRPr/>
          </a:p>
          <a:p>
            <a:pPr indent="0" lvl="0" marL="114300" rtl="0" algn="l">
              <a:lnSpc>
                <a:spcPct val="100000"/>
              </a:lnSpc>
              <a:spcBef>
                <a:spcPts val="360"/>
              </a:spcBef>
              <a:spcAft>
                <a:spcPts val="0"/>
              </a:spcAft>
              <a:buSzPct val="80357"/>
              <a:buNone/>
            </a:pPr>
            <a:r>
              <a:rPr lang="es-MX"/>
              <a:t>	MOV AL, 10101010B</a:t>
            </a:r>
            <a:endParaRPr/>
          </a:p>
          <a:p>
            <a:pPr indent="0" lvl="0" marL="114300" rtl="0" algn="l">
              <a:lnSpc>
                <a:spcPct val="100000"/>
              </a:lnSpc>
              <a:spcBef>
                <a:spcPts val="360"/>
              </a:spcBef>
              <a:spcAft>
                <a:spcPts val="0"/>
              </a:spcAft>
              <a:buSzPct val="80357"/>
              <a:buNone/>
            </a:pPr>
            <a:r>
              <a:rPr lang="es-MX"/>
              <a:t>	MOV BL, AL</a:t>
            </a:r>
            <a:endParaRPr/>
          </a:p>
          <a:p>
            <a:pPr indent="0" lvl="0" marL="114300" rtl="0" algn="l">
              <a:lnSpc>
                <a:spcPct val="100000"/>
              </a:lnSpc>
              <a:spcBef>
                <a:spcPts val="360"/>
              </a:spcBef>
              <a:spcAft>
                <a:spcPts val="0"/>
              </a:spcAft>
              <a:buSzPct val="80357"/>
              <a:buNone/>
            </a:pPr>
            <a:r>
              <a:rPr lang="es-MX"/>
              <a:t>	NOT BL</a:t>
            </a:r>
            <a:endParaRPr/>
          </a:p>
          <a:p>
            <a:pPr indent="0" lvl="0" marL="114300" rtl="0" algn="l">
              <a:lnSpc>
                <a:spcPct val="100000"/>
              </a:lnSpc>
              <a:spcBef>
                <a:spcPts val="360"/>
              </a:spcBef>
              <a:spcAft>
                <a:spcPts val="0"/>
              </a:spcAft>
              <a:buSzPct val="80357"/>
              <a:buNone/>
            </a:pPr>
            <a:r>
              <a:rPr lang="es-MX"/>
              <a:t>	MOV CL, AL</a:t>
            </a:r>
            <a:endParaRPr/>
          </a:p>
          <a:p>
            <a:pPr indent="0" lvl="0" marL="114300" rtl="0" algn="l">
              <a:lnSpc>
                <a:spcPct val="100000"/>
              </a:lnSpc>
              <a:spcBef>
                <a:spcPts val="360"/>
              </a:spcBef>
              <a:spcAft>
                <a:spcPts val="0"/>
              </a:spcAft>
              <a:buSzPct val="80357"/>
              <a:buNone/>
            </a:pPr>
            <a:r>
              <a:rPr lang="es-MX"/>
              <a:t>	NEG CL</a:t>
            </a:r>
            <a:endParaRPr/>
          </a:p>
          <a:p>
            <a:pPr indent="0" lvl="0" marL="114300" rtl="0" algn="l">
              <a:lnSpc>
                <a:spcPct val="100000"/>
              </a:lnSpc>
              <a:spcBef>
                <a:spcPts val="360"/>
              </a:spcBef>
              <a:spcAft>
                <a:spcPts val="0"/>
              </a:spcAft>
              <a:buSzPct val="80357"/>
              <a:buNone/>
            </a:pPr>
            <a:r>
              <a:rPr lang="es-MX"/>
              <a:t>	MOV DL, AL</a:t>
            </a:r>
            <a:endParaRPr/>
          </a:p>
          <a:p>
            <a:pPr indent="0" lvl="0" marL="114300" rtl="0" algn="l">
              <a:lnSpc>
                <a:spcPct val="100000"/>
              </a:lnSpc>
              <a:spcBef>
                <a:spcPts val="360"/>
              </a:spcBef>
              <a:spcAft>
                <a:spcPts val="0"/>
              </a:spcAft>
              <a:buSzPct val="80357"/>
              <a:buNone/>
            </a:pPr>
            <a:r>
              <a:rPr lang="es-MX"/>
              <a:t>	OR DL, 00001111B</a:t>
            </a:r>
            <a:endParaRPr/>
          </a:p>
          <a:p>
            <a:pPr indent="0" lvl="0" marL="114300" rtl="0" algn="l">
              <a:lnSpc>
                <a:spcPct val="100000"/>
              </a:lnSpc>
              <a:spcBef>
                <a:spcPts val="360"/>
              </a:spcBef>
              <a:spcAft>
                <a:spcPts val="0"/>
              </a:spcAft>
              <a:buSzPct val="80357"/>
              <a:buNone/>
            </a:pPr>
            <a:r>
              <a:rPr lang="es-MX"/>
              <a:t>	MOV AH, AL</a:t>
            </a:r>
            <a:endParaRPr/>
          </a:p>
          <a:p>
            <a:pPr indent="0" lvl="0" marL="114300" rtl="0" algn="l">
              <a:lnSpc>
                <a:spcPct val="100000"/>
              </a:lnSpc>
              <a:spcBef>
                <a:spcPts val="360"/>
              </a:spcBef>
              <a:spcAft>
                <a:spcPts val="0"/>
              </a:spcAft>
              <a:buSzPct val="80357"/>
              <a:buNone/>
            </a:pPr>
            <a:r>
              <a:rPr lang="es-MX"/>
              <a:t>	AND AH, 11110000B</a:t>
            </a:r>
            <a:endParaRPr/>
          </a:p>
          <a:p>
            <a:pPr indent="0" lvl="0" marL="114300" rtl="0" algn="l">
              <a:lnSpc>
                <a:spcPct val="100000"/>
              </a:lnSpc>
              <a:spcBef>
                <a:spcPts val="360"/>
              </a:spcBef>
              <a:spcAft>
                <a:spcPts val="0"/>
              </a:spcAft>
              <a:buSzPct val="80357"/>
              <a:buNone/>
            </a:pPr>
            <a:r>
              <a:rPr lang="es-MX"/>
              <a:t>	MOV BH, AL</a:t>
            </a:r>
            <a:endParaRPr/>
          </a:p>
          <a:p>
            <a:pPr indent="0" lvl="0" marL="114300" rtl="0" algn="l">
              <a:lnSpc>
                <a:spcPct val="100000"/>
              </a:lnSpc>
              <a:spcBef>
                <a:spcPts val="360"/>
              </a:spcBef>
              <a:spcAft>
                <a:spcPts val="0"/>
              </a:spcAft>
              <a:buSzPct val="80357"/>
              <a:buNone/>
            </a:pPr>
            <a:r>
              <a:rPr lang="es-MX"/>
              <a:t>	XOR BH, 11111111B</a:t>
            </a:r>
            <a:endParaRPr/>
          </a:p>
          <a:p>
            <a:pPr indent="0" lvl="0" marL="114300" rtl="0" algn="l">
              <a:lnSpc>
                <a:spcPct val="100000"/>
              </a:lnSpc>
              <a:spcBef>
                <a:spcPts val="360"/>
              </a:spcBef>
              <a:spcAft>
                <a:spcPts val="0"/>
              </a:spcAft>
              <a:buSzPct val="80357"/>
              <a:buNone/>
            </a:pPr>
            <a:r>
              <a:rPr lang="es-MX"/>
              <a:t>ret</a:t>
            </a:r>
            <a:endParaRPr/>
          </a:p>
          <a:p>
            <a:pPr indent="0" lvl="0" marL="114300" rtl="0" algn="l">
              <a:lnSpc>
                <a:spcPct val="100000"/>
              </a:lnSpc>
              <a:spcBef>
                <a:spcPts val="360"/>
              </a:spcBef>
              <a:spcAft>
                <a:spcPts val="0"/>
              </a:spcAft>
              <a:buSzPct val="80357"/>
              <a:buNone/>
            </a:pPr>
            <a:r>
              <a:t/>
            </a:r>
            <a:endParaRPr/>
          </a:p>
        </p:txBody>
      </p:sp>
      <p:sp>
        <p:nvSpPr>
          <p:cNvPr id="327" name="Google Shape;327;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
        <p:nvSpPr>
          <p:cNvPr id="328" name="Google Shape;328;p41"/>
          <p:cNvSpPr txBox="1"/>
          <p:nvPr/>
        </p:nvSpPr>
        <p:spPr>
          <a:xfrm>
            <a:off x="6243638" y="2044005"/>
            <a:ext cx="2061783"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AL = valor original</a:t>
            </a:r>
            <a:endParaRPr/>
          </a:p>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BL = resultado de NOT</a:t>
            </a:r>
            <a:endParaRPr/>
          </a:p>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CL = resultado de NEG</a:t>
            </a:r>
            <a:endParaRPr/>
          </a:p>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DL = resultado de OR</a:t>
            </a:r>
            <a:endParaRPr/>
          </a:p>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AH = resultado de AND</a:t>
            </a:r>
            <a:endParaRPr/>
          </a:p>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BH = resultado de XOR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Hola mundo</a:t>
            </a:r>
            <a:endParaRPr/>
          </a:p>
        </p:txBody>
      </p:sp>
      <p:sp>
        <p:nvSpPr>
          <p:cNvPr id="334" name="Google Shape;334;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92"/>
              </a:spcBef>
              <a:spcAft>
                <a:spcPts val="0"/>
              </a:spcAft>
              <a:buClr>
                <a:schemeClr val="dk1"/>
              </a:buClr>
              <a:buSzPct val="100000"/>
              <a:buNone/>
            </a:pPr>
            <a:r>
              <a:rPr lang="es-MX"/>
              <a:t>    jmp start</a:t>
            </a:r>
            <a:endParaRPr/>
          </a:p>
          <a:p>
            <a:pPr indent="0" lvl="0" marL="0" rtl="0" algn="l">
              <a:lnSpc>
                <a:spcPct val="100000"/>
              </a:lnSpc>
              <a:spcBef>
                <a:spcPts val="592"/>
              </a:spcBef>
              <a:spcAft>
                <a:spcPts val="0"/>
              </a:spcAft>
              <a:buClr>
                <a:schemeClr val="dk1"/>
              </a:buClr>
              <a:buSzPct val="100000"/>
              <a:buNone/>
            </a:pPr>
            <a:r>
              <a:rPr lang="es-MX"/>
              <a:t>msg: db "Hola Mundo!",0Dh, 0Ah, 24h</a:t>
            </a:r>
            <a:endParaRPr/>
          </a:p>
          <a:p>
            <a:pPr indent="0" lvl="0" marL="0" rtl="0" algn="l">
              <a:lnSpc>
                <a:spcPct val="100000"/>
              </a:lnSpc>
              <a:spcBef>
                <a:spcPts val="592"/>
              </a:spcBef>
              <a:spcAft>
                <a:spcPts val="0"/>
              </a:spcAft>
              <a:buClr>
                <a:schemeClr val="dk1"/>
              </a:buClr>
              <a:buSzPct val="100000"/>
              <a:buNone/>
            </a:pPr>
            <a:r>
              <a:rPr lang="es-MX"/>
              <a:t>start: mov dx,msg</a:t>
            </a:r>
            <a:endParaRPr/>
          </a:p>
          <a:p>
            <a:pPr indent="0" lvl="0" marL="0" rtl="0" algn="l">
              <a:lnSpc>
                <a:spcPct val="100000"/>
              </a:lnSpc>
              <a:spcBef>
                <a:spcPts val="592"/>
              </a:spcBef>
              <a:spcAft>
                <a:spcPts val="0"/>
              </a:spcAft>
              <a:buClr>
                <a:schemeClr val="dk1"/>
              </a:buClr>
              <a:buSzPct val="100000"/>
              <a:buNone/>
            </a:pPr>
            <a:r>
              <a:rPr lang="es-MX"/>
              <a:t>       mov ah, 09h</a:t>
            </a:r>
            <a:endParaRPr/>
          </a:p>
          <a:p>
            <a:pPr indent="0" lvl="0" marL="0" rtl="0" algn="l">
              <a:lnSpc>
                <a:spcPct val="100000"/>
              </a:lnSpc>
              <a:spcBef>
                <a:spcPts val="592"/>
              </a:spcBef>
              <a:spcAft>
                <a:spcPts val="0"/>
              </a:spcAft>
              <a:buClr>
                <a:schemeClr val="dk1"/>
              </a:buClr>
              <a:buSzPct val="100000"/>
              <a:buNone/>
            </a:pPr>
            <a:r>
              <a:rPr lang="es-MX"/>
              <a:t>       int 21h</a:t>
            </a:r>
            <a:endParaRPr/>
          </a:p>
          <a:p>
            <a:pPr indent="0" lvl="0" marL="0" rtl="0" algn="l">
              <a:lnSpc>
                <a:spcPct val="100000"/>
              </a:lnSpc>
              <a:spcBef>
                <a:spcPts val="592"/>
              </a:spcBef>
              <a:spcAft>
                <a:spcPts val="0"/>
              </a:spcAft>
              <a:buClr>
                <a:schemeClr val="dk1"/>
              </a:buClr>
              <a:buSzPct val="100000"/>
              <a:buNone/>
            </a:pPr>
            <a:r>
              <a:rPr lang="es-MX"/>
              <a:t>       mov ah,0</a:t>
            </a:r>
            <a:endParaRPr/>
          </a:p>
          <a:p>
            <a:pPr indent="0" lvl="0" marL="0" rtl="0" algn="l">
              <a:lnSpc>
                <a:spcPct val="100000"/>
              </a:lnSpc>
              <a:spcBef>
                <a:spcPts val="592"/>
              </a:spcBef>
              <a:spcAft>
                <a:spcPts val="0"/>
              </a:spcAft>
              <a:buClr>
                <a:schemeClr val="dk1"/>
              </a:buClr>
              <a:buSzPct val="100000"/>
              <a:buNone/>
            </a:pPr>
            <a:r>
              <a:rPr lang="es-MX"/>
              <a:t>       int 16h</a:t>
            </a:r>
            <a:endParaRPr/>
          </a:p>
          <a:p>
            <a:pPr indent="0" lvl="0" marL="0" rtl="0" algn="l">
              <a:lnSpc>
                <a:spcPct val="100000"/>
              </a:lnSpc>
              <a:spcBef>
                <a:spcPts val="592"/>
              </a:spcBef>
              <a:spcAft>
                <a:spcPts val="0"/>
              </a:spcAft>
              <a:buClr>
                <a:schemeClr val="dk1"/>
              </a:buClr>
              <a:buSzPct val="100000"/>
              <a:buNone/>
            </a:pPr>
            <a:r>
              <a:rPr lang="es-MX"/>
              <a:t>       ret</a:t>
            </a:r>
            <a:endParaRPr/>
          </a:p>
        </p:txBody>
      </p:sp>
      <p:sp>
        <p:nvSpPr>
          <p:cNvPr id="335" name="Google Shape;335;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6" name="Google Shape;336;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Hola mundo</a:t>
            </a:r>
            <a:endParaRPr/>
          </a:p>
        </p:txBody>
      </p:sp>
      <p:sp>
        <p:nvSpPr>
          <p:cNvPr id="342" name="Google Shape;342;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92"/>
              </a:spcBef>
              <a:spcAft>
                <a:spcPts val="0"/>
              </a:spcAft>
              <a:buClr>
                <a:schemeClr val="dk1"/>
              </a:buClr>
              <a:buSzPct val="100000"/>
              <a:buNone/>
            </a:pPr>
            <a:r>
              <a:rPr lang="es-MX"/>
              <a:t>    jmp start</a:t>
            </a:r>
            <a:endParaRPr/>
          </a:p>
          <a:p>
            <a:pPr indent="0" lvl="0" marL="0" rtl="0" algn="l">
              <a:lnSpc>
                <a:spcPct val="100000"/>
              </a:lnSpc>
              <a:spcBef>
                <a:spcPts val="592"/>
              </a:spcBef>
              <a:spcAft>
                <a:spcPts val="0"/>
              </a:spcAft>
              <a:buClr>
                <a:schemeClr val="dk1"/>
              </a:buClr>
              <a:buSzPct val="100000"/>
              <a:buNone/>
            </a:pPr>
            <a:r>
              <a:rPr lang="es-MX"/>
              <a:t>msg: db "Hola Mundo!",0Dh, 0Ah, 24h</a:t>
            </a:r>
            <a:endParaRPr/>
          </a:p>
          <a:p>
            <a:pPr indent="0" lvl="0" marL="0" rtl="0" algn="l">
              <a:lnSpc>
                <a:spcPct val="100000"/>
              </a:lnSpc>
              <a:spcBef>
                <a:spcPts val="592"/>
              </a:spcBef>
              <a:spcAft>
                <a:spcPts val="0"/>
              </a:spcAft>
              <a:buClr>
                <a:schemeClr val="dk1"/>
              </a:buClr>
              <a:buSzPct val="100000"/>
              <a:buNone/>
            </a:pPr>
            <a:r>
              <a:rPr lang="es-MX"/>
              <a:t>start: mov dx,msg</a:t>
            </a:r>
            <a:endParaRPr/>
          </a:p>
          <a:p>
            <a:pPr indent="0" lvl="0" marL="0" rtl="0" algn="l">
              <a:lnSpc>
                <a:spcPct val="100000"/>
              </a:lnSpc>
              <a:spcBef>
                <a:spcPts val="592"/>
              </a:spcBef>
              <a:spcAft>
                <a:spcPts val="0"/>
              </a:spcAft>
              <a:buClr>
                <a:schemeClr val="dk1"/>
              </a:buClr>
              <a:buSzPct val="100000"/>
              <a:buNone/>
            </a:pPr>
            <a:r>
              <a:rPr lang="es-MX"/>
              <a:t>       mov ah, 09h</a:t>
            </a:r>
            <a:endParaRPr/>
          </a:p>
          <a:p>
            <a:pPr indent="0" lvl="0" marL="0" rtl="0" algn="l">
              <a:lnSpc>
                <a:spcPct val="100000"/>
              </a:lnSpc>
              <a:spcBef>
                <a:spcPts val="592"/>
              </a:spcBef>
              <a:spcAft>
                <a:spcPts val="0"/>
              </a:spcAft>
              <a:buClr>
                <a:schemeClr val="dk1"/>
              </a:buClr>
              <a:buSzPct val="100000"/>
              <a:buNone/>
            </a:pPr>
            <a:r>
              <a:rPr lang="es-MX"/>
              <a:t>       int 21h</a:t>
            </a:r>
            <a:endParaRPr/>
          </a:p>
          <a:p>
            <a:pPr indent="0" lvl="0" marL="0" rtl="0" algn="l">
              <a:lnSpc>
                <a:spcPct val="100000"/>
              </a:lnSpc>
              <a:spcBef>
                <a:spcPts val="592"/>
              </a:spcBef>
              <a:spcAft>
                <a:spcPts val="0"/>
              </a:spcAft>
              <a:buClr>
                <a:schemeClr val="dk1"/>
              </a:buClr>
              <a:buSzPct val="100000"/>
              <a:buNone/>
            </a:pPr>
            <a:r>
              <a:rPr lang="es-MX"/>
              <a:t>       mov ah,0</a:t>
            </a:r>
            <a:endParaRPr/>
          </a:p>
          <a:p>
            <a:pPr indent="0" lvl="0" marL="0" rtl="0" algn="l">
              <a:lnSpc>
                <a:spcPct val="100000"/>
              </a:lnSpc>
              <a:spcBef>
                <a:spcPts val="592"/>
              </a:spcBef>
              <a:spcAft>
                <a:spcPts val="0"/>
              </a:spcAft>
              <a:buClr>
                <a:schemeClr val="dk1"/>
              </a:buClr>
              <a:buSzPct val="100000"/>
              <a:buNone/>
            </a:pPr>
            <a:r>
              <a:rPr lang="es-MX"/>
              <a:t>       int 16h</a:t>
            </a:r>
            <a:endParaRPr/>
          </a:p>
          <a:p>
            <a:pPr indent="0" lvl="0" marL="0" rtl="0" algn="l">
              <a:lnSpc>
                <a:spcPct val="100000"/>
              </a:lnSpc>
              <a:spcBef>
                <a:spcPts val="592"/>
              </a:spcBef>
              <a:spcAft>
                <a:spcPts val="0"/>
              </a:spcAft>
              <a:buClr>
                <a:schemeClr val="dk1"/>
              </a:buClr>
              <a:buSzPct val="100000"/>
              <a:buNone/>
            </a:pPr>
            <a:r>
              <a:rPr lang="es-MX"/>
              <a:t>       ret</a:t>
            </a:r>
            <a:endParaRPr/>
          </a:p>
        </p:txBody>
      </p:sp>
      <p:sp>
        <p:nvSpPr>
          <p:cNvPr id="343" name="Google Shape;343;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4" name="Google Shape;344;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pic>
        <p:nvPicPr>
          <p:cNvPr id="345" name="Google Shape;345;p43"/>
          <p:cNvPicPr preferRelativeResize="0"/>
          <p:nvPr/>
        </p:nvPicPr>
        <p:blipFill rotWithShape="1">
          <a:blip r:embed="rId3">
            <a:alphaModFix/>
          </a:blip>
          <a:srcRect b="0" l="0" r="0" t="0"/>
          <a:stretch/>
        </p:blipFill>
        <p:spPr>
          <a:xfrm>
            <a:off x="3881298" y="1600200"/>
            <a:ext cx="3669180" cy="632012"/>
          </a:xfrm>
          <a:prstGeom prst="rect">
            <a:avLst/>
          </a:prstGeom>
          <a:noFill/>
          <a:ln>
            <a:noFill/>
          </a:ln>
        </p:spPr>
      </p:pic>
      <p:cxnSp>
        <p:nvCxnSpPr>
          <p:cNvPr id="346" name="Google Shape;346;p43"/>
          <p:cNvCxnSpPr/>
          <p:nvPr/>
        </p:nvCxnSpPr>
        <p:spPr>
          <a:xfrm flipH="1" rot="10800000">
            <a:off x="3124200" y="2133600"/>
            <a:ext cx="757098" cy="564776"/>
          </a:xfrm>
          <a:prstGeom prst="straightConnector1">
            <a:avLst/>
          </a:prstGeom>
          <a:noFill/>
          <a:ln cap="flat" cmpd="sng" w="9525">
            <a:solidFill>
              <a:srgbClr val="4A7DBA"/>
            </a:solidFill>
            <a:prstDash val="solid"/>
            <a:round/>
            <a:headEnd len="sm" w="sm"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Hola mundo</a:t>
            </a:r>
            <a:endParaRPr/>
          </a:p>
        </p:txBody>
      </p:sp>
      <p:sp>
        <p:nvSpPr>
          <p:cNvPr id="352" name="Google Shape;352;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92"/>
              </a:spcBef>
              <a:spcAft>
                <a:spcPts val="0"/>
              </a:spcAft>
              <a:buClr>
                <a:schemeClr val="dk1"/>
              </a:buClr>
              <a:buSzPct val="100000"/>
              <a:buNone/>
            </a:pPr>
            <a:r>
              <a:rPr lang="es-MX"/>
              <a:t>    jmp start</a:t>
            </a:r>
            <a:endParaRPr/>
          </a:p>
          <a:p>
            <a:pPr indent="0" lvl="0" marL="0" rtl="0" algn="l">
              <a:lnSpc>
                <a:spcPct val="100000"/>
              </a:lnSpc>
              <a:spcBef>
                <a:spcPts val="592"/>
              </a:spcBef>
              <a:spcAft>
                <a:spcPts val="0"/>
              </a:spcAft>
              <a:buClr>
                <a:schemeClr val="dk1"/>
              </a:buClr>
              <a:buSzPct val="100000"/>
              <a:buNone/>
            </a:pPr>
            <a:r>
              <a:rPr lang="es-MX"/>
              <a:t>msg: db "Hola Mundo!",0Dh, 0Ah, 24h</a:t>
            </a:r>
            <a:endParaRPr/>
          </a:p>
          <a:p>
            <a:pPr indent="0" lvl="0" marL="0" rtl="0" algn="l">
              <a:lnSpc>
                <a:spcPct val="100000"/>
              </a:lnSpc>
              <a:spcBef>
                <a:spcPts val="592"/>
              </a:spcBef>
              <a:spcAft>
                <a:spcPts val="0"/>
              </a:spcAft>
              <a:buClr>
                <a:schemeClr val="dk1"/>
              </a:buClr>
              <a:buSzPct val="100000"/>
              <a:buNone/>
            </a:pPr>
            <a:r>
              <a:rPr lang="es-MX"/>
              <a:t>start: mov dx,msg</a:t>
            </a:r>
            <a:endParaRPr/>
          </a:p>
          <a:p>
            <a:pPr indent="0" lvl="0" marL="0" rtl="0" algn="l">
              <a:lnSpc>
                <a:spcPct val="100000"/>
              </a:lnSpc>
              <a:spcBef>
                <a:spcPts val="592"/>
              </a:spcBef>
              <a:spcAft>
                <a:spcPts val="0"/>
              </a:spcAft>
              <a:buClr>
                <a:schemeClr val="dk1"/>
              </a:buClr>
              <a:buSzPct val="100000"/>
              <a:buNone/>
            </a:pPr>
            <a:r>
              <a:rPr lang="es-MX"/>
              <a:t>       mov ah, 09h</a:t>
            </a:r>
            <a:endParaRPr/>
          </a:p>
          <a:p>
            <a:pPr indent="0" lvl="0" marL="0" rtl="0" algn="l">
              <a:lnSpc>
                <a:spcPct val="100000"/>
              </a:lnSpc>
              <a:spcBef>
                <a:spcPts val="592"/>
              </a:spcBef>
              <a:spcAft>
                <a:spcPts val="0"/>
              </a:spcAft>
              <a:buClr>
                <a:schemeClr val="dk1"/>
              </a:buClr>
              <a:buSzPct val="100000"/>
              <a:buNone/>
            </a:pPr>
            <a:r>
              <a:rPr lang="es-MX"/>
              <a:t>       int 21h</a:t>
            </a:r>
            <a:endParaRPr/>
          </a:p>
          <a:p>
            <a:pPr indent="0" lvl="0" marL="0" rtl="0" algn="l">
              <a:lnSpc>
                <a:spcPct val="100000"/>
              </a:lnSpc>
              <a:spcBef>
                <a:spcPts val="592"/>
              </a:spcBef>
              <a:spcAft>
                <a:spcPts val="0"/>
              </a:spcAft>
              <a:buClr>
                <a:schemeClr val="dk1"/>
              </a:buClr>
              <a:buSzPct val="100000"/>
              <a:buNone/>
            </a:pPr>
            <a:r>
              <a:rPr lang="es-MX"/>
              <a:t>       mov ah,0</a:t>
            </a:r>
            <a:endParaRPr/>
          </a:p>
          <a:p>
            <a:pPr indent="0" lvl="0" marL="0" rtl="0" algn="l">
              <a:lnSpc>
                <a:spcPct val="100000"/>
              </a:lnSpc>
              <a:spcBef>
                <a:spcPts val="592"/>
              </a:spcBef>
              <a:spcAft>
                <a:spcPts val="0"/>
              </a:spcAft>
              <a:buClr>
                <a:schemeClr val="dk1"/>
              </a:buClr>
              <a:buSzPct val="100000"/>
              <a:buNone/>
            </a:pPr>
            <a:r>
              <a:rPr lang="es-MX"/>
              <a:t>       int 16h</a:t>
            </a:r>
            <a:endParaRPr/>
          </a:p>
          <a:p>
            <a:pPr indent="0" lvl="0" marL="0" rtl="0" algn="l">
              <a:lnSpc>
                <a:spcPct val="100000"/>
              </a:lnSpc>
              <a:spcBef>
                <a:spcPts val="592"/>
              </a:spcBef>
              <a:spcAft>
                <a:spcPts val="0"/>
              </a:spcAft>
              <a:buClr>
                <a:schemeClr val="dk1"/>
              </a:buClr>
              <a:buSzPct val="100000"/>
              <a:buNone/>
            </a:pPr>
            <a:r>
              <a:rPr lang="es-MX"/>
              <a:t>       ret</a:t>
            </a:r>
            <a:endParaRPr/>
          </a:p>
        </p:txBody>
      </p:sp>
      <p:sp>
        <p:nvSpPr>
          <p:cNvPr id="353" name="Google Shape;353;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4" name="Google Shape;354;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pic>
        <p:nvPicPr>
          <p:cNvPr id="355" name="Google Shape;355;p44"/>
          <p:cNvPicPr preferRelativeResize="0"/>
          <p:nvPr/>
        </p:nvPicPr>
        <p:blipFill rotWithShape="1">
          <a:blip r:embed="rId3">
            <a:alphaModFix/>
          </a:blip>
          <a:srcRect b="0" l="0" r="0" t="0"/>
          <a:stretch/>
        </p:blipFill>
        <p:spPr>
          <a:xfrm>
            <a:off x="3240741" y="4121338"/>
            <a:ext cx="5706271" cy="1333686"/>
          </a:xfrm>
          <a:prstGeom prst="rect">
            <a:avLst/>
          </a:prstGeom>
          <a:noFill/>
          <a:ln>
            <a:noFill/>
          </a:ln>
        </p:spPr>
      </p:pic>
      <p:cxnSp>
        <p:nvCxnSpPr>
          <p:cNvPr id="356" name="Google Shape;356;p44"/>
          <p:cNvCxnSpPr/>
          <p:nvPr/>
        </p:nvCxnSpPr>
        <p:spPr>
          <a:xfrm flipH="1">
            <a:off x="4769224" y="3048000"/>
            <a:ext cx="600635" cy="1073338"/>
          </a:xfrm>
          <a:prstGeom prst="straightConnector1">
            <a:avLst/>
          </a:prstGeom>
          <a:noFill/>
          <a:ln cap="flat" cmpd="sng" w="9525">
            <a:solidFill>
              <a:srgbClr val="4A7DBA"/>
            </a:solidFill>
            <a:prstDash val="solid"/>
            <a:round/>
            <a:headEnd len="sm" w="sm"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Hola mundo</a:t>
            </a:r>
            <a:endParaRPr/>
          </a:p>
        </p:txBody>
      </p:sp>
      <p:sp>
        <p:nvSpPr>
          <p:cNvPr id="362" name="Google Shape;362;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92"/>
              </a:spcBef>
              <a:spcAft>
                <a:spcPts val="0"/>
              </a:spcAft>
              <a:buClr>
                <a:schemeClr val="dk1"/>
              </a:buClr>
              <a:buSzPct val="100000"/>
              <a:buNone/>
            </a:pPr>
            <a:r>
              <a:rPr lang="es-MX"/>
              <a:t>    jmp start</a:t>
            </a:r>
            <a:endParaRPr/>
          </a:p>
          <a:p>
            <a:pPr indent="0" lvl="0" marL="0" rtl="0" algn="l">
              <a:lnSpc>
                <a:spcPct val="100000"/>
              </a:lnSpc>
              <a:spcBef>
                <a:spcPts val="592"/>
              </a:spcBef>
              <a:spcAft>
                <a:spcPts val="0"/>
              </a:spcAft>
              <a:buClr>
                <a:schemeClr val="dk1"/>
              </a:buClr>
              <a:buSzPct val="100000"/>
              <a:buNone/>
            </a:pPr>
            <a:r>
              <a:rPr lang="es-MX"/>
              <a:t>msg: db "Hola Mundo!",0Dh, 0Ah, 24h</a:t>
            </a:r>
            <a:endParaRPr/>
          </a:p>
          <a:p>
            <a:pPr indent="0" lvl="0" marL="0" rtl="0" algn="l">
              <a:lnSpc>
                <a:spcPct val="100000"/>
              </a:lnSpc>
              <a:spcBef>
                <a:spcPts val="592"/>
              </a:spcBef>
              <a:spcAft>
                <a:spcPts val="0"/>
              </a:spcAft>
              <a:buClr>
                <a:schemeClr val="dk1"/>
              </a:buClr>
              <a:buSzPct val="100000"/>
              <a:buNone/>
            </a:pPr>
            <a:r>
              <a:rPr lang="es-MX"/>
              <a:t>start: mov dx,msg</a:t>
            </a:r>
            <a:endParaRPr/>
          </a:p>
          <a:p>
            <a:pPr indent="0" lvl="0" marL="0" rtl="0" algn="l">
              <a:lnSpc>
                <a:spcPct val="100000"/>
              </a:lnSpc>
              <a:spcBef>
                <a:spcPts val="592"/>
              </a:spcBef>
              <a:spcAft>
                <a:spcPts val="0"/>
              </a:spcAft>
              <a:buClr>
                <a:schemeClr val="dk1"/>
              </a:buClr>
              <a:buSzPct val="100000"/>
              <a:buNone/>
            </a:pPr>
            <a:r>
              <a:rPr lang="es-MX"/>
              <a:t>       mov ah, 09h</a:t>
            </a:r>
            <a:endParaRPr/>
          </a:p>
          <a:p>
            <a:pPr indent="0" lvl="0" marL="0" rtl="0" algn="l">
              <a:lnSpc>
                <a:spcPct val="100000"/>
              </a:lnSpc>
              <a:spcBef>
                <a:spcPts val="592"/>
              </a:spcBef>
              <a:spcAft>
                <a:spcPts val="0"/>
              </a:spcAft>
              <a:buClr>
                <a:schemeClr val="dk1"/>
              </a:buClr>
              <a:buSzPct val="100000"/>
              <a:buNone/>
            </a:pPr>
            <a:r>
              <a:rPr lang="es-MX"/>
              <a:t>       int 21h</a:t>
            </a:r>
            <a:endParaRPr/>
          </a:p>
          <a:p>
            <a:pPr indent="0" lvl="0" marL="0" rtl="0" algn="l">
              <a:lnSpc>
                <a:spcPct val="100000"/>
              </a:lnSpc>
              <a:spcBef>
                <a:spcPts val="592"/>
              </a:spcBef>
              <a:spcAft>
                <a:spcPts val="0"/>
              </a:spcAft>
              <a:buClr>
                <a:schemeClr val="dk1"/>
              </a:buClr>
              <a:buSzPct val="100000"/>
              <a:buNone/>
            </a:pPr>
            <a:r>
              <a:rPr lang="es-MX"/>
              <a:t>       mov ah,0</a:t>
            </a:r>
            <a:endParaRPr/>
          </a:p>
          <a:p>
            <a:pPr indent="0" lvl="0" marL="0" rtl="0" algn="l">
              <a:lnSpc>
                <a:spcPct val="100000"/>
              </a:lnSpc>
              <a:spcBef>
                <a:spcPts val="592"/>
              </a:spcBef>
              <a:spcAft>
                <a:spcPts val="0"/>
              </a:spcAft>
              <a:buClr>
                <a:schemeClr val="dk1"/>
              </a:buClr>
              <a:buSzPct val="100000"/>
              <a:buNone/>
            </a:pPr>
            <a:r>
              <a:rPr lang="es-MX"/>
              <a:t>       int 16h</a:t>
            </a:r>
            <a:endParaRPr/>
          </a:p>
          <a:p>
            <a:pPr indent="0" lvl="0" marL="0" rtl="0" algn="l">
              <a:lnSpc>
                <a:spcPct val="100000"/>
              </a:lnSpc>
              <a:spcBef>
                <a:spcPts val="592"/>
              </a:spcBef>
              <a:spcAft>
                <a:spcPts val="0"/>
              </a:spcAft>
              <a:buClr>
                <a:schemeClr val="dk1"/>
              </a:buClr>
              <a:buSzPct val="100000"/>
              <a:buNone/>
            </a:pPr>
            <a:r>
              <a:rPr lang="es-MX"/>
              <a:t>       ret</a:t>
            </a:r>
            <a:endParaRPr/>
          </a:p>
        </p:txBody>
      </p:sp>
      <p:sp>
        <p:nvSpPr>
          <p:cNvPr id="363" name="Google Shape;363;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64" name="Google Shape;364;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pic>
        <p:nvPicPr>
          <p:cNvPr id="365" name="Google Shape;365;p45"/>
          <p:cNvPicPr preferRelativeResize="0"/>
          <p:nvPr/>
        </p:nvPicPr>
        <p:blipFill rotWithShape="1">
          <a:blip r:embed="rId3">
            <a:alphaModFix/>
          </a:blip>
          <a:srcRect b="0" l="0" r="0" t="0"/>
          <a:stretch/>
        </p:blipFill>
        <p:spPr>
          <a:xfrm>
            <a:off x="3240741" y="4121338"/>
            <a:ext cx="5706271" cy="1333686"/>
          </a:xfrm>
          <a:prstGeom prst="rect">
            <a:avLst/>
          </a:prstGeom>
          <a:noFill/>
          <a:ln>
            <a:noFill/>
          </a:ln>
        </p:spPr>
      </p:pic>
      <p:cxnSp>
        <p:nvCxnSpPr>
          <p:cNvPr id="366" name="Google Shape;366;p45"/>
          <p:cNvCxnSpPr/>
          <p:nvPr/>
        </p:nvCxnSpPr>
        <p:spPr>
          <a:xfrm flipH="1">
            <a:off x="4769224" y="3048000"/>
            <a:ext cx="600635" cy="1073338"/>
          </a:xfrm>
          <a:prstGeom prst="straightConnector1">
            <a:avLst/>
          </a:prstGeom>
          <a:noFill/>
          <a:ln cap="flat" cmpd="sng" w="9525">
            <a:solidFill>
              <a:srgbClr val="4A7DBA"/>
            </a:solidFill>
            <a:prstDash val="solid"/>
            <a:round/>
            <a:headEnd len="sm" w="sm"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Hola mundo</a:t>
            </a:r>
            <a:endParaRPr/>
          </a:p>
        </p:txBody>
      </p:sp>
      <p:sp>
        <p:nvSpPr>
          <p:cNvPr id="372" name="Google Shape;372;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92"/>
              </a:spcBef>
              <a:spcAft>
                <a:spcPts val="0"/>
              </a:spcAft>
              <a:buClr>
                <a:schemeClr val="dk1"/>
              </a:buClr>
              <a:buSzPct val="100000"/>
              <a:buNone/>
            </a:pPr>
            <a:r>
              <a:rPr lang="es-MX"/>
              <a:t>    jmp start</a:t>
            </a:r>
            <a:endParaRPr/>
          </a:p>
          <a:p>
            <a:pPr indent="0" lvl="0" marL="0" rtl="0" algn="l">
              <a:lnSpc>
                <a:spcPct val="100000"/>
              </a:lnSpc>
              <a:spcBef>
                <a:spcPts val="592"/>
              </a:spcBef>
              <a:spcAft>
                <a:spcPts val="0"/>
              </a:spcAft>
              <a:buClr>
                <a:schemeClr val="dk1"/>
              </a:buClr>
              <a:buSzPct val="100000"/>
              <a:buNone/>
            </a:pPr>
            <a:r>
              <a:rPr lang="es-MX"/>
              <a:t>msg: db "Hola Mundo!",0Dh, 0Ah, 24h</a:t>
            </a:r>
            <a:endParaRPr/>
          </a:p>
          <a:p>
            <a:pPr indent="0" lvl="0" marL="0" rtl="0" algn="l">
              <a:lnSpc>
                <a:spcPct val="100000"/>
              </a:lnSpc>
              <a:spcBef>
                <a:spcPts val="592"/>
              </a:spcBef>
              <a:spcAft>
                <a:spcPts val="0"/>
              </a:spcAft>
              <a:buClr>
                <a:schemeClr val="dk1"/>
              </a:buClr>
              <a:buSzPct val="100000"/>
              <a:buNone/>
            </a:pPr>
            <a:r>
              <a:rPr lang="es-MX"/>
              <a:t>start: mov dx,msg</a:t>
            </a:r>
            <a:endParaRPr/>
          </a:p>
          <a:p>
            <a:pPr indent="0" lvl="0" marL="0" rtl="0" algn="l">
              <a:lnSpc>
                <a:spcPct val="100000"/>
              </a:lnSpc>
              <a:spcBef>
                <a:spcPts val="592"/>
              </a:spcBef>
              <a:spcAft>
                <a:spcPts val="0"/>
              </a:spcAft>
              <a:buClr>
                <a:schemeClr val="dk1"/>
              </a:buClr>
              <a:buSzPct val="100000"/>
              <a:buNone/>
            </a:pPr>
            <a:r>
              <a:rPr lang="es-MX"/>
              <a:t>       mov ah, 09h</a:t>
            </a:r>
            <a:endParaRPr/>
          </a:p>
          <a:p>
            <a:pPr indent="0" lvl="0" marL="0" rtl="0" algn="l">
              <a:lnSpc>
                <a:spcPct val="100000"/>
              </a:lnSpc>
              <a:spcBef>
                <a:spcPts val="592"/>
              </a:spcBef>
              <a:spcAft>
                <a:spcPts val="0"/>
              </a:spcAft>
              <a:buClr>
                <a:schemeClr val="dk1"/>
              </a:buClr>
              <a:buSzPct val="100000"/>
              <a:buNone/>
            </a:pPr>
            <a:r>
              <a:rPr lang="es-MX"/>
              <a:t>       int 21h</a:t>
            </a:r>
            <a:endParaRPr/>
          </a:p>
          <a:p>
            <a:pPr indent="0" lvl="0" marL="0" rtl="0" algn="l">
              <a:lnSpc>
                <a:spcPct val="100000"/>
              </a:lnSpc>
              <a:spcBef>
                <a:spcPts val="592"/>
              </a:spcBef>
              <a:spcAft>
                <a:spcPts val="0"/>
              </a:spcAft>
              <a:buClr>
                <a:schemeClr val="dk1"/>
              </a:buClr>
              <a:buSzPct val="100000"/>
              <a:buNone/>
            </a:pPr>
            <a:r>
              <a:rPr lang="es-MX"/>
              <a:t>       mov ah,0</a:t>
            </a:r>
            <a:endParaRPr/>
          </a:p>
          <a:p>
            <a:pPr indent="0" lvl="0" marL="0" rtl="0" algn="l">
              <a:lnSpc>
                <a:spcPct val="100000"/>
              </a:lnSpc>
              <a:spcBef>
                <a:spcPts val="592"/>
              </a:spcBef>
              <a:spcAft>
                <a:spcPts val="0"/>
              </a:spcAft>
              <a:buClr>
                <a:schemeClr val="dk1"/>
              </a:buClr>
              <a:buSzPct val="100000"/>
              <a:buNone/>
            </a:pPr>
            <a:r>
              <a:rPr lang="es-MX"/>
              <a:t>       int 16h</a:t>
            </a:r>
            <a:endParaRPr/>
          </a:p>
          <a:p>
            <a:pPr indent="0" lvl="0" marL="0" rtl="0" algn="l">
              <a:lnSpc>
                <a:spcPct val="100000"/>
              </a:lnSpc>
              <a:spcBef>
                <a:spcPts val="592"/>
              </a:spcBef>
              <a:spcAft>
                <a:spcPts val="0"/>
              </a:spcAft>
              <a:buClr>
                <a:schemeClr val="dk1"/>
              </a:buClr>
              <a:buSzPct val="100000"/>
              <a:buNone/>
            </a:pPr>
            <a:r>
              <a:rPr lang="es-MX"/>
              <a:t>       ret</a:t>
            </a:r>
            <a:endParaRPr/>
          </a:p>
        </p:txBody>
      </p:sp>
      <p:sp>
        <p:nvSpPr>
          <p:cNvPr id="373" name="Google Shape;373;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74" name="Google Shape;374;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
        <p:nvSpPr>
          <p:cNvPr id="375" name="Google Shape;375;p46"/>
          <p:cNvSpPr/>
          <p:nvPr/>
        </p:nvSpPr>
        <p:spPr>
          <a:xfrm>
            <a:off x="3504685" y="4610853"/>
            <a:ext cx="4322017"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Esperar a que el usuario presione una tecla y leerla.</a:t>
            </a:r>
            <a:endParaRPr/>
          </a:p>
        </p:txBody>
      </p:sp>
      <p:cxnSp>
        <p:nvCxnSpPr>
          <p:cNvPr id="376" name="Google Shape;376;p46"/>
          <p:cNvCxnSpPr/>
          <p:nvPr/>
        </p:nvCxnSpPr>
        <p:spPr>
          <a:xfrm flipH="1" rot="10800000">
            <a:off x="2608729" y="4764741"/>
            <a:ext cx="895956" cy="153889"/>
          </a:xfrm>
          <a:prstGeom prst="straightConnector1">
            <a:avLst/>
          </a:prstGeom>
          <a:noFill/>
          <a:ln cap="flat" cmpd="sng" w="9525">
            <a:solidFill>
              <a:srgbClr val="4A7DBA"/>
            </a:solidFill>
            <a:prstDash val="solid"/>
            <a:round/>
            <a:headEnd len="sm" w="sm"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Todas las interrupciones</a:t>
            </a:r>
            <a:endParaRPr/>
          </a:p>
        </p:txBody>
      </p:sp>
      <p:sp>
        <p:nvSpPr>
          <p:cNvPr id="382" name="Google Shape;382;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u="sng">
                <a:solidFill>
                  <a:schemeClr val="hlink"/>
                </a:solidFill>
                <a:hlinkClick r:id="rId3"/>
              </a:rPr>
              <a:t>http://www.ctyme.com/intr/?fbclid=IwAR1qqACPDDqJrezkkrUaTZFn4UFfjUyKZ-anXJMKF3w8I0zAcLgY0_GTbPw</a:t>
            </a:r>
            <a:endParaRPr/>
          </a:p>
          <a:p>
            <a:pPr indent="-285750" lvl="1" marL="742950" rtl="0" algn="l">
              <a:lnSpc>
                <a:spcPct val="100000"/>
              </a:lnSpc>
              <a:spcBef>
                <a:spcPts val="560"/>
              </a:spcBef>
              <a:spcAft>
                <a:spcPts val="0"/>
              </a:spcAft>
              <a:buClr>
                <a:schemeClr val="dk1"/>
              </a:buClr>
              <a:buSzPts val="2800"/>
              <a:buChar char="–"/>
            </a:pPr>
            <a:r>
              <a:rPr lang="es-MX" u="sng">
                <a:solidFill>
                  <a:schemeClr val="hlink"/>
                </a:solidFill>
                <a:hlinkClick r:id="rId4"/>
              </a:rPr>
              <a:t>http://www.ctyme.com/intr/int-21.htm</a:t>
            </a:r>
            <a:endParaRPr/>
          </a:p>
        </p:txBody>
      </p:sp>
      <p:sp>
        <p:nvSpPr>
          <p:cNvPr id="383" name="Google Shape;383;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84" name="Google Shape;384;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Aritméticas</a:t>
            </a:r>
            <a:endParaRPr/>
          </a:p>
        </p:txBody>
      </p:sp>
      <p:sp>
        <p:nvSpPr>
          <p:cNvPr id="390" name="Google Shape;390;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ADD</a:t>
            </a:r>
            <a:endParaRPr/>
          </a:p>
          <a:p>
            <a:pPr indent="-342900" lvl="0" marL="342900" rtl="0" algn="l">
              <a:lnSpc>
                <a:spcPct val="100000"/>
              </a:lnSpc>
              <a:spcBef>
                <a:spcPts val="640"/>
              </a:spcBef>
              <a:spcAft>
                <a:spcPts val="0"/>
              </a:spcAft>
              <a:buClr>
                <a:schemeClr val="dk1"/>
              </a:buClr>
              <a:buSzPts val="3200"/>
              <a:buChar char="•"/>
            </a:pPr>
            <a:r>
              <a:rPr lang="es-MX"/>
              <a:t>ADC</a:t>
            </a:r>
            <a:endParaRPr/>
          </a:p>
          <a:p>
            <a:pPr indent="-342900" lvl="0" marL="342900" rtl="0" algn="l">
              <a:lnSpc>
                <a:spcPct val="100000"/>
              </a:lnSpc>
              <a:spcBef>
                <a:spcPts val="640"/>
              </a:spcBef>
              <a:spcAft>
                <a:spcPts val="0"/>
              </a:spcAft>
              <a:buClr>
                <a:schemeClr val="dk1"/>
              </a:buClr>
              <a:buSzPts val="3200"/>
              <a:buChar char="•"/>
            </a:pPr>
            <a:r>
              <a:rPr lang="es-MX"/>
              <a:t>SUB</a:t>
            </a:r>
            <a:endParaRPr/>
          </a:p>
          <a:p>
            <a:pPr indent="-342900" lvl="0" marL="342900" rtl="0" algn="l">
              <a:lnSpc>
                <a:spcPct val="100000"/>
              </a:lnSpc>
              <a:spcBef>
                <a:spcPts val="640"/>
              </a:spcBef>
              <a:spcAft>
                <a:spcPts val="0"/>
              </a:spcAft>
              <a:buClr>
                <a:schemeClr val="dk1"/>
              </a:buClr>
              <a:buSzPts val="3200"/>
              <a:buChar char="•"/>
            </a:pPr>
            <a:r>
              <a:rPr lang="es-MX"/>
              <a:t>SBB</a:t>
            </a:r>
            <a:endParaRPr/>
          </a:p>
          <a:p>
            <a:pPr indent="-342900" lvl="0" marL="342900" rtl="0" algn="l">
              <a:lnSpc>
                <a:spcPct val="100000"/>
              </a:lnSpc>
              <a:spcBef>
                <a:spcPts val="640"/>
              </a:spcBef>
              <a:spcAft>
                <a:spcPts val="0"/>
              </a:spcAft>
              <a:buClr>
                <a:schemeClr val="dk1"/>
              </a:buClr>
              <a:buSzPts val="3200"/>
              <a:buChar char="•"/>
            </a:pPr>
            <a:r>
              <a:rPr lang="es-MX"/>
              <a:t>MUL</a:t>
            </a:r>
            <a:endParaRPr/>
          </a:p>
          <a:p>
            <a:pPr indent="-342900" lvl="1" marL="800100" rtl="0" algn="l">
              <a:lnSpc>
                <a:spcPct val="100000"/>
              </a:lnSpc>
              <a:spcBef>
                <a:spcPts val="640"/>
              </a:spcBef>
              <a:spcAft>
                <a:spcPts val="0"/>
              </a:spcAft>
              <a:buSzPts val="3200"/>
              <a:buChar char="•"/>
            </a:pPr>
            <a:r>
              <a:rPr lang="es-MX"/>
              <a:t>IMUL</a:t>
            </a:r>
            <a:endParaRPr/>
          </a:p>
          <a:p>
            <a:pPr indent="-342900" lvl="0" marL="342900" rtl="0" algn="l">
              <a:lnSpc>
                <a:spcPct val="100000"/>
              </a:lnSpc>
              <a:spcBef>
                <a:spcPts val="640"/>
              </a:spcBef>
              <a:spcAft>
                <a:spcPts val="0"/>
              </a:spcAft>
              <a:buClr>
                <a:schemeClr val="dk1"/>
              </a:buClr>
              <a:buSzPts val="3200"/>
              <a:buChar char="•"/>
            </a:pPr>
            <a:r>
              <a:rPr lang="es-MX"/>
              <a:t>DIV</a:t>
            </a:r>
            <a:endParaRPr/>
          </a:p>
          <a:p>
            <a:pPr indent="-342900" lvl="1" marL="800100" rtl="0" algn="l">
              <a:lnSpc>
                <a:spcPct val="100000"/>
              </a:lnSpc>
              <a:spcBef>
                <a:spcPts val="640"/>
              </a:spcBef>
              <a:spcAft>
                <a:spcPts val="0"/>
              </a:spcAft>
              <a:buSzPts val="3200"/>
              <a:buChar char="•"/>
            </a:pPr>
            <a:r>
              <a:rPr lang="es-MX"/>
              <a:t>IDIV</a:t>
            </a:r>
            <a:endParaRPr/>
          </a:p>
          <a:p>
            <a:pPr indent="0" lvl="0" marL="0" rtl="0" algn="l">
              <a:lnSpc>
                <a:spcPct val="100000"/>
              </a:lnSpc>
              <a:spcBef>
                <a:spcPts val="640"/>
              </a:spcBef>
              <a:spcAft>
                <a:spcPts val="0"/>
              </a:spcAft>
              <a:buClr>
                <a:schemeClr val="dk1"/>
              </a:buClr>
              <a:buSzPts val="3200"/>
              <a:buNone/>
            </a:pPr>
            <a:r>
              <a:t/>
            </a:r>
            <a:endParaRPr/>
          </a:p>
        </p:txBody>
      </p:sp>
      <p:sp>
        <p:nvSpPr>
          <p:cNvPr id="391" name="Google Shape;391;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2" name="Google Shape;392;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Suma</a:t>
            </a:r>
            <a:endParaRPr/>
          </a:p>
        </p:txBody>
      </p:sp>
      <p:sp>
        <p:nvSpPr>
          <p:cNvPr id="398" name="Google Shape;398;p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Instrucción: ADD</a:t>
            </a:r>
            <a:endParaRPr/>
          </a:p>
          <a:p>
            <a:pPr indent="-342900" lvl="0" marL="342900" rtl="0" algn="just">
              <a:lnSpc>
                <a:spcPct val="100000"/>
              </a:lnSpc>
              <a:spcBef>
                <a:spcPts val="640"/>
              </a:spcBef>
              <a:spcAft>
                <a:spcPts val="0"/>
              </a:spcAft>
              <a:buClr>
                <a:schemeClr val="dk1"/>
              </a:buClr>
              <a:buSzPts val="3200"/>
              <a:buChar char="•"/>
            </a:pPr>
            <a:r>
              <a:rPr lang="es-MX"/>
              <a:t>Descripción: Suma 2 operandos</a:t>
            </a:r>
            <a:endParaRPr/>
          </a:p>
          <a:p>
            <a:pPr indent="-342900" lvl="0" marL="342900" rtl="0" algn="just">
              <a:lnSpc>
                <a:spcPct val="100000"/>
              </a:lnSpc>
              <a:spcBef>
                <a:spcPts val="640"/>
              </a:spcBef>
              <a:spcAft>
                <a:spcPts val="0"/>
              </a:spcAft>
              <a:buClr>
                <a:schemeClr val="dk1"/>
              </a:buClr>
              <a:buSzPts val="3200"/>
              <a:buChar char="•"/>
            </a:pPr>
            <a:r>
              <a:rPr lang="es-MX"/>
              <a:t>Operación: ADD realiza la suma de dos operandos, el resultado lo almacena en el operando destino:</a:t>
            </a:r>
            <a:endParaRPr/>
          </a:p>
          <a:p>
            <a:pPr indent="-285750" lvl="1" marL="742950" rtl="0" algn="just">
              <a:lnSpc>
                <a:spcPct val="100000"/>
              </a:lnSpc>
              <a:spcBef>
                <a:spcPts val="560"/>
              </a:spcBef>
              <a:spcAft>
                <a:spcPts val="0"/>
              </a:spcAft>
              <a:buClr>
                <a:schemeClr val="dk1"/>
              </a:buClr>
              <a:buSzPts val="2800"/>
              <a:buChar char="–"/>
            </a:pPr>
            <a:r>
              <a:rPr lang="es-MX"/>
              <a:t>Op. destino = Op. destino + Op. fuente</a:t>
            </a:r>
            <a:endParaRPr/>
          </a:p>
          <a:p>
            <a:pPr indent="-342900" lvl="0" marL="342900" rtl="0" algn="just">
              <a:lnSpc>
                <a:spcPct val="100000"/>
              </a:lnSpc>
              <a:spcBef>
                <a:spcPts val="640"/>
              </a:spcBef>
              <a:spcAft>
                <a:spcPts val="0"/>
              </a:spcAft>
              <a:buClr>
                <a:schemeClr val="dk1"/>
              </a:buClr>
              <a:buSzPts val="3200"/>
              <a:buChar char="•"/>
            </a:pPr>
            <a:r>
              <a:rPr lang="es-MX"/>
              <a:t>Sintaxis: ADD destino, fuente</a:t>
            </a:r>
            <a:endParaRPr/>
          </a:p>
          <a:p>
            <a:pPr indent="-342900" lvl="0" marL="342900" rtl="0" algn="just">
              <a:lnSpc>
                <a:spcPct val="100000"/>
              </a:lnSpc>
              <a:spcBef>
                <a:spcPts val="640"/>
              </a:spcBef>
              <a:spcAft>
                <a:spcPts val="0"/>
              </a:spcAft>
              <a:buClr>
                <a:schemeClr val="dk1"/>
              </a:buClr>
              <a:buSzPts val="3200"/>
              <a:buChar char="•"/>
            </a:pPr>
            <a:r>
              <a:rPr lang="es-MX"/>
              <a:t>Señalizadores afectados: a, c, o, p, s, z</a:t>
            </a:r>
            <a:endParaRPr/>
          </a:p>
        </p:txBody>
      </p:sp>
      <p:sp>
        <p:nvSpPr>
          <p:cNvPr id="399" name="Google Shape;39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0" name="Google Shape;40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406" name="Google Shape;406;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44"/>
              </a:spcBef>
              <a:spcAft>
                <a:spcPts val="0"/>
              </a:spcAft>
              <a:buClr>
                <a:schemeClr val="dk1"/>
              </a:buClr>
              <a:buSzPct val="100000"/>
              <a:buNone/>
            </a:pPr>
            <a:r>
              <a:rPr lang="es-MX"/>
              <a:t>    MOV AL, 04h</a:t>
            </a:r>
            <a:endParaRPr/>
          </a:p>
          <a:p>
            <a:pPr indent="0" lvl="0" marL="0" rtl="0" algn="l">
              <a:lnSpc>
                <a:spcPct val="100000"/>
              </a:lnSpc>
              <a:spcBef>
                <a:spcPts val="544"/>
              </a:spcBef>
              <a:spcAft>
                <a:spcPts val="0"/>
              </a:spcAft>
              <a:buClr>
                <a:schemeClr val="dk1"/>
              </a:buClr>
              <a:buSzPct val="100000"/>
              <a:buNone/>
            </a:pPr>
            <a:r>
              <a:rPr lang="es-MX"/>
              <a:t>    MOV BL, 05h</a:t>
            </a:r>
            <a:endParaRPr/>
          </a:p>
          <a:p>
            <a:pPr indent="0" lvl="0" marL="0" rtl="0" algn="l">
              <a:lnSpc>
                <a:spcPct val="100000"/>
              </a:lnSpc>
              <a:spcBef>
                <a:spcPts val="544"/>
              </a:spcBef>
              <a:spcAft>
                <a:spcPts val="0"/>
              </a:spcAft>
              <a:buClr>
                <a:schemeClr val="dk1"/>
              </a:buClr>
              <a:buSzPct val="100000"/>
              <a:buNone/>
            </a:pPr>
            <a:r>
              <a:rPr lang="es-MX"/>
              <a:t>    ADD AL, BL   ; AX = AX + BX</a:t>
            </a:r>
            <a:endParaRPr/>
          </a:p>
          <a:p>
            <a:pPr indent="0" lvl="0" marL="0" rtl="0" algn="l">
              <a:lnSpc>
                <a:spcPct val="100000"/>
              </a:lnSpc>
              <a:spcBef>
                <a:spcPts val="544"/>
              </a:spcBef>
              <a:spcAft>
                <a:spcPts val="0"/>
              </a:spcAft>
              <a:buClr>
                <a:schemeClr val="dk1"/>
              </a:buClr>
              <a:buSzPct val="100000"/>
              <a:buNone/>
            </a:pPr>
            <a:r>
              <a:rPr lang="es-MX"/>
              <a:t>    </a:t>
            </a:r>
            <a:endParaRPr/>
          </a:p>
          <a:p>
            <a:pPr indent="0" lvl="0" marL="0" rtl="0" algn="l">
              <a:lnSpc>
                <a:spcPct val="100000"/>
              </a:lnSpc>
              <a:spcBef>
                <a:spcPts val="544"/>
              </a:spcBef>
              <a:spcAft>
                <a:spcPts val="0"/>
              </a:spcAft>
              <a:buClr>
                <a:schemeClr val="dk1"/>
              </a:buClr>
              <a:buSzPct val="100000"/>
              <a:buNone/>
            </a:pPr>
            <a:r>
              <a:rPr lang="es-MX"/>
              <a:t>    MOV AX, 0404h</a:t>
            </a:r>
            <a:endParaRPr/>
          </a:p>
          <a:p>
            <a:pPr indent="0" lvl="0" marL="0" rtl="0" algn="l">
              <a:lnSpc>
                <a:spcPct val="100000"/>
              </a:lnSpc>
              <a:spcBef>
                <a:spcPts val="544"/>
              </a:spcBef>
              <a:spcAft>
                <a:spcPts val="0"/>
              </a:spcAft>
              <a:buClr>
                <a:schemeClr val="dk1"/>
              </a:buClr>
              <a:buSzPct val="100000"/>
              <a:buNone/>
            </a:pPr>
            <a:r>
              <a:rPr lang="es-MX"/>
              <a:t>    MOV BX, 0505h</a:t>
            </a:r>
            <a:endParaRPr/>
          </a:p>
          <a:p>
            <a:pPr indent="0" lvl="0" marL="0" rtl="0" algn="l">
              <a:lnSpc>
                <a:spcPct val="100000"/>
              </a:lnSpc>
              <a:spcBef>
                <a:spcPts val="544"/>
              </a:spcBef>
              <a:spcAft>
                <a:spcPts val="0"/>
              </a:spcAft>
              <a:buClr>
                <a:schemeClr val="dk1"/>
              </a:buClr>
              <a:buSzPct val="100000"/>
              <a:buNone/>
            </a:pPr>
            <a:r>
              <a:rPr lang="es-MX"/>
              <a:t>    ADD AX, BX   ; AX = AX + BX</a:t>
            </a:r>
            <a:endParaRPr/>
          </a:p>
          <a:p>
            <a:pPr indent="0" lvl="0" marL="0" rtl="0" algn="l">
              <a:lnSpc>
                <a:spcPct val="100000"/>
              </a:lnSpc>
              <a:spcBef>
                <a:spcPts val="544"/>
              </a:spcBef>
              <a:spcAft>
                <a:spcPts val="0"/>
              </a:spcAft>
              <a:buClr>
                <a:schemeClr val="dk1"/>
              </a:buClr>
              <a:buSzPct val="100000"/>
              <a:buNone/>
            </a:pPr>
            <a:r>
              <a:rPr lang="es-MX"/>
              <a:t>   </a:t>
            </a:r>
            <a:endParaRPr/>
          </a:p>
          <a:p>
            <a:pPr indent="0" lvl="0" marL="0" rtl="0" algn="l">
              <a:lnSpc>
                <a:spcPct val="100000"/>
              </a:lnSpc>
              <a:spcBef>
                <a:spcPts val="544"/>
              </a:spcBef>
              <a:spcAft>
                <a:spcPts val="0"/>
              </a:spcAft>
              <a:buClr>
                <a:schemeClr val="dk1"/>
              </a:buClr>
              <a:buSzPct val="100000"/>
              <a:buNone/>
            </a:pPr>
            <a:r>
              <a:rPr lang="es-MX"/>
              <a:t>ret</a:t>
            </a:r>
            <a:endParaRPr/>
          </a:p>
          <a:p>
            <a:pPr indent="0" lvl="0" marL="0" rtl="0" algn="l">
              <a:lnSpc>
                <a:spcPct val="100000"/>
              </a:lnSpc>
              <a:spcBef>
                <a:spcPts val="544"/>
              </a:spcBef>
              <a:spcAft>
                <a:spcPts val="0"/>
              </a:spcAft>
              <a:buClr>
                <a:schemeClr val="dk1"/>
              </a:buClr>
              <a:buSzPct val="100000"/>
              <a:buNone/>
            </a:pPr>
            <a:r>
              <a:t/>
            </a:r>
            <a:endParaRPr/>
          </a:p>
        </p:txBody>
      </p:sp>
      <p:sp>
        <p:nvSpPr>
          <p:cNvPr id="407" name="Google Shape;407;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8" name="Google Shape;408;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Suma con arrastre</a:t>
            </a:r>
            <a:endParaRPr/>
          </a:p>
        </p:txBody>
      </p:sp>
      <p:sp>
        <p:nvSpPr>
          <p:cNvPr id="414" name="Google Shape;414;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3200"/>
              <a:buChar char="•"/>
            </a:pPr>
            <a:r>
              <a:rPr lang="es-MX"/>
              <a:t>Instrucción: ADC</a:t>
            </a:r>
            <a:endParaRPr/>
          </a:p>
          <a:p>
            <a:pPr indent="-342900" lvl="0" marL="342900" rtl="0" algn="just">
              <a:lnSpc>
                <a:spcPct val="100000"/>
              </a:lnSpc>
              <a:spcBef>
                <a:spcPts val="592"/>
              </a:spcBef>
              <a:spcAft>
                <a:spcPts val="0"/>
              </a:spcAft>
              <a:buClr>
                <a:schemeClr val="dk1"/>
              </a:buClr>
              <a:buSzPts val="3200"/>
              <a:buChar char="•"/>
            </a:pPr>
            <a:r>
              <a:rPr lang="es-MX"/>
              <a:t>Descripción: Suma 2 operandos</a:t>
            </a:r>
            <a:endParaRPr/>
          </a:p>
          <a:p>
            <a:pPr indent="-342900" lvl="0" marL="342900" rtl="0" algn="just">
              <a:lnSpc>
                <a:spcPct val="100000"/>
              </a:lnSpc>
              <a:spcBef>
                <a:spcPts val="592"/>
              </a:spcBef>
              <a:spcAft>
                <a:spcPts val="0"/>
              </a:spcAft>
              <a:buClr>
                <a:schemeClr val="dk1"/>
              </a:buClr>
              <a:buSzPts val="3200"/>
              <a:buChar char="•"/>
            </a:pPr>
            <a:r>
              <a:rPr lang="es-MX"/>
              <a:t>Operación: ADC realiza la suma de dos operandos, Si C esta inicializado a 1, entonces se suma un 1 a los dos operandos, el resultado se devuelve al destino</a:t>
            </a:r>
            <a:endParaRPr/>
          </a:p>
          <a:p>
            <a:pPr indent="-285750" lvl="1" marL="742950" rtl="0" algn="just">
              <a:lnSpc>
                <a:spcPct val="100000"/>
              </a:lnSpc>
              <a:spcBef>
                <a:spcPts val="518"/>
              </a:spcBef>
              <a:spcAft>
                <a:spcPts val="0"/>
              </a:spcAft>
              <a:buClr>
                <a:schemeClr val="dk1"/>
              </a:buClr>
              <a:buSzPts val="2800"/>
              <a:buChar char="–"/>
            </a:pPr>
            <a:r>
              <a:rPr lang="es-MX"/>
              <a:t>Op. destino = Op. destino + Op. Fuente + c</a:t>
            </a:r>
            <a:endParaRPr/>
          </a:p>
          <a:p>
            <a:pPr indent="-342900" lvl="0" marL="342900" rtl="0" algn="just">
              <a:lnSpc>
                <a:spcPct val="100000"/>
              </a:lnSpc>
              <a:spcBef>
                <a:spcPts val="592"/>
              </a:spcBef>
              <a:spcAft>
                <a:spcPts val="0"/>
              </a:spcAft>
              <a:buClr>
                <a:schemeClr val="dk1"/>
              </a:buClr>
              <a:buSzPts val="3200"/>
              <a:buChar char="•"/>
            </a:pPr>
            <a:r>
              <a:rPr lang="es-MX"/>
              <a:t>Sintaxis: ADC destino, fuente</a:t>
            </a:r>
            <a:endParaRPr/>
          </a:p>
          <a:p>
            <a:pPr indent="-342900" lvl="0" marL="342900" rtl="0" algn="just">
              <a:lnSpc>
                <a:spcPct val="100000"/>
              </a:lnSpc>
              <a:spcBef>
                <a:spcPts val="592"/>
              </a:spcBef>
              <a:spcAft>
                <a:spcPts val="0"/>
              </a:spcAft>
              <a:buClr>
                <a:schemeClr val="dk1"/>
              </a:buClr>
              <a:buSzPts val="3200"/>
              <a:buChar char="•"/>
            </a:pPr>
            <a:r>
              <a:rPr lang="es-MX"/>
              <a:t>Señalizadores afectados: a, c, o, p, s, z</a:t>
            </a:r>
            <a:endParaRPr/>
          </a:p>
        </p:txBody>
      </p:sp>
      <p:sp>
        <p:nvSpPr>
          <p:cNvPr id="415" name="Google Shape;415;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16" name="Google Shape;416;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2"/>
          <p:cNvSpPr txBox="1"/>
          <p:nvPr>
            <p:ph idx="1" type="body"/>
          </p:nvPr>
        </p:nvSpPr>
        <p:spPr>
          <a:xfrm>
            <a:off x="457200" y="332656"/>
            <a:ext cx="8229600" cy="5793507"/>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t/>
            </a:r>
            <a:endParaRPr/>
          </a:p>
          <a:p>
            <a:pPr indent="0" lvl="0" marL="0" rtl="0" algn="l">
              <a:lnSpc>
                <a:spcPct val="100000"/>
              </a:lnSpc>
              <a:spcBef>
                <a:spcPts val="296"/>
              </a:spcBef>
              <a:spcAft>
                <a:spcPts val="0"/>
              </a:spcAft>
              <a:buClr>
                <a:schemeClr val="dk1"/>
              </a:buClr>
              <a:buSzPct val="100000"/>
              <a:buNone/>
            </a:pPr>
            <a:r>
              <a:rPr lang="es-MX" sz="3700"/>
              <a:t>org 100h</a:t>
            </a:r>
            <a:endParaRPr/>
          </a:p>
          <a:p>
            <a:pPr indent="0" lvl="0" marL="0" rtl="0" algn="l">
              <a:lnSpc>
                <a:spcPct val="100000"/>
              </a:lnSpc>
              <a:spcBef>
                <a:spcPts val="296"/>
              </a:spcBef>
              <a:spcAft>
                <a:spcPts val="0"/>
              </a:spcAft>
              <a:buClr>
                <a:schemeClr val="dk1"/>
              </a:buClr>
              <a:buSzPct val="100000"/>
              <a:buNone/>
            </a:pPr>
            <a:r>
              <a:rPr lang="es-MX" sz="3700"/>
              <a:t>    MOV AL, 04h</a:t>
            </a:r>
            <a:endParaRPr/>
          </a:p>
          <a:p>
            <a:pPr indent="0" lvl="0" marL="0" rtl="0" algn="l">
              <a:lnSpc>
                <a:spcPct val="100000"/>
              </a:lnSpc>
              <a:spcBef>
                <a:spcPts val="296"/>
              </a:spcBef>
              <a:spcAft>
                <a:spcPts val="0"/>
              </a:spcAft>
              <a:buClr>
                <a:schemeClr val="dk1"/>
              </a:buClr>
              <a:buSzPct val="100000"/>
              <a:buNone/>
            </a:pPr>
            <a:r>
              <a:rPr lang="es-MX" sz="3700"/>
              <a:t>    MOV BL, 05h</a:t>
            </a:r>
            <a:endParaRPr/>
          </a:p>
          <a:p>
            <a:pPr indent="0" lvl="0" marL="0" rtl="0" algn="l">
              <a:lnSpc>
                <a:spcPct val="100000"/>
              </a:lnSpc>
              <a:spcBef>
                <a:spcPts val="296"/>
              </a:spcBef>
              <a:spcAft>
                <a:spcPts val="0"/>
              </a:spcAft>
              <a:buClr>
                <a:schemeClr val="dk1"/>
              </a:buClr>
              <a:buSzPct val="100000"/>
              <a:buNone/>
            </a:pPr>
            <a:r>
              <a:rPr lang="es-MX" sz="3700"/>
              <a:t>    ADC AL, BL   ; AX = AX + BX</a:t>
            </a:r>
            <a:endParaRPr/>
          </a:p>
          <a:p>
            <a:pPr indent="0" lvl="0" marL="0" rtl="0" algn="l">
              <a:lnSpc>
                <a:spcPct val="100000"/>
              </a:lnSpc>
              <a:spcBef>
                <a:spcPts val="296"/>
              </a:spcBef>
              <a:spcAft>
                <a:spcPts val="0"/>
              </a:spcAft>
              <a:buClr>
                <a:schemeClr val="dk1"/>
              </a:buClr>
              <a:buSzPct val="100000"/>
              <a:buNone/>
            </a:pPr>
            <a:r>
              <a:rPr lang="es-MX" sz="3700"/>
              <a:t>    </a:t>
            </a:r>
            <a:endParaRPr/>
          </a:p>
          <a:p>
            <a:pPr indent="0" lvl="0" marL="0" rtl="0" algn="l">
              <a:lnSpc>
                <a:spcPct val="100000"/>
              </a:lnSpc>
              <a:spcBef>
                <a:spcPts val="296"/>
              </a:spcBef>
              <a:spcAft>
                <a:spcPts val="0"/>
              </a:spcAft>
              <a:buClr>
                <a:schemeClr val="dk1"/>
              </a:buClr>
              <a:buSzPct val="100000"/>
              <a:buNone/>
            </a:pPr>
            <a:r>
              <a:rPr lang="es-MX" sz="3700"/>
              <a:t>    MOV AX, 0404h</a:t>
            </a:r>
            <a:endParaRPr/>
          </a:p>
          <a:p>
            <a:pPr indent="0" lvl="0" marL="0" rtl="0" algn="l">
              <a:lnSpc>
                <a:spcPct val="100000"/>
              </a:lnSpc>
              <a:spcBef>
                <a:spcPts val="296"/>
              </a:spcBef>
              <a:spcAft>
                <a:spcPts val="0"/>
              </a:spcAft>
              <a:buClr>
                <a:schemeClr val="dk1"/>
              </a:buClr>
              <a:buSzPct val="100000"/>
              <a:buNone/>
            </a:pPr>
            <a:r>
              <a:rPr lang="es-MX" sz="3700"/>
              <a:t>    MOV BX, 0505h</a:t>
            </a:r>
            <a:endParaRPr/>
          </a:p>
          <a:p>
            <a:pPr indent="0" lvl="0" marL="0" rtl="0" algn="l">
              <a:lnSpc>
                <a:spcPct val="100000"/>
              </a:lnSpc>
              <a:spcBef>
                <a:spcPts val="296"/>
              </a:spcBef>
              <a:spcAft>
                <a:spcPts val="0"/>
              </a:spcAft>
              <a:buClr>
                <a:schemeClr val="dk1"/>
              </a:buClr>
              <a:buSzPct val="100000"/>
              <a:buNone/>
            </a:pPr>
            <a:r>
              <a:rPr lang="es-MX" sz="3700"/>
              <a:t>    ADC AX, BX   ; AX = AX + BX       </a:t>
            </a:r>
            <a:endParaRPr/>
          </a:p>
          <a:p>
            <a:pPr indent="0" lvl="0" marL="0" rtl="0" algn="l">
              <a:lnSpc>
                <a:spcPct val="100000"/>
              </a:lnSpc>
              <a:spcBef>
                <a:spcPts val="296"/>
              </a:spcBef>
              <a:spcAft>
                <a:spcPts val="0"/>
              </a:spcAft>
              <a:buClr>
                <a:schemeClr val="dk1"/>
              </a:buClr>
              <a:buSzPct val="100000"/>
              <a:buNone/>
            </a:pPr>
            <a:r>
              <a:rPr lang="es-MX" sz="3700"/>
              <a:t>    </a:t>
            </a:r>
            <a:endParaRPr/>
          </a:p>
          <a:p>
            <a:pPr indent="0" lvl="0" marL="0" rtl="0" algn="l">
              <a:lnSpc>
                <a:spcPct val="100000"/>
              </a:lnSpc>
              <a:spcBef>
                <a:spcPts val="296"/>
              </a:spcBef>
              <a:spcAft>
                <a:spcPts val="0"/>
              </a:spcAft>
              <a:buClr>
                <a:schemeClr val="dk1"/>
              </a:buClr>
              <a:buSzPct val="100000"/>
              <a:buNone/>
            </a:pPr>
            <a:r>
              <a:rPr lang="es-MX" sz="3700"/>
              <a:t>    </a:t>
            </a:r>
            <a:endParaRPr/>
          </a:p>
          <a:p>
            <a:pPr indent="0" lvl="0" marL="0" rtl="0" algn="l">
              <a:lnSpc>
                <a:spcPct val="100000"/>
              </a:lnSpc>
              <a:spcBef>
                <a:spcPts val="296"/>
              </a:spcBef>
              <a:spcAft>
                <a:spcPts val="0"/>
              </a:spcAft>
              <a:buClr>
                <a:schemeClr val="dk1"/>
              </a:buClr>
              <a:buSzPct val="100000"/>
              <a:buNone/>
            </a:pPr>
            <a:r>
              <a:rPr lang="es-MX" sz="3700"/>
              <a:t>    stc          ; C =1</a:t>
            </a:r>
            <a:endParaRPr/>
          </a:p>
          <a:p>
            <a:pPr indent="0" lvl="0" marL="0" rtl="0" algn="l">
              <a:lnSpc>
                <a:spcPct val="100000"/>
              </a:lnSpc>
              <a:spcBef>
                <a:spcPts val="296"/>
              </a:spcBef>
              <a:spcAft>
                <a:spcPts val="0"/>
              </a:spcAft>
              <a:buClr>
                <a:schemeClr val="dk1"/>
              </a:buClr>
              <a:buSzPct val="100000"/>
              <a:buNone/>
            </a:pPr>
            <a:r>
              <a:rPr lang="es-MX" sz="3700"/>
              <a:t>    MOV AL, 04h</a:t>
            </a:r>
            <a:endParaRPr/>
          </a:p>
          <a:p>
            <a:pPr indent="0" lvl="0" marL="0" rtl="0" algn="l">
              <a:lnSpc>
                <a:spcPct val="100000"/>
              </a:lnSpc>
              <a:spcBef>
                <a:spcPts val="296"/>
              </a:spcBef>
              <a:spcAft>
                <a:spcPts val="0"/>
              </a:spcAft>
              <a:buClr>
                <a:schemeClr val="dk1"/>
              </a:buClr>
              <a:buSzPct val="100000"/>
              <a:buNone/>
            </a:pPr>
            <a:r>
              <a:rPr lang="es-MX" sz="3700"/>
              <a:t>    MOV BL, 05h</a:t>
            </a:r>
            <a:endParaRPr/>
          </a:p>
          <a:p>
            <a:pPr indent="0" lvl="0" marL="0" rtl="0" algn="l">
              <a:lnSpc>
                <a:spcPct val="100000"/>
              </a:lnSpc>
              <a:spcBef>
                <a:spcPts val="296"/>
              </a:spcBef>
              <a:spcAft>
                <a:spcPts val="0"/>
              </a:spcAft>
              <a:buClr>
                <a:schemeClr val="dk1"/>
              </a:buClr>
              <a:buSzPct val="100000"/>
              <a:buNone/>
            </a:pPr>
            <a:r>
              <a:rPr lang="es-MX" sz="3700"/>
              <a:t>    ADC AL, BL   ; AX = AX + BX + C  </a:t>
            </a:r>
            <a:endParaRPr/>
          </a:p>
          <a:p>
            <a:pPr indent="0" lvl="0" marL="0" rtl="0" algn="l">
              <a:lnSpc>
                <a:spcPct val="100000"/>
              </a:lnSpc>
              <a:spcBef>
                <a:spcPts val="296"/>
              </a:spcBef>
              <a:spcAft>
                <a:spcPts val="0"/>
              </a:spcAft>
              <a:buClr>
                <a:schemeClr val="dk1"/>
              </a:buClr>
              <a:buSzPct val="100000"/>
              <a:buNone/>
            </a:pPr>
            <a:r>
              <a:rPr lang="es-MX" sz="3700"/>
              <a:t>    clc          ; C = 0</a:t>
            </a:r>
            <a:endParaRPr/>
          </a:p>
          <a:p>
            <a:pPr indent="0" lvl="0" marL="0" rtl="0" algn="l">
              <a:lnSpc>
                <a:spcPct val="100000"/>
              </a:lnSpc>
              <a:spcBef>
                <a:spcPts val="296"/>
              </a:spcBef>
              <a:spcAft>
                <a:spcPts val="0"/>
              </a:spcAft>
              <a:buClr>
                <a:schemeClr val="dk1"/>
              </a:buClr>
              <a:buSzPct val="100000"/>
              <a:buNone/>
            </a:pPr>
            <a:r>
              <a:rPr lang="es-MX" sz="3700"/>
              <a:t>    </a:t>
            </a:r>
            <a:endParaRPr/>
          </a:p>
          <a:p>
            <a:pPr indent="0" lvl="0" marL="0" rtl="0" algn="l">
              <a:lnSpc>
                <a:spcPct val="100000"/>
              </a:lnSpc>
              <a:spcBef>
                <a:spcPts val="296"/>
              </a:spcBef>
              <a:spcAft>
                <a:spcPts val="0"/>
              </a:spcAft>
              <a:buClr>
                <a:schemeClr val="dk1"/>
              </a:buClr>
              <a:buSzPct val="100000"/>
              <a:buNone/>
            </a:pPr>
            <a:r>
              <a:rPr lang="es-MX" sz="3700"/>
              <a:t>    stc</a:t>
            </a:r>
            <a:endParaRPr sz="3700"/>
          </a:p>
          <a:p>
            <a:pPr indent="0" lvl="0" marL="0" rtl="0" algn="l">
              <a:lnSpc>
                <a:spcPct val="100000"/>
              </a:lnSpc>
              <a:spcBef>
                <a:spcPts val="296"/>
              </a:spcBef>
              <a:spcAft>
                <a:spcPts val="0"/>
              </a:spcAft>
              <a:buClr>
                <a:schemeClr val="dk1"/>
              </a:buClr>
              <a:buSzPct val="100000"/>
              <a:buNone/>
            </a:pPr>
            <a:r>
              <a:rPr lang="es-MX" sz="3700"/>
              <a:t>    MOV AX, 0404h</a:t>
            </a:r>
            <a:endParaRPr/>
          </a:p>
          <a:p>
            <a:pPr indent="0" lvl="0" marL="0" rtl="0" algn="l">
              <a:lnSpc>
                <a:spcPct val="100000"/>
              </a:lnSpc>
              <a:spcBef>
                <a:spcPts val="296"/>
              </a:spcBef>
              <a:spcAft>
                <a:spcPts val="0"/>
              </a:spcAft>
              <a:buClr>
                <a:schemeClr val="dk1"/>
              </a:buClr>
              <a:buSzPct val="100000"/>
              <a:buNone/>
            </a:pPr>
            <a:r>
              <a:rPr lang="es-MX" sz="3700"/>
              <a:t>    MOV BX, 0505h</a:t>
            </a:r>
            <a:endParaRPr/>
          </a:p>
          <a:p>
            <a:pPr indent="0" lvl="0" marL="0" rtl="0" algn="l">
              <a:lnSpc>
                <a:spcPct val="100000"/>
              </a:lnSpc>
              <a:spcBef>
                <a:spcPts val="296"/>
              </a:spcBef>
              <a:spcAft>
                <a:spcPts val="0"/>
              </a:spcAft>
              <a:buClr>
                <a:schemeClr val="dk1"/>
              </a:buClr>
              <a:buSzPct val="100000"/>
              <a:buNone/>
            </a:pPr>
            <a:r>
              <a:rPr lang="es-MX" sz="3700"/>
              <a:t>    ADC AX, BX   ; AX = AX + BX +C</a:t>
            </a:r>
            <a:endParaRPr/>
          </a:p>
          <a:p>
            <a:pPr indent="0" lvl="0" marL="0" rtl="0" algn="l">
              <a:lnSpc>
                <a:spcPct val="100000"/>
              </a:lnSpc>
              <a:spcBef>
                <a:spcPts val="296"/>
              </a:spcBef>
              <a:spcAft>
                <a:spcPts val="0"/>
              </a:spcAft>
              <a:buClr>
                <a:schemeClr val="dk1"/>
              </a:buClr>
              <a:buSzPct val="100000"/>
              <a:buNone/>
            </a:pPr>
            <a:r>
              <a:rPr lang="es-MX" sz="3700"/>
              <a:t>    </a:t>
            </a:r>
            <a:endParaRPr/>
          </a:p>
          <a:p>
            <a:pPr indent="0" lvl="0" marL="0" rtl="0" algn="l">
              <a:lnSpc>
                <a:spcPct val="100000"/>
              </a:lnSpc>
              <a:spcBef>
                <a:spcPts val="296"/>
              </a:spcBef>
              <a:spcAft>
                <a:spcPts val="0"/>
              </a:spcAft>
              <a:buClr>
                <a:schemeClr val="dk1"/>
              </a:buClr>
              <a:buSzPct val="100000"/>
              <a:buNone/>
            </a:pPr>
            <a:r>
              <a:rPr lang="es-MX" sz="3700"/>
              <a:t>ret</a:t>
            </a:r>
            <a:endParaRPr sz="3700"/>
          </a:p>
          <a:p>
            <a:pPr indent="0" lvl="0" marL="0" rtl="0" algn="l">
              <a:lnSpc>
                <a:spcPct val="100000"/>
              </a:lnSpc>
              <a:spcBef>
                <a:spcPts val="256"/>
              </a:spcBef>
              <a:spcAft>
                <a:spcPts val="0"/>
              </a:spcAft>
              <a:buClr>
                <a:schemeClr val="dk1"/>
              </a:buClr>
              <a:buSzPct val="100000"/>
              <a:buNone/>
            </a:pPr>
            <a:r>
              <a:t/>
            </a:r>
            <a:endParaRPr/>
          </a:p>
        </p:txBody>
      </p:sp>
      <p:sp>
        <p:nvSpPr>
          <p:cNvPr id="422" name="Google Shape;422;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23" name="Google Shape;423;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Resta</a:t>
            </a:r>
            <a:endParaRPr/>
          </a:p>
        </p:txBody>
      </p:sp>
      <p:sp>
        <p:nvSpPr>
          <p:cNvPr id="429" name="Google Shape;429;p5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3200"/>
              <a:buChar char="•"/>
            </a:pPr>
            <a:r>
              <a:rPr lang="es-MX"/>
              <a:t>Instrucción: SUB</a:t>
            </a:r>
            <a:endParaRPr/>
          </a:p>
          <a:p>
            <a:pPr indent="-342900" lvl="0" marL="342900" rtl="0" algn="just">
              <a:lnSpc>
                <a:spcPct val="100000"/>
              </a:lnSpc>
              <a:spcBef>
                <a:spcPts val="640"/>
              </a:spcBef>
              <a:spcAft>
                <a:spcPts val="0"/>
              </a:spcAft>
              <a:buClr>
                <a:schemeClr val="dk1"/>
              </a:buClr>
              <a:buSzPts val="3200"/>
              <a:buChar char="•"/>
            </a:pPr>
            <a:r>
              <a:rPr lang="es-MX"/>
              <a:t>Descripción: Realiza la sustracción entera</a:t>
            </a:r>
            <a:endParaRPr/>
          </a:p>
          <a:p>
            <a:pPr indent="-342900" lvl="0" marL="342900" rtl="0" algn="just">
              <a:lnSpc>
                <a:spcPct val="100000"/>
              </a:lnSpc>
              <a:spcBef>
                <a:spcPts val="640"/>
              </a:spcBef>
              <a:spcAft>
                <a:spcPts val="0"/>
              </a:spcAft>
              <a:buClr>
                <a:schemeClr val="dk1"/>
              </a:buClr>
              <a:buSzPts val="3200"/>
              <a:buChar char="•"/>
            </a:pPr>
            <a:r>
              <a:rPr lang="es-MX"/>
              <a:t>Operación: La instrucción SUB resta el operando fuente del operando destino. El resultado se almacena en el operando destino.</a:t>
            </a:r>
            <a:endParaRPr/>
          </a:p>
          <a:p>
            <a:pPr indent="-285750" lvl="1" marL="742950" rtl="0" algn="just">
              <a:lnSpc>
                <a:spcPct val="100000"/>
              </a:lnSpc>
              <a:spcBef>
                <a:spcPts val="560"/>
              </a:spcBef>
              <a:spcAft>
                <a:spcPts val="0"/>
              </a:spcAft>
              <a:buClr>
                <a:schemeClr val="dk1"/>
              </a:buClr>
              <a:buSzPts val="2800"/>
              <a:buChar char="–"/>
            </a:pPr>
            <a:r>
              <a:rPr lang="es-MX"/>
              <a:t>Op. destino = Op. destino - Op. Fuente</a:t>
            </a:r>
            <a:endParaRPr/>
          </a:p>
          <a:p>
            <a:pPr indent="-342900" lvl="0" marL="342900" rtl="0" algn="just">
              <a:lnSpc>
                <a:spcPct val="100000"/>
              </a:lnSpc>
              <a:spcBef>
                <a:spcPts val="640"/>
              </a:spcBef>
              <a:spcAft>
                <a:spcPts val="0"/>
              </a:spcAft>
              <a:buClr>
                <a:schemeClr val="dk1"/>
              </a:buClr>
              <a:buSzPts val="3200"/>
              <a:buChar char="•"/>
            </a:pPr>
            <a:r>
              <a:rPr lang="es-MX"/>
              <a:t>Sintaxis: SUB destino, fuente</a:t>
            </a:r>
            <a:endParaRPr/>
          </a:p>
          <a:p>
            <a:pPr indent="-342900" lvl="0" marL="342900" rtl="0" algn="just">
              <a:lnSpc>
                <a:spcPct val="100000"/>
              </a:lnSpc>
              <a:spcBef>
                <a:spcPts val="640"/>
              </a:spcBef>
              <a:spcAft>
                <a:spcPts val="0"/>
              </a:spcAft>
              <a:buClr>
                <a:schemeClr val="dk1"/>
              </a:buClr>
              <a:buSzPts val="3200"/>
              <a:buChar char="•"/>
            </a:pPr>
            <a:r>
              <a:rPr lang="es-MX"/>
              <a:t>Señalizadores afectados: a, c, o, p, s, z</a:t>
            </a:r>
            <a:endParaRPr/>
          </a:p>
        </p:txBody>
      </p:sp>
      <p:sp>
        <p:nvSpPr>
          <p:cNvPr id="430" name="Google Shape;430;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31" name="Google Shape;431;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437" name="Google Shape;437;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04"/>
              </a:spcBef>
              <a:spcAft>
                <a:spcPts val="0"/>
              </a:spcAft>
              <a:buClr>
                <a:schemeClr val="dk1"/>
              </a:buClr>
              <a:buSzPct val="100000"/>
              <a:buNone/>
            </a:pPr>
            <a:r>
              <a:rPr lang="es-MX"/>
              <a:t>    MOV AL, 06h</a:t>
            </a:r>
            <a:endParaRPr/>
          </a:p>
          <a:p>
            <a:pPr indent="0" lvl="0" marL="0" rtl="0" algn="l">
              <a:lnSpc>
                <a:spcPct val="100000"/>
              </a:lnSpc>
              <a:spcBef>
                <a:spcPts val="304"/>
              </a:spcBef>
              <a:spcAft>
                <a:spcPts val="0"/>
              </a:spcAft>
              <a:buClr>
                <a:schemeClr val="dk1"/>
              </a:buClr>
              <a:buSzPct val="100000"/>
              <a:buNone/>
            </a:pPr>
            <a:r>
              <a:rPr lang="es-MX"/>
              <a:t>    MOV BL, 02h</a:t>
            </a:r>
            <a:endParaRPr/>
          </a:p>
          <a:p>
            <a:pPr indent="0" lvl="0" marL="0" rtl="0" algn="l">
              <a:lnSpc>
                <a:spcPct val="100000"/>
              </a:lnSpc>
              <a:spcBef>
                <a:spcPts val="304"/>
              </a:spcBef>
              <a:spcAft>
                <a:spcPts val="0"/>
              </a:spcAft>
              <a:buClr>
                <a:schemeClr val="dk1"/>
              </a:buClr>
              <a:buSzPct val="100000"/>
              <a:buNone/>
            </a:pPr>
            <a:r>
              <a:rPr lang="es-MX"/>
              <a:t>    SUB AL, BL   ; AL = AL - BL</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AX, 0606h</a:t>
            </a:r>
            <a:endParaRPr/>
          </a:p>
          <a:p>
            <a:pPr indent="0" lvl="0" marL="0" rtl="0" algn="l">
              <a:lnSpc>
                <a:spcPct val="100000"/>
              </a:lnSpc>
              <a:spcBef>
                <a:spcPts val="304"/>
              </a:spcBef>
              <a:spcAft>
                <a:spcPts val="0"/>
              </a:spcAft>
              <a:buClr>
                <a:schemeClr val="dk1"/>
              </a:buClr>
              <a:buSzPct val="100000"/>
              <a:buNone/>
            </a:pPr>
            <a:r>
              <a:rPr lang="es-MX"/>
              <a:t>    MOV BX, 0212h</a:t>
            </a:r>
            <a:endParaRPr/>
          </a:p>
          <a:p>
            <a:pPr indent="0" lvl="0" marL="0" rtl="0" algn="l">
              <a:lnSpc>
                <a:spcPct val="100000"/>
              </a:lnSpc>
              <a:spcBef>
                <a:spcPts val="304"/>
              </a:spcBef>
              <a:spcAft>
                <a:spcPts val="0"/>
              </a:spcAft>
              <a:buClr>
                <a:schemeClr val="dk1"/>
              </a:buClr>
              <a:buSzPct val="100000"/>
              <a:buNone/>
            </a:pPr>
            <a:r>
              <a:rPr lang="es-MX"/>
              <a:t>    SUB AX, BX   ; AX = AX - BX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AL, 06h</a:t>
            </a:r>
            <a:endParaRPr/>
          </a:p>
          <a:p>
            <a:pPr indent="0" lvl="0" marL="0" rtl="0" algn="l">
              <a:lnSpc>
                <a:spcPct val="100000"/>
              </a:lnSpc>
              <a:spcBef>
                <a:spcPts val="304"/>
              </a:spcBef>
              <a:spcAft>
                <a:spcPts val="0"/>
              </a:spcAft>
              <a:buClr>
                <a:schemeClr val="dk1"/>
              </a:buClr>
              <a:buSzPct val="100000"/>
              <a:buNone/>
            </a:pPr>
            <a:r>
              <a:rPr lang="es-MX"/>
              <a:t>    MOV BL, 02h</a:t>
            </a:r>
            <a:endParaRPr/>
          </a:p>
          <a:p>
            <a:pPr indent="0" lvl="0" marL="0" rtl="0" algn="l">
              <a:lnSpc>
                <a:spcPct val="100000"/>
              </a:lnSpc>
              <a:spcBef>
                <a:spcPts val="304"/>
              </a:spcBef>
              <a:spcAft>
                <a:spcPts val="0"/>
              </a:spcAft>
              <a:buClr>
                <a:schemeClr val="dk1"/>
              </a:buClr>
              <a:buSzPct val="100000"/>
              <a:buNone/>
            </a:pPr>
            <a:r>
              <a:rPr lang="es-MX"/>
              <a:t>    SUB BL, AL   ; BL = BL - AL</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AX, 0606h</a:t>
            </a:r>
            <a:endParaRPr/>
          </a:p>
          <a:p>
            <a:pPr indent="0" lvl="0" marL="0" rtl="0" algn="l">
              <a:lnSpc>
                <a:spcPct val="100000"/>
              </a:lnSpc>
              <a:spcBef>
                <a:spcPts val="304"/>
              </a:spcBef>
              <a:spcAft>
                <a:spcPts val="0"/>
              </a:spcAft>
              <a:buClr>
                <a:schemeClr val="dk1"/>
              </a:buClr>
              <a:buSzPct val="100000"/>
              <a:buNone/>
            </a:pPr>
            <a:r>
              <a:rPr lang="es-MX"/>
              <a:t>    MOV BX, 0212h</a:t>
            </a:r>
            <a:endParaRPr/>
          </a:p>
          <a:p>
            <a:pPr indent="0" lvl="0" marL="0" rtl="0" algn="l">
              <a:lnSpc>
                <a:spcPct val="100000"/>
              </a:lnSpc>
              <a:spcBef>
                <a:spcPts val="304"/>
              </a:spcBef>
              <a:spcAft>
                <a:spcPts val="0"/>
              </a:spcAft>
              <a:buClr>
                <a:schemeClr val="dk1"/>
              </a:buClr>
              <a:buSzPct val="100000"/>
              <a:buNone/>
            </a:pPr>
            <a:r>
              <a:rPr lang="es-MX"/>
              <a:t>    SUB BX, AX   ; BX = BX - AX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ret</a:t>
            </a:r>
            <a:endParaRPr/>
          </a:p>
          <a:p>
            <a:pPr indent="0" lvl="0" marL="0" rtl="0" algn="l">
              <a:lnSpc>
                <a:spcPct val="100000"/>
              </a:lnSpc>
              <a:spcBef>
                <a:spcPts val="304"/>
              </a:spcBef>
              <a:spcAft>
                <a:spcPts val="0"/>
              </a:spcAft>
              <a:buClr>
                <a:schemeClr val="dk1"/>
              </a:buClr>
              <a:buSzPct val="100000"/>
              <a:buNone/>
            </a:pPr>
            <a:r>
              <a:t/>
            </a:r>
            <a:endParaRPr/>
          </a:p>
        </p:txBody>
      </p:sp>
      <p:sp>
        <p:nvSpPr>
          <p:cNvPr id="438" name="Google Shape;438;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39" name="Google Shape;439;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Resta con préstamo</a:t>
            </a:r>
            <a:endParaRPr/>
          </a:p>
        </p:txBody>
      </p:sp>
      <p:sp>
        <p:nvSpPr>
          <p:cNvPr id="445" name="Google Shape;445;p5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lnSpc>
                <a:spcPct val="100000"/>
              </a:lnSpc>
              <a:spcBef>
                <a:spcPts val="0"/>
              </a:spcBef>
              <a:spcAft>
                <a:spcPts val="0"/>
              </a:spcAft>
              <a:buClr>
                <a:schemeClr val="dk1"/>
              </a:buClr>
              <a:buSzPct val="100000"/>
              <a:buChar char="•"/>
            </a:pPr>
            <a:r>
              <a:rPr lang="es-MX"/>
              <a:t>Instrucción: SBB</a:t>
            </a:r>
            <a:endParaRPr/>
          </a:p>
          <a:p>
            <a:pPr indent="-342900" lvl="0" marL="342900" rtl="0" algn="just">
              <a:lnSpc>
                <a:spcPct val="100000"/>
              </a:lnSpc>
              <a:spcBef>
                <a:spcPts val="592"/>
              </a:spcBef>
              <a:spcAft>
                <a:spcPts val="0"/>
              </a:spcAft>
              <a:buClr>
                <a:schemeClr val="dk1"/>
              </a:buClr>
              <a:buSzPct val="100000"/>
              <a:buChar char="•"/>
            </a:pPr>
            <a:r>
              <a:rPr lang="es-MX"/>
              <a:t>Descripción: Realiza la sustracción entera con préstamo</a:t>
            </a:r>
            <a:endParaRPr/>
          </a:p>
          <a:p>
            <a:pPr indent="-342900" lvl="0" marL="342900" rtl="0" algn="just">
              <a:lnSpc>
                <a:spcPct val="100000"/>
              </a:lnSpc>
              <a:spcBef>
                <a:spcPts val="592"/>
              </a:spcBef>
              <a:spcAft>
                <a:spcPts val="0"/>
              </a:spcAft>
              <a:buClr>
                <a:schemeClr val="dk1"/>
              </a:buClr>
              <a:buSzPct val="100000"/>
              <a:buChar char="•"/>
            </a:pPr>
            <a:r>
              <a:rPr lang="es-MX"/>
              <a:t>Operación: La instrucción SBB suma el segundo operando al señalizador de arrastre, y este resultado es restado del primer operando. El resultado se almacena en el primer operando.</a:t>
            </a:r>
            <a:endParaRPr/>
          </a:p>
          <a:p>
            <a:pPr indent="-285750" lvl="1" marL="742950" rtl="0" algn="just">
              <a:lnSpc>
                <a:spcPct val="100000"/>
              </a:lnSpc>
              <a:spcBef>
                <a:spcPts val="518"/>
              </a:spcBef>
              <a:spcAft>
                <a:spcPts val="0"/>
              </a:spcAft>
              <a:buClr>
                <a:schemeClr val="dk1"/>
              </a:buClr>
              <a:buSzPct val="100000"/>
              <a:buChar char="–"/>
            </a:pPr>
            <a:r>
              <a:rPr lang="es-MX"/>
              <a:t>Op. destino = Op. destino – ( Op. Fuente + c)</a:t>
            </a:r>
            <a:endParaRPr/>
          </a:p>
          <a:p>
            <a:pPr indent="-342900" lvl="0" marL="342900" rtl="0" algn="just">
              <a:lnSpc>
                <a:spcPct val="100000"/>
              </a:lnSpc>
              <a:spcBef>
                <a:spcPts val="592"/>
              </a:spcBef>
              <a:spcAft>
                <a:spcPts val="0"/>
              </a:spcAft>
              <a:buClr>
                <a:schemeClr val="dk1"/>
              </a:buClr>
              <a:buSzPct val="100000"/>
              <a:buChar char="•"/>
            </a:pPr>
            <a:r>
              <a:rPr lang="es-MX"/>
              <a:t>Sintaxis: SBB destino, fuente</a:t>
            </a:r>
            <a:endParaRPr/>
          </a:p>
          <a:p>
            <a:pPr indent="-342900" lvl="0" marL="342900" rtl="0" algn="just">
              <a:lnSpc>
                <a:spcPct val="100000"/>
              </a:lnSpc>
              <a:spcBef>
                <a:spcPts val="592"/>
              </a:spcBef>
              <a:spcAft>
                <a:spcPts val="0"/>
              </a:spcAft>
              <a:buClr>
                <a:schemeClr val="dk1"/>
              </a:buClr>
              <a:buSzPct val="100000"/>
              <a:buChar char="•"/>
            </a:pPr>
            <a:r>
              <a:rPr lang="es-MX"/>
              <a:t>Señalizadores afectados: a, c, o, p, s, z</a:t>
            </a:r>
            <a:endParaRPr/>
          </a:p>
        </p:txBody>
      </p:sp>
      <p:sp>
        <p:nvSpPr>
          <p:cNvPr id="446" name="Google Shape;446;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47" name="Google Shape;447;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6"/>
          <p:cNvSpPr txBox="1"/>
          <p:nvPr>
            <p:ph idx="1" type="body"/>
          </p:nvPr>
        </p:nvSpPr>
        <p:spPr>
          <a:xfrm>
            <a:off x="457200" y="188640"/>
            <a:ext cx="8229600" cy="593752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    MOV AL, 06h</a:t>
            </a:r>
            <a:endParaRPr/>
          </a:p>
          <a:p>
            <a:pPr indent="0" lvl="0" marL="0" rtl="0" algn="l">
              <a:lnSpc>
                <a:spcPct val="100000"/>
              </a:lnSpc>
              <a:spcBef>
                <a:spcPts val="352"/>
              </a:spcBef>
              <a:spcAft>
                <a:spcPts val="0"/>
              </a:spcAft>
              <a:buClr>
                <a:schemeClr val="dk1"/>
              </a:buClr>
              <a:buSzPct val="100000"/>
              <a:buNone/>
            </a:pPr>
            <a:r>
              <a:rPr lang="es-MX"/>
              <a:t>    MOV BL, 02h</a:t>
            </a:r>
            <a:endParaRPr/>
          </a:p>
          <a:p>
            <a:pPr indent="0" lvl="0" marL="0" rtl="0" algn="l">
              <a:lnSpc>
                <a:spcPct val="100000"/>
              </a:lnSpc>
              <a:spcBef>
                <a:spcPts val="352"/>
              </a:spcBef>
              <a:spcAft>
                <a:spcPts val="0"/>
              </a:spcAft>
              <a:buClr>
                <a:schemeClr val="dk1"/>
              </a:buClr>
              <a:buSzPct val="100000"/>
              <a:buNone/>
            </a:pPr>
            <a:r>
              <a:rPr lang="es-MX"/>
              <a:t>    SBB AL, BL   ; AL = AL - BL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stc          ; c = 1</a:t>
            </a:r>
            <a:endParaRPr/>
          </a:p>
          <a:p>
            <a:pPr indent="0" lvl="0" marL="0" rtl="0" algn="l">
              <a:lnSpc>
                <a:spcPct val="100000"/>
              </a:lnSpc>
              <a:spcBef>
                <a:spcPts val="352"/>
              </a:spcBef>
              <a:spcAft>
                <a:spcPts val="0"/>
              </a:spcAft>
              <a:buClr>
                <a:schemeClr val="dk1"/>
              </a:buClr>
              <a:buSzPct val="100000"/>
              <a:buNone/>
            </a:pPr>
            <a:r>
              <a:rPr lang="es-MX"/>
              <a:t>    MOV AL, 06h</a:t>
            </a:r>
            <a:endParaRPr/>
          </a:p>
          <a:p>
            <a:pPr indent="0" lvl="0" marL="0" rtl="0" algn="l">
              <a:lnSpc>
                <a:spcPct val="100000"/>
              </a:lnSpc>
              <a:spcBef>
                <a:spcPts val="352"/>
              </a:spcBef>
              <a:spcAft>
                <a:spcPts val="0"/>
              </a:spcAft>
              <a:buClr>
                <a:schemeClr val="dk1"/>
              </a:buClr>
              <a:buSzPct val="100000"/>
              <a:buNone/>
            </a:pPr>
            <a:r>
              <a:rPr lang="es-MX"/>
              <a:t>    MOV BL, 02h</a:t>
            </a:r>
            <a:endParaRPr/>
          </a:p>
          <a:p>
            <a:pPr indent="0" lvl="0" marL="0" rtl="0" algn="l">
              <a:lnSpc>
                <a:spcPct val="100000"/>
              </a:lnSpc>
              <a:spcBef>
                <a:spcPts val="352"/>
              </a:spcBef>
              <a:spcAft>
                <a:spcPts val="0"/>
              </a:spcAft>
              <a:buClr>
                <a:schemeClr val="dk1"/>
              </a:buClr>
              <a:buSzPct val="100000"/>
              <a:buNone/>
            </a:pPr>
            <a:r>
              <a:rPr lang="es-MX"/>
              <a:t>    SBB AL, BL    ; BL = BL - (AL + C)</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MOV AX, 0606h</a:t>
            </a:r>
            <a:endParaRPr/>
          </a:p>
          <a:p>
            <a:pPr indent="0" lvl="0" marL="0" rtl="0" algn="l">
              <a:lnSpc>
                <a:spcPct val="100000"/>
              </a:lnSpc>
              <a:spcBef>
                <a:spcPts val="352"/>
              </a:spcBef>
              <a:spcAft>
                <a:spcPts val="0"/>
              </a:spcAft>
              <a:buClr>
                <a:schemeClr val="dk1"/>
              </a:buClr>
              <a:buSzPct val="100000"/>
              <a:buNone/>
            </a:pPr>
            <a:r>
              <a:rPr lang="es-MX"/>
              <a:t>    MOV BX, 0212h</a:t>
            </a:r>
            <a:endParaRPr/>
          </a:p>
          <a:p>
            <a:pPr indent="0" lvl="0" marL="0" rtl="0" algn="l">
              <a:lnSpc>
                <a:spcPct val="100000"/>
              </a:lnSpc>
              <a:spcBef>
                <a:spcPts val="352"/>
              </a:spcBef>
              <a:spcAft>
                <a:spcPts val="0"/>
              </a:spcAft>
              <a:buClr>
                <a:schemeClr val="dk1"/>
              </a:buClr>
              <a:buSzPct val="100000"/>
              <a:buNone/>
            </a:pPr>
            <a:r>
              <a:rPr lang="es-MX"/>
              <a:t>    SBB AX, BX   ; AX = AX - BX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stc          ; c = 1</a:t>
            </a:r>
            <a:endParaRPr/>
          </a:p>
          <a:p>
            <a:pPr indent="0" lvl="0" marL="0" rtl="0" algn="l">
              <a:lnSpc>
                <a:spcPct val="100000"/>
              </a:lnSpc>
              <a:spcBef>
                <a:spcPts val="352"/>
              </a:spcBef>
              <a:spcAft>
                <a:spcPts val="0"/>
              </a:spcAft>
              <a:buClr>
                <a:schemeClr val="dk1"/>
              </a:buClr>
              <a:buSzPct val="100000"/>
              <a:buNone/>
            </a:pPr>
            <a:r>
              <a:rPr lang="es-MX"/>
              <a:t>    MOV AX, 0606h</a:t>
            </a:r>
            <a:endParaRPr/>
          </a:p>
          <a:p>
            <a:pPr indent="0" lvl="0" marL="0" rtl="0" algn="l">
              <a:lnSpc>
                <a:spcPct val="100000"/>
              </a:lnSpc>
              <a:spcBef>
                <a:spcPts val="352"/>
              </a:spcBef>
              <a:spcAft>
                <a:spcPts val="0"/>
              </a:spcAft>
              <a:buClr>
                <a:schemeClr val="dk1"/>
              </a:buClr>
              <a:buSzPct val="100000"/>
              <a:buNone/>
            </a:pPr>
            <a:r>
              <a:rPr lang="es-MX"/>
              <a:t>    MOV BX, 0212h</a:t>
            </a:r>
            <a:endParaRPr/>
          </a:p>
          <a:p>
            <a:pPr indent="0" lvl="0" marL="0" rtl="0" algn="l">
              <a:lnSpc>
                <a:spcPct val="100000"/>
              </a:lnSpc>
              <a:spcBef>
                <a:spcPts val="352"/>
              </a:spcBef>
              <a:spcAft>
                <a:spcPts val="0"/>
              </a:spcAft>
              <a:buClr>
                <a:schemeClr val="dk1"/>
              </a:buClr>
              <a:buSzPct val="100000"/>
              <a:buNone/>
            </a:pPr>
            <a:r>
              <a:rPr lang="es-MX"/>
              <a:t>    SBB AX, BX   ; BX = BX - (AX+ C)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Ret</a:t>
            </a:r>
            <a:endParaRPr/>
          </a:p>
        </p:txBody>
      </p:sp>
      <p:sp>
        <p:nvSpPr>
          <p:cNvPr id="453" name="Google Shape;453;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54" name="Google Shape;454;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MUL (Multiplica sin signo)</a:t>
            </a:r>
            <a:endParaRPr/>
          </a:p>
        </p:txBody>
      </p:sp>
      <p:sp>
        <p:nvSpPr>
          <p:cNvPr id="460" name="Google Shape;460;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chemeClr val="dk1"/>
              </a:buClr>
              <a:buSzPct val="100000"/>
              <a:buChar char="•"/>
            </a:pPr>
            <a:r>
              <a:rPr lang="es-MX"/>
              <a:t>Un operando byte de la instrucción MUL hace que el byte sea multiplicado por el AL y el resultado se deje en el registro AX. C y O son puestos a 0 si AH esta a 0; cualquier otro caso, esta a 1. </a:t>
            </a:r>
            <a:endParaRPr/>
          </a:p>
          <a:p>
            <a:pPr indent="-285750" lvl="1" marL="742950" rtl="0" algn="just">
              <a:lnSpc>
                <a:spcPct val="100000"/>
              </a:lnSpc>
              <a:spcBef>
                <a:spcPts val="476"/>
              </a:spcBef>
              <a:spcAft>
                <a:spcPts val="0"/>
              </a:spcAft>
              <a:buClr>
                <a:schemeClr val="dk1"/>
              </a:buClr>
              <a:buSzPct val="100000"/>
              <a:buChar char="–"/>
            </a:pPr>
            <a:r>
              <a:rPr lang="es-MX"/>
              <a:t>AX = AL * Op. Fuente(byte)</a:t>
            </a:r>
            <a:endParaRPr/>
          </a:p>
          <a:p>
            <a:pPr indent="-342900" lvl="0" marL="342900" rtl="0" algn="just">
              <a:lnSpc>
                <a:spcPct val="100000"/>
              </a:lnSpc>
              <a:spcBef>
                <a:spcPts val="544"/>
              </a:spcBef>
              <a:spcAft>
                <a:spcPts val="0"/>
              </a:spcAft>
              <a:buClr>
                <a:schemeClr val="dk1"/>
              </a:buClr>
              <a:buSzPct val="100000"/>
              <a:buChar char="•"/>
            </a:pPr>
            <a:r>
              <a:rPr lang="es-MX"/>
              <a:t>Una palabra del la instrucción MUL hace que la palabra sea multiplicada por el registro AX y el resultado se deje en DX:AX. DX contiene los 16 bits de orden superior del resultado. C y O se ponen a 0 si DX  es 0; en cualquier otro caso, se pone a 1.</a:t>
            </a:r>
            <a:endParaRPr/>
          </a:p>
          <a:p>
            <a:pPr indent="-285750" lvl="1" marL="742950" rtl="0" algn="just">
              <a:lnSpc>
                <a:spcPct val="100000"/>
              </a:lnSpc>
              <a:spcBef>
                <a:spcPts val="476"/>
              </a:spcBef>
              <a:spcAft>
                <a:spcPts val="0"/>
              </a:spcAft>
              <a:buClr>
                <a:schemeClr val="dk1"/>
              </a:buClr>
              <a:buSzPct val="100000"/>
              <a:buChar char="–"/>
            </a:pPr>
            <a:r>
              <a:rPr lang="es-MX"/>
              <a:t>DX:AX = AX * Op. Fuente(palabra) </a:t>
            </a:r>
            <a:endParaRPr/>
          </a:p>
          <a:p>
            <a:pPr indent="-342900" lvl="0" marL="342900" rtl="0" algn="l">
              <a:lnSpc>
                <a:spcPct val="100000"/>
              </a:lnSpc>
              <a:spcBef>
                <a:spcPts val="544"/>
              </a:spcBef>
              <a:spcAft>
                <a:spcPts val="0"/>
              </a:spcAft>
              <a:buClr>
                <a:schemeClr val="dk1"/>
              </a:buClr>
              <a:buSzPct val="100000"/>
              <a:buChar char="•"/>
            </a:pPr>
            <a:r>
              <a:rPr lang="es-MX"/>
              <a:t>MUL fuente</a:t>
            </a:r>
            <a:endParaRPr/>
          </a:p>
        </p:txBody>
      </p:sp>
      <p:sp>
        <p:nvSpPr>
          <p:cNvPr id="461" name="Google Shape;461;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62" name="Google Shape;462;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468" name="Google Shape;468;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al,07h</a:t>
            </a:r>
            <a:endParaRPr/>
          </a:p>
          <a:p>
            <a:pPr indent="0" lvl="0" marL="0" rtl="0" algn="l">
              <a:lnSpc>
                <a:spcPct val="100000"/>
              </a:lnSpc>
              <a:spcBef>
                <a:spcPts val="448"/>
              </a:spcBef>
              <a:spcAft>
                <a:spcPts val="0"/>
              </a:spcAft>
              <a:buClr>
                <a:schemeClr val="dk1"/>
              </a:buClr>
              <a:buSzPct val="100000"/>
              <a:buNone/>
            </a:pPr>
            <a:r>
              <a:rPr lang="es-MX"/>
              <a:t>        mov     bl,07h</a:t>
            </a:r>
            <a:endParaRPr/>
          </a:p>
          <a:p>
            <a:pPr indent="0" lvl="0" marL="0" rtl="0" algn="l">
              <a:lnSpc>
                <a:spcPct val="100000"/>
              </a:lnSpc>
              <a:spcBef>
                <a:spcPts val="448"/>
              </a:spcBef>
              <a:spcAft>
                <a:spcPts val="0"/>
              </a:spcAft>
              <a:buClr>
                <a:schemeClr val="dk1"/>
              </a:buClr>
              <a:buSzPct val="100000"/>
              <a:buNone/>
            </a:pPr>
            <a:r>
              <a:rPr lang="es-MX"/>
              <a:t>        mul     bl</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ret</a:t>
            </a:r>
            <a:endParaRPr/>
          </a:p>
        </p:txBody>
      </p:sp>
      <p:sp>
        <p:nvSpPr>
          <p:cNvPr id="469" name="Google Shape;469;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70" name="Google Shape;470;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476" name="Google Shape;476;p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al,77h</a:t>
            </a:r>
            <a:endParaRPr/>
          </a:p>
          <a:p>
            <a:pPr indent="0" lvl="0" marL="0" rtl="0" algn="l">
              <a:lnSpc>
                <a:spcPct val="100000"/>
              </a:lnSpc>
              <a:spcBef>
                <a:spcPts val="448"/>
              </a:spcBef>
              <a:spcAft>
                <a:spcPts val="0"/>
              </a:spcAft>
              <a:buClr>
                <a:schemeClr val="dk1"/>
              </a:buClr>
              <a:buSzPct val="100000"/>
              <a:buNone/>
            </a:pPr>
            <a:r>
              <a:rPr lang="es-MX"/>
              <a:t>        mov     bl,07h</a:t>
            </a:r>
            <a:endParaRPr/>
          </a:p>
          <a:p>
            <a:pPr indent="0" lvl="0" marL="0" rtl="0" algn="l">
              <a:lnSpc>
                <a:spcPct val="100000"/>
              </a:lnSpc>
              <a:spcBef>
                <a:spcPts val="448"/>
              </a:spcBef>
              <a:spcAft>
                <a:spcPts val="0"/>
              </a:spcAft>
              <a:buClr>
                <a:schemeClr val="dk1"/>
              </a:buClr>
              <a:buSzPct val="100000"/>
              <a:buNone/>
            </a:pPr>
            <a:r>
              <a:rPr lang="es-MX"/>
              <a:t>        mul     bl</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ret</a:t>
            </a:r>
            <a:endParaRPr/>
          </a:p>
          <a:p>
            <a:pPr indent="0" lvl="0" marL="0" rtl="0" algn="l">
              <a:lnSpc>
                <a:spcPct val="100000"/>
              </a:lnSpc>
              <a:spcBef>
                <a:spcPts val="448"/>
              </a:spcBef>
              <a:spcAft>
                <a:spcPts val="0"/>
              </a:spcAft>
              <a:buClr>
                <a:schemeClr val="dk1"/>
              </a:buClr>
              <a:buSzPct val="100000"/>
              <a:buNone/>
            </a:pPr>
            <a:r>
              <a:t/>
            </a:r>
            <a:endParaRPr/>
          </a:p>
        </p:txBody>
      </p:sp>
      <p:sp>
        <p:nvSpPr>
          <p:cNvPr id="477" name="Google Shape;477;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78" name="Google Shape;478;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484" name="Google Shape;484;p6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ax,7F77h</a:t>
            </a:r>
            <a:endParaRPr/>
          </a:p>
          <a:p>
            <a:pPr indent="0" lvl="0" marL="0" rtl="0" algn="l">
              <a:lnSpc>
                <a:spcPct val="100000"/>
              </a:lnSpc>
              <a:spcBef>
                <a:spcPts val="448"/>
              </a:spcBef>
              <a:spcAft>
                <a:spcPts val="0"/>
              </a:spcAft>
              <a:buClr>
                <a:schemeClr val="dk1"/>
              </a:buClr>
              <a:buSzPct val="100000"/>
              <a:buNone/>
            </a:pPr>
            <a:r>
              <a:rPr lang="es-MX"/>
              <a:t>        mov     bx,07h</a:t>
            </a:r>
            <a:endParaRPr/>
          </a:p>
          <a:p>
            <a:pPr indent="0" lvl="0" marL="0" rtl="0" algn="l">
              <a:lnSpc>
                <a:spcPct val="100000"/>
              </a:lnSpc>
              <a:spcBef>
                <a:spcPts val="448"/>
              </a:spcBef>
              <a:spcAft>
                <a:spcPts val="0"/>
              </a:spcAft>
              <a:buClr>
                <a:schemeClr val="dk1"/>
              </a:buClr>
              <a:buSzPct val="100000"/>
              <a:buNone/>
            </a:pPr>
            <a:r>
              <a:rPr lang="es-MX"/>
              <a:t>        mul     bx</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a:t>
            </a:r>
            <a:endParaRPr/>
          </a:p>
          <a:p>
            <a:pPr indent="0" lvl="0" marL="0" rtl="0" algn="l">
              <a:lnSpc>
                <a:spcPct val="100000"/>
              </a:lnSpc>
              <a:spcBef>
                <a:spcPts val="448"/>
              </a:spcBef>
              <a:spcAft>
                <a:spcPts val="0"/>
              </a:spcAft>
              <a:buClr>
                <a:schemeClr val="dk1"/>
              </a:buClr>
              <a:buSzPct val="100000"/>
              <a:buNone/>
            </a:pPr>
            <a:r>
              <a:t/>
            </a:r>
            <a:endParaRPr/>
          </a:p>
        </p:txBody>
      </p:sp>
      <p:sp>
        <p:nvSpPr>
          <p:cNvPr id="485" name="Google Shape;485;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86" name="Google Shape;486;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Calibri"/>
              <a:buNone/>
            </a:pPr>
            <a:r>
              <a:rPr lang="es-MX"/>
              <a:t>IMUL operado1; AX=AL*óperando1</a:t>
            </a:r>
            <a:br>
              <a:rPr lang="es-MX"/>
            </a:br>
            <a:r>
              <a:rPr lang="es-MX"/>
              <a:t>IMUL operado1; DX:AX=AX*óperando1</a:t>
            </a:r>
            <a:endParaRPr/>
          </a:p>
        </p:txBody>
      </p:sp>
      <p:sp>
        <p:nvSpPr>
          <p:cNvPr id="492" name="Google Shape;492;p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Descripción: </a:t>
            </a:r>
            <a:r>
              <a:rPr lang="es-MX" sz="2700"/>
              <a:t>Realiza multiplicación con signo</a:t>
            </a:r>
            <a:endParaRPr/>
          </a:p>
          <a:p>
            <a:pPr indent="-342900" lvl="0" marL="342900" rtl="0" algn="just">
              <a:lnSpc>
                <a:spcPct val="100000"/>
              </a:lnSpc>
              <a:spcBef>
                <a:spcPts val="540"/>
              </a:spcBef>
              <a:spcAft>
                <a:spcPts val="0"/>
              </a:spcAft>
              <a:buClr>
                <a:schemeClr val="dk1"/>
              </a:buClr>
              <a:buSzPts val="2700"/>
              <a:buChar char="•"/>
            </a:pPr>
            <a:r>
              <a:rPr lang="es-MX" sz="2700"/>
              <a:t>Operación: La instrucción IMUL realiza una operación de multiplicación con signo. Si el operando fuente es un simple byte, entonces el operando fuente se multiplica por el contenido del registro AL, y el resultado de 16 bits con signo se deja en AX, CF y OF se ponen a 0 si el registro AH es una extensión del signo e AL; en cualquier otro caso, CF y OF se ponen a 1.</a:t>
            </a:r>
            <a:endParaRPr/>
          </a:p>
        </p:txBody>
      </p:sp>
      <p:sp>
        <p:nvSpPr>
          <p:cNvPr id="493" name="Google Shape;493;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94" name="Google Shape;494;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s-MX" sz="2800"/>
              <a:t>MUL e IMUL</a:t>
            </a:r>
            <a:endParaRPr/>
          </a:p>
        </p:txBody>
      </p:sp>
      <p:sp>
        <p:nvSpPr>
          <p:cNvPr id="500" name="Google Shape;500;p6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lang="es-MX"/>
              <a:t>La diferencia principal entre MUL e IMUL radica en cómo manejan los números</a:t>
            </a:r>
            <a:endParaRPr/>
          </a:p>
        </p:txBody>
      </p:sp>
      <p:sp>
        <p:nvSpPr>
          <p:cNvPr id="501" name="Google Shape;501;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graphicFrame>
        <p:nvGraphicFramePr>
          <p:cNvPr id="502" name="Google Shape;502;p62"/>
          <p:cNvGraphicFramePr/>
          <p:nvPr/>
        </p:nvGraphicFramePr>
        <p:xfrm>
          <a:off x="685800" y="3429000"/>
          <a:ext cx="3000000" cy="3000000"/>
        </p:xfrm>
        <a:graphic>
          <a:graphicData uri="http://schemas.openxmlformats.org/drawingml/2006/table">
            <a:tbl>
              <a:tblPr bandRow="1" firstRow="1">
                <a:noFill/>
                <a:tableStyleId>{7BCB561C-A8D9-4940-A105-9EE0E4D35472}</a:tableStyleId>
              </a:tblPr>
              <a:tblGrid>
                <a:gridCol w="1157300"/>
                <a:gridCol w="2014525"/>
                <a:gridCol w="2657475"/>
                <a:gridCol w="1943100"/>
              </a:tblGrid>
              <a:tr h="370850">
                <a:tc>
                  <a:txBody>
                    <a:bodyPr/>
                    <a:lstStyle/>
                    <a:p>
                      <a:pPr indent="0" lvl="0" marL="0" marR="0" rtl="0" algn="l">
                        <a:lnSpc>
                          <a:spcPct val="100000"/>
                        </a:lnSpc>
                        <a:spcBef>
                          <a:spcPts val="0"/>
                        </a:spcBef>
                        <a:spcAft>
                          <a:spcPts val="0"/>
                        </a:spcAft>
                        <a:buClr>
                          <a:srgbClr val="000000"/>
                        </a:buClr>
                        <a:buSzPts val="1600"/>
                        <a:buFont typeface="Arial"/>
                        <a:buNone/>
                      </a:pPr>
                      <a:r>
                        <a:rPr b="1" lang="es-MX" sz="1600" u="none" cap="none" strike="noStrike"/>
                        <a:t>Instrucción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s-MX" sz="1600" u="none" cap="none" strike="noStrike"/>
                        <a:t>Tipo de Operación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s-MX" sz="1600" u="none" cap="none" strike="noStrike"/>
                        <a:t>Rango de Valores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s-MX" sz="1600" u="none" cap="none" strike="noStrike"/>
                        <a:t>Resultado en</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MUL</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Multiplicación </a:t>
                      </a:r>
                      <a:r>
                        <a:rPr b="1" lang="es-MX" sz="1400" u="none" cap="none" strike="noStrike"/>
                        <a:t>sin signo</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Solo valores positivos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DX:AX o AX</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IMUL</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Multiplicación </a:t>
                      </a:r>
                      <a:r>
                        <a:rPr b="1" lang="es-MX" sz="1400" u="none" cap="none" strike="noStrike"/>
                        <a:t>con signo</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Soporta valores positivos y negativos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DX:AX o AX</a:t>
                      </a:r>
                      <a:endParaRPr sz="1400" u="none" cap="none" strike="noStrike"/>
                    </a:p>
                  </a:txBody>
                  <a:tcPr marT="45725" marB="45725" marR="91450" marL="91450" anchor="ct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s-MX"/>
              <a:t>Ejemplo con IMUL (con signo)</a:t>
            </a:r>
            <a:endParaRPr/>
          </a:p>
        </p:txBody>
      </p:sp>
      <p:sp>
        <p:nvSpPr>
          <p:cNvPr id="508" name="Google Shape;508;p6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114300" rtl="0" algn="l">
              <a:lnSpc>
                <a:spcPct val="100000"/>
              </a:lnSpc>
              <a:spcBef>
                <a:spcPts val="360"/>
              </a:spcBef>
              <a:spcAft>
                <a:spcPts val="0"/>
              </a:spcAft>
              <a:buSzPts val="1800"/>
              <a:buNone/>
            </a:pPr>
            <a:r>
              <a:rPr lang="es-MX" sz="2400"/>
              <a:t>MOV AL, -7   ; Cargar -7 en AL (FBh en complemento a dos)</a:t>
            </a:r>
            <a:endParaRPr/>
          </a:p>
          <a:p>
            <a:pPr indent="0" lvl="0" marL="114300" rtl="0" algn="l">
              <a:lnSpc>
                <a:spcPct val="100000"/>
              </a:lnSpc>
              <a:spcBef>
                <a:spcPts val="360"/>
              </a:spcBef>
              <a:spcAft>
                <a:spcPts val="0"/>
              </a:spcAft>
              <a:buSzPts val="1800"/>
              <a:buNone/>
            </a:pPr>
            <a:r>
              <a:rPr lang="es-MX" sz="2400"/>
              <a:t>MOV BL, -1   ; Cargar -1 en BL (FFh en complemento a dos)</a:t>
            </a:r>
            <a:endParaRPr/>
          </a:p>
          <a:p>
            <a:pPr indent="0" lvl="0" marL="114300" rtl="0" algn="l">
              <a:lnSpc>
                <a:spcPct val="100000"/>
              </a:lnSpc>
              <a:spcBef>
                <a:spcPts val="360"/>
              </a:spcBef>
              <a:spcAft>
                <a:spcPts val="0"/>
              </a:spcAft>
              <a:buSzPts val="1800"/>
              <a:buNone/>
            </a:pPr>
            <a:r>
              <a:rPr lang="es-MX" sz="2400"/>
              <a:t>IMUL BL      ; AL * BL → Resultado en AX (AX = 07h)</a:t>
            </a:r>
            <a:endParaRPr/>
          </a:p>
          <a:p>
            <a:pPr indent="0" lvl="0" marL="114300" rtl="0" algn="l">
              <a:lnSpc>
                <a:spcPct val="100000"/>
              </a:lnSpc>
              <a:spcBef>
                <a:spcPts val="360"/>
              </a:spcBef>
              <a:spcAft>
                <a:spcPts val="0"/>
              </a:spcAft>
              <a:buSzPts val="1800"/>
              <a:buNone/>
            </a:pPr>
            <a:r>
              <a:t/>
            </a:r>
            <a:endParaRPr/>
          </a:p>
        </p:txBody>
      </p:sp>
      <p:sp>
        <p:nvSpPr>
          <p:cNvPr id="509" name="Google Shape;509;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Ejemplo Comparativo MUL vs IMUL</a:t>
            </a:r>
            <a:endParaRPr/>
          </a:p>
        </p:txBody>
      </p:sp>
      <p:sp>
        <p:nvSpPr>
          <p:cNvPr id="515" name="Google Shape;515;p6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114300" rtl="0" algn="l">
              <a:lnSpc>
                <a:spcPct val="100000"/>
              </a:lnSpc>
              <a:spcBef>
                <a:spcPts val="360"/>
              </a:spcBef>
              <a:spcAft>
                <a:spcPts val="0"/>
              </a:spcAft>
              <a:buSzPts val="1800"/>
              <a:buNone/>
            </a:pPr>
            <a:r>
              <a:rPr lang="es-MX" sz="2800"/>
              <a:t>ORG 100h</a:t>
            </a:r>
            <a:endParaRPr/>
          </a:p>
          <a:p>
            <a:pPr indent="0" lvl="1" marL="571500" rtl="0" algn="l">
              <a:lnSpc>
                <a:spcPct val="100000"/>
              </a:lnSpc>
              <a:spcBef>
                <a:spcPts val="360"/>
              </a:spcBef>
              <a:spcAft>
                <a:spcPts val="0"/>
              </a:spcAft>
              <a:buSzPts val="1800"/>
              <a:buNone/>
            </a:pPr>
            <a:r>
              <a:rPr lang="es-MX" sz="2400"/>
              <a:t>MOV AL, -3</a:t>
            </a:r>
            <a:endParaRPr/>
          </a:p>
          <a:p>
            <a:pPr indent="0" lvl="1" marL="571500" rtl="0" algn="l">
              <a:lnSpc>
                <a:spcPct val="100000"/>
              </a:lnSpc>
              <a:spcBef>
                <a:spcPts val="360"/>
              </a:spcBef>
              <a:spcAft>
                <a:spcPts val="0"/>
              </a:spcAft>
              <a:buSzPts val="1800"/>
              <a:buNone/>
            </a:pPr>
            <a:r>
              <a:rPr lang="es-MX" sz="2400"/>
              <a:t>MOV BL, 2</a:t>
            </a:r>
            <a:endParaRPr/>
          </a:p>
          <a:p>
            <a:pPr indent="0" lvl="1" marL="571500" rtl="0" algn="l">
              <a:lnSpc>
                <a:spcPct val="100000"/>
              </a:lnSpc>
              <a:spcBef>
                <a:spcPts val="360"/>
              </a:spcBef>
              <a:spcAft>
                <a:spcPts val="0"/>
              </a:spcAft>
              <a:buSzPts val="1800"/>
              <a:buNone/>
            </a:pPr>
            <a:r>
              <a:rPr lang="es-MX" sz="2400"/>
              <a:t>MUL BL    ; Multiplica sin signo ? Resultado incorrecto   </a:t>
            </a:r>
            <a:endParaRPr/>
          </a:p>
          <a:p>
            <a:pPr indent="0" lvl="1" marL="571500" rtl="0" algn="l">
              <a:lnSpc>
                <a:spcPct val="100000"/>
              </a:lnSpc>
              <a:spcBef>
                <a:spcPts val="360"/>
              </a:spcBef>
              <a:spcAft>
                <a:spcPts val="0"/>
              </a:spcAft>
              <a:buSzPts val="1800"/>
              <a:buNone/>
            </a:pPr>
            <a:r>
              <a:rPr lang="es-MX" sz="2400"/>
              <a:t>MOV AL, -3</a:t>
            </a:r>
            <a:endParaRPr/>
          </a:p>
          <a:p>
            <a:pPr indent="0" lvl="1" marL="571500" rtl="0" algn="l">
              <a:lnSpc>
                <a:spcPct val="100000"/>
              </a:lnSpc>
              <a:spcBef>
                <a:spcPts val="360"/>
              </a:spcBef>
              <a:spcAft>
                <a:spcPts val="0"/>
              </a:spcAft>
              <a:buSzPts val="1800"/>
              <a:buNone/>
            </a:pPr>
            <a:r>
              <a:rPr lang="es-MX" sz="2400"/>
              <a:t>MOV BL, 2</a:t>
            </a:r>
            <a:endParaRPr/>
          </a:p>
          <a:p>
            <a:pPr indent="0" lvl="1" marL="571500" rtl="0" algn="l">
              <a:lnSpc>
                <a:spcPct val="100000"/>
              </a:lnSpc>
              <a:spcBef>
                <a:spcPts val="360"/>
              </a:spcBef>
              <a:spcAft>
                <a:spcPts val="0"/>
              </a:spcAft>
              <a:buSzPts val="1800"/>
              <a:buNone/>
            </a:pPr>
            <a:r>
              <a:rPr lang="es-MX" sz="2400"/>
              <a:t>IMUL BL   ; Multiplica con signo ? Resultado correcto</a:t>
            </a:r>
            <a:endParaRPr/>
          </a:p>
          <a:p>
            <a:pPr indent="0" lvl="0" marL="114300" rtl="0" algn="l">
              <a:lnSpc>
                <a:spcPct val="100000"/>
              </a:lnSpc>
              <a:spcBef>
                <a:spcPts val="360"/>
              </a:spcBef>
              <a:spcAft>
                <a:spcPts val="0"/>
              </a:spcAft>
              <a:buSzPts val="1800"/>
              <a:buNone/>
            </a:pPr>
            <a:r>
              <a:rPr lang="es-MX" sz="2800"/>
              <a:t>RET</a:t>
            </a:r>
            <a:endParaRPr/>
          </a:p>
          <a:p>
            <a:pPr indent="-228600" lvl="0" marL="457200" rtl="0" algn="l">
              <a:lnSpc>
                <a:spcPct val="100000"/>
              </a:lnSpc>
              <a:spcBef>
                <a:spcPts val="360"/>
              </a:spcBef>
              <a:spcAft>
                <a:spcPts val="0"/>
              </a:spcAft>
              <a:buClr>
                <a:schemeClr val="dk1"/>
              </a:buClr>
              <a:buSzPts val="1800"/>
              <a:buNone/>
            </a:pPr>
            <a:r>
              <a:t/>
            </a:r>
            <a:endParaRPr/>
          </a:p>
        </p:txBody>
      </p:sp>
      <p:sp>
        <p:nvSpPr>
          <p:cNvPr id="516" name="Google Shape;516;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DIV</a:t>
            </a:r>
            <a:endParaRPr/>
          </a:p>
        </p:txBody>
      </p:sp>
      <p:sp>
        <p:nvSpPr>
          <p:cNvPr id="522" name="Google Shape;522;p6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Clr>
                <a:schemeClr val="dk1"/>
              </a:buClr>
              <a:buSzPct val="100000"/>
              <a:buChar char="•"/>
            </a:pPr>
            <a:r>
              <a:rPr lang="es-MX"/>
              <a:t>Ejecuta división sin signo (byte) de AX</a:t>
            </a:r>
            <a:endParaRPr/>
          </a:p>
          <a:p>
            <a:pPr indent="-342900" lvl="0" marL="342900" rtl="0" algn="just">
              <a:lnSpc>
                <a:spcPct val="100000"/>
              </a:lnSpc>
              <a:spcBef>
                <a:spcPts val="592"/>
              </a:spcBef>
              <a:spcAft>
                <a:spcPts val="0"/>
              </a:spcAft>
              <a:buClr>
                <a:schemeClr val="dk1"/>
              </a:buClr>
              <a:buSzPct val="100000"/>
              <a:buChar char="•"/>
            </a:pPr>
            <a:r>
              <a:rPr lang="es-MX"/>
              <a:t>Ejecuta división sin signo (palabra) de DX:AX</a:t>
            </a:r>
            <a:endParaRPr/>
          </a:p>
          <a:p>
            <a:pPr indent="-342900" lvl="0" marL="342900" rtl="0" algn="just">
              <a:lnSpc>
                <a:spcPct val="100000"/>
              </a:lnSpc>
              <a:spcBef>
                <a:spcPts val="592"/>
              </a:spcBef>
              <a:spcAft>
                <a:spcPts val="0"/>
              </a:spcAft>
              <a:buClr>
                <a:schemeClr val="dk1"/>
              </a:buClr>
              <a:buSzPct val="100000"/>
              <a:buChar char="•"/>
            </a:pPr>
            <a:r>
              <a:rPr lang="es-MX"/>
              <a:t>La instrucción DIV realiza una división sin signo. Si se especifica un operando fuente de byte, el registro AX es dividido por el operando byte, almacenado el </a:t>
            </a:r>
            <a:r>
              <a:rPr lang="es-MX" u="sng"/>
              <a:t>cociente en el registro AL </a:t>
            </a:r>
            <a:r>
              <a:rPr lang="es-MX"/>
              <a:t>y </a:t>
            </a:r>
            <a:r>
              <a:rPr lang="es-MX" u="sng"/>
              <a:t>el resto en el registro AH</a:t>
            </a:r>
            <a:r>
              <a:rPr lang="es-MX"/>
              <a:t>,. Un operando palabra fuente divide DX:AX por la palabra. Los 16 bits mas significativos del dividendo son almacenados en DX, </a:t>
            </a:r>
            <a:r>
              <a:rPr lang="es-MX" u="sng"/>
              <a:t>el cociente en AX</a:t>
            </a:r>
            <a:r>
              <a:rPr lang="es-MX"/>
              <a:t>, y el </a:t>
            </a:r>
            <a:r>
              <a:rPr lang="es-MX" u="sng"/>
              <a:t>resto en DX</a:t>
            </a:r>
            <a:endParaRPr/>
          </a:p>
          <a:p>
            <a:pPr indent="-154940" lvl="0" marL="342900" rtl="0" algn="l">
              <a:lnSpc>
                <a:spcPct val="100000"/>
              </a:lnSpc>
              <a:spcBef>
                <a:spcPts val="592"/>
              </a:spcBef>
              <a:spcAft>
                <a:spcPts val="0"/>
              </a:spcAft>
              <a:buClr>
                <a:schemeClr val="dk1"/>
              </a:buClr>
              <a:buSzPct val="100000"/>
              <a:buNone/>
            </a:pPr>
            <a:r>
              <a:t/>
            </a:r>
            <a:endParaRPr/>
          </a:p>
        </p:txBody>
      </p:sp>
      <p:sp>
        <p:nvSpPr>
          <p:cNvPr id="523" name="Google Shape;523;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524" name="Google Shape;524;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530" name="Google Shape;530;p6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ax,0Ah</a:t>
            </a:r>
            <a:endParaRPr/>
          </a:p>
          <a:p>
            <a:pPr indent="0" lvl="0" marL="0" rtl="0" algn="l">
              <a:lnSpc>
                <a:spcPct val="100000"/>
              </a:lnSpc>
              <a:spcBef>
                <a:spcPts val="448"/>
              </a:spcBef>
              <a:spcAft>
                <a:spcPts val="0"/>
              </a:spcAft>
              <a:buClr>
                <a:schemeClr val="dk1"/>
              </a:buClr>
              <a:buSzPct val="100000"/>
              <a:buNone/>
            </a:pPr>
            <a:r>
              <a:rPr lang="es-MX"/>
              <a:t>        mov     bl,05h</a:t>
            </a:r>
            <a:endParaRPr/>
          </a:p>
          <a:p>
            <a:pPr indent="0" lvl="0" marL="0" rtl="0" algn="l">
              <a:lnSpc>
                <a:spcPct val="100000"/>
              </a:lnSpc>
              <a:spcBef>
                <a:spcPts val="448"/>
              </a:spcBef>
              <a:spcAft>
                <a:spcPts val="0"/>
              </a:spcAft>
              <a:buClr>
                <a:schemeClr val="dk1"/>
              </a:buClr>
              <a:buSzPct val="100000"/>
              <a:buNone/>
            </a:pPr>
            <a:r>
              <a:rPr lang="es-MX"/>
              <a:t>        div     bl          ; ah = resto, al= cociente,   AX/BL</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a:t>
            </a:r>
            <a:endParaRPr/>
          </a:p>
          <a:p>
            <a:pPr indent="0" lvl="0" marL="0" rtl="0" algn="l">
              <a:lnSpc>
                <a:spcPct val="100000"/>
              </a:lnSpc>
              <a:spcBef>
                <a:spcPts val="448"/>
              </a:spcBef>
              <a:spcAft>
                <a:spcPts val="0"/>
              </a:spcAft>
              <a:buClr>
                <a:schemeClr val="dk1"/>
              </a:buClr>
              <a:buSzPct val="100000"/>
              <a:buNone/>
            </a:pPr>
            <a:r>
              <a:t/>
            </a:r>
            <a:endParaRPr/>
          </a:p>
        </p:txBody>
      </p:sp>
      <p:sp>
        <p:nvSpPr>
          <p:cNvPr id="531" name="Google Shape;531;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532" name="Google Shape;532;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538" name="Google Shape;538;p6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ax,0Bh</a:t>
            </a:r>
            <a:endParaRPr/>
          </a:p>
          <a:p>
            <a:pPr indent="0" lvl="0" marL="0" rtl="0" algn="l">
              <a:lnSpc>
                <a:spcPct val="100000"/>
              </a:lnSpc>
              <a:spcBef>
                <a:spcPts val="448"/>
              </a:spcBef>
              <a:spcAft>
                <a:spcPts val="0"/>
              </a:spcAft>
              <a:buClr>
                <a:schemeClr val="dk1"/>
              </a:buClr>
              <a:buSzPct val="100000"/>
              <a:buNone/>
            </a:pPr>
            <a:r>
              <a:rPr lang="es-MX"/>
              <a:t>        mov     bl,05h</a:t>
            </a:r>
            <a:endParaRPr/>
          </a:p>
          <a:p>
            <a:pPr indent="0" lvl="0" marL="0" rtl="0" algn="l">
              <a:lnSpc>
                <a:spcPct val="100000"/>
              </a:lnSpc>
              <a:spcBef>
                <a:spcPts val="448"/>
              </a:spcBef>
              <a:spcAft>
                <a:spcPts val="0"/>
              </a:spcAft>
              <a:buClr>
                <a:schemeClr val="dk1"/>
              </a:buClr>
              <a:buSzPct val="100000"/>
              <a:buNone/>
            </a:pPr>
            <a:r>
              <a:rPr lang="es-MX"/>
              <a:t>        div     bl          ; ah = resto, al= cociente,   AX/BL</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a:t>
            </a:r>
            <a:endParaRPr/>
          </a:p>
        </p:txBody>
      </p:sp>
      <p:sp>
        <p:nvSpPr>
          <p:cNvPr id="539" name="Google Shape;539;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540" name="Google Shape;540;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s-MX"/>
              <a:t>DIV e IDIV</a:t>
            </a:r>
            <a:endParaRPr/>
          </a:p>
        </p:txBody>
      </p:sp>
      <p:sp>
        <p:nvSpPr>
          <p:cNvPr id="546" name="Google Shape;546;p6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360"/>
              </a:spcBef>
              <a:spcAft>
                <a:spcPts val="0"/>
              </a:spcAft>
              <a:buClr>
                <a:schemeClr val="dk1"/>
              </a:buClr>
              <a:buSzPts val="1800"/>
              <a:buNone/>
            </a:pPr>
            <a:r>
              <a:t/>
            </a:r>
            <a:endParaRPr/>
          </a:p>
        </p:txBody>
      </p:sp>
      <p:sp>
        <p:nvSpPr>
          <p:cNvPr id="547" name="Google Shape;547;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graphicFrame>
        <p:nvGraphicFramePr>
          <p:cNvPr id="548" name="Google Shape;548;p68"/>
          <p:cNvGraphicFramePr/>
          <p:nvPr/>
        </p:nvGraphicFramePr>
        <p:xfrm>
          <a:off x="457200" y="3597275"/>
          <a:ext cx="3000000" cy="3000000"/>
        </p:xfrm>
        <a:graphic>
          <a:graphicData uri="http://schemas.openxmlformats.org/drawingml/2006/table">
            <a:tbl>
              <a:tblPr bandRow="1" firstRow="1">
                <a:noFill/>
                <a:tableStyleId>{7BCB561C-A8D9-4940-A105-9EE0E4D35472}</a:tableStyleId>
              </a:tblPr>
              <a:tblGrid>
                <a:gridCol w="1349125"/>
                <a:gridCol w="1663900"/>
                <a:gridCol w="3159175"/>
                <a:gridCol w="2057400"/>
              </a:tblGrid>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Instrucción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Tipo de División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Rango de Valores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Resultado</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DIV</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División </a:t>
                      </a:r>
                      <a:r>
                        <a:rPr b="1" lang="es-MX" sz="1400" u="none" cap="none" strike="noStrike"/>
                        <a:t>sin signo</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Solo valores positivos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Cociente y residuo en registros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IDIV</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División </a:t>
                      </a:r>
                      <a:r>
                        <a:rPr b="1" lang="es-MX" sz="1400" u="none" cap="none" strike="noStrike"/>
                        <a:t>con signo</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Soporta valores positivos y negativos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Cociente y residuo en registros</a:t>
                      </a:r>
                      <a:endParaRPr sz="1400" u="none" cap="none" strike="noStrike"/>
                    </a:p>
                  </a:txBody>
                  <a:tcPr marT="45725" marB="45725" marR="91450" marL="91450" anchor="ct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Ejemplo</a:t>
            </a:r>
            <a:endParaRPr/>
          </a:p>
        </p:txBody>
      </p:sp>
      <p:sp>
        <p:nvSpPr>
          <p:cNvPr id="554" name="Google Shape;554;p6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114300" rtl="0" algn="l">
              <a:lnSpc>
                <a:spcPct val="100000"/>
              </a:lnSpc>
              <a:spcBef>
                <a:spcPts val="360"/>
              </a:spcBef>
              <a:spcAft>
                <a:spcPts val="0"/>
              </a:spcAft>
              <a:buSzPts val="1800"/>
              <a:buNone/>
            </a:pPr>
            <a:r>
              <a:rPr lang="es-MX" sz="2400"/>
              <a:t>ORG 100h</a:t>
            </a:r>
            <a:endParaRPr/>
          </a:p>
          <a:p>
            <a:pPr indent="0" lvl="1" marL="571500" rtl="0" algn="l">
              <a:lnSpc>
                <a:spcPct val="100000"/>
              </a:lnSpc>
              <a:spcBef>
                <a:spcPts val="360"/>
              </a:spcBef>
              <a:spcAft>
                <a:spcPts val="0"/>
              </a:spcAft>
              <a:buSzPts val="1800"/>
              <a:buNone/>
            </a:pPr>
            <a:r>
              <a:rPr lang="es-MX" sz="2400"/>
              <a:t>MOV AX, -20   ; Cargar -20 en AX (complemento a dos)</a:t>
            </a:r>
            <a:endParaRPr/>
          </a:p>
          <a:p>
            <a:pPr indent="0" lvl="1" marL="571500" rtl="0" algn="l">
              <a:lnSpc>
                <a:spcPct val="100000"/>
              </a:lnSpc>
              <a:spcBef>
                <a:spcPts val="360"/>
              </a:spcBef>
              <a:spcAft>
                <a:spcPts val="0"/>
              </a:spcAft>
              <a:buSzPts val="1800"/>
              <a:buNone/>
            </a:pPr>
            <a:r>
              <a:rPr lang="es-MX" sz="2400"/>
              <a:t>MOV BL, 5       ; Cargar 5 en BL</a:t>
            </a:r>
            <a:endParaRPr/>
          </a:p>
          <a:p>
            <a:pPr indent="0" lvl="1" marL="571500" rtl="0" algn="l">
              <a:lnSpc>
                <a:spcPct val="100000"/>
              </a:lnSpc>
              <a:spcBef>
                <a:spcPts val="360"/>
              </a:spcBef>
              <a:spcAft>
                <a:spcPts val="0"/>
              </a:spcAft>
              <a:buSzPts val="1800"/>
              <a:buNone/>
            </a:pPr>
            <a:r>
              <a:rPr lang="es-MX" sz="2400"/>
              <a:t>IDIV BL             ; AX / BL ? Cociente en AL, residuo en AH</a:t>
            </a:r>
            <a:endParaRPr/>
          </a:p>
          <a:p>
            <a:pPr indent="0" lvl="0" marL="114300" rtl="0" algn="l">
              <a:lnSpc>
                <a:spcPct val="100000"/>
              </a:lnSpc>
              <a:spcBef>
                <a:spcPts val="360"/>
              </a:spcBef>
              <a:spcAft>
                <a:spcPts val="0"/>
              </a:spcAft>
              <a:buSzPts val="1800"/>
              <a:buNone/>
            </a:pPr>
            <a:r>
              <a:rPr lang="es-MX" sz="2400"/>
              <a:t>RET</a:t>
            </a:r>
            <a:endParaRPr/>
          </a:p>
          <a:p>
            <a:pPr indent="0" lvl="0" marL="114300" rtl="0" algn="l">
              <a:lnSpc>
                <a:spcPct val="100000"/>
              </a:lnSpc>
              <a:spcBef>
                <a:spcPts val="360"/>
              </a:spcBef>
              <a:spcAft>
                <a:spcPts val="0"/>
              </a:spcAft>
              <a:buSzPts val="1800"/>
              <a:buNone/>
            </a:pPr>
            <a:r>
              <a:t/>
            </a:r>
            <a:endParaRPr/>
          </a:p>
          <a:p>
            <a:pPr indent="0" lvl="0" marL="114300" rtl="0" algn="l">
              <a:lnSpc>
                <a:spcPct val="100000"/>
              </a:lnSpc>
              <a:spcBef>
                <a:spcPts val="360"/>
              </a:spcBef>
              <a:spcAft>
                <a:spcPts val="0"/>
              </a:spcAft>
              <a:buSzPts val="1800"/>
              <a:buNone/>
            </a:pPr>
            <a:r>
              <a:t/>
            </a:r>
            <a:endParaRPr/>
          </a:p>
        </p:txBody>
      </p:sp>
      <p:sp>
        <p:nvSpPr>
          <p:cNvPr id="555" name="Google Shape;555;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	Ejemplo</a:t>
            </a:r>
            <a:endParaRPr/>
          </a:p>
        </p:txBody>
      </p:sp>
      <p:sp>
        <p:nvSpPr>
          <p:cNvPr id="561" name="Google Shape;561;p7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0" lvl="0" marL="114300" rtl="0" algn="l">
              <a:lnSpc>
                <a:spcPct val="100000"/>
              </a:lnSpc>
              <a:spcBef>
                <a:spcPts val="360"/>
              </a:spcBef>
              <a:spcAft>
                <a:spcPts val="0"/>
              </a:spcAft>
              <a:buSzPct val="140625"/>
              <a:buNone/>
            </a:pPr>
            <a:r>
              <a:rPr lang="es-MX"/>
              <a:t> org 100h                                            </a:t>
            </a:r>
            <a:endParaRPr/>
          </a:p>
          <a:p>
            <a:pPr indent="0" lvl="0" marL="114300" rtl="0" algn="l">
              <a:lnSpc>
                <a:spcPct val="100000"/>
              </a:lnSpc>
              <a:spcBef>
                <a:spcPts val="360"/>
              </a:spcBef>
              <a:spcAft>
                <a:spcPts val="0"/>
              </a:spcAft>
              <a:buSzPct val="140625"/>
              <a:buNone/>
            </a:pPr>
            <a:r>
              <a:rPr lang="es-MX"/>
              <a:t>    jmp inicio</a:t>
            </a:r>
            <a:endParaRPr/>
          </a:p>
          <a:p>
            <a:pPr indent="0" lvl="0" marL="114300" rtl="0" algn="l">
              <a:lnSpc>
                <a:spcPct val="100000"/>
              </a:lnSpc>
              <a:spcBef>
                <a:spcPts val="360"/>
              </a:spcBef>
              <a:spcAft>
                <a:spcPts val="0"/>
              </a:spcAft>
              <a:buSzPct val="140625"/>
              <a:buNone/>
            </a:pPr>
            <a:r>
              <a:rPr lang="es-MX"/>
              <a:t>    msg1 DB 13,10,"OPERACIONES ARITMETICAS",13,10,"$"   </a:t>
            </a:r>
            <a:endParaRPr/>
          </a:p>
          <a:p>
            <a:pPr indent="0" lvl="0" marL="114300" rtl="0" algn="l">
              <a:lnSpc>
                <a:spcPct val="100000"/>
              </a:lnSpc>
              <a:spcBef>
                <a:spcPts val="360"/>
              </a:spcBef>
              <a:spcAft>
                <a:spcPts val="0"/>
              </a:spcAft>
              <a:buSzPct val="140625"/>
              <a:buNone/>
            </a:pPr>
            <a:r>
              <a:rPr lang="es-MX"/>
              <a:t>    msg2 DB 13,10,"ADD: 5 + 3 = $"</a:t>
            </a:r>
            <a:endParaRPr/>
          </a:p>
          <a:p>
            <a:pPr indent="0" lvl="0" marL="114300" rtl="0" algn="l">
              <a:lnSpc>
                <a:spcPct val="100000"/>
              </a:lnSpc>
              <a:spcBef>
                <a:spcPts val="360"/>
              </a:spcBef>
              <a:spcAft>
                <a:spcPts val="0"/>
              </a:spcAft>
              <a:buSzPct val="140625"/>
              <a:buNone/>
            </a:pPr>
            <a:r>
              <a:rPr lang="es-MX"/>
              <a:t>inicio: </a:t>
            </a:r>
            <a:endParaRPr/>
          </a:p>
          <a:p>
            <a:pPr indent="0" lvl="0" marL="114300" rtl="0" algn="l">
              <a:lnSpc>
                <a:spcPct val="100000"/>
              </a:lnSpc>
              <a:spcBef>
                <a:spcPts val="360"/>
              </a:spcBef>
              <a:spcAft>
                <a:spcPts val="0"/>
              </a:spcAft>
              <a:buSzPct val="140625"/>
              <a:buNone/>
            </a:pPr>
            <a:r>
              <a:rPr lang="es-MX"/>
              <a:t>    MOV DX, OFFSET msg1</a:t>
            </a:r>
            <a:endParaRPr/>
          </a:p>
          <a:p>
            <a:pPr indent="0" lvl="0" marL="114300" rtl="0" algn="l">
              <a:lnSpc>
                <a:spcPct val="100000"/>
              </a:lnSpc>
              <a:spcBef>
                <a:spcPts val="360"/>
              </a:spcBef>
              <a:spcAft>
                <a:spcPts val="0"/>
              </a:spcAft>
              <a:buSzPct val="140625"/>
              <a:buNone/>
            </a:pPr>
            <a:r>
              <a:rPr lang="es-MX"/>
              <a:t>    MOV AH, 09h</a:t>
            </a:r>
            <a:endParaRPr/>
          </a:p>
          <a:p>
            <a:pPr indent="0" lvl="0" marL="114300" rtl="0" algn="l">
              <a:lnSpc>
                <a:spcPct val="100000"/>
              </a:lnSpc>
              <a:spcBef>
                <a:spcPts val="360"/>
              </a:spcBef>
              <a:spcAft>
                <a:spcPts val="0"/>
              </a:spcAft>
              <a:buSzPct val="140625"/>
              <a:buNone/>
            </a:pPr>
            <a:r>
              <a:rPr lang="es-MX"/>
              <a:t>    INT 21h</a:t>
            </a:r>
            <a:endParaRPr/>
          </a:p>
          <a:p>
            <a:pPr indent="0" lvl="0" marL="114300" rtl="0" algn="l">
              <a:lnSpc>
                <a:spcPct val="100000"/>
              </a:lnSpc>
              <a:spcBef>
                <a:spcPts val="360"/>
              </a:spcBef>
              <a:spcAft>
                <a:spcPts val="0"/>
              </a:spcAft>
              <a:buSzPct val="140625"/>
              <a:buNone/>
            </a:pPr>
            <a:r>
              <a:rPr lang="es-MX"/>
              <a:t>    MOV DX, OFFSET msg2</a:t>
            </a:r>
            <a:endParaRPr/>
          </a:p>
          <a:p>
            <a:pPr indent="0" lvl="0" marL="114300" rtl="0" algn="l">
              <a:lnSpc>
                <a:spcPct val="100000"/>
              </a:lnSpc>
              <a:spcBef>
                <a:spcPts val="360"/>
              </a:spcBef>
              <a:spcAft>
                <a:spcPts val="0"/>
              </a:spcAft>
              <a:buSzPct val="140625"/>
              <a:buNone/>
            </a:pPr>
            <a:r>
              <a:rPr lang="es-MX"/>
              <a:t>    MOV AH, 09h</a:t>
            </a:r>
            <a:endParaRPr/>
          </a:p>
          <a:p>
            <a:pPr indent="0" lvl="0" marL="114300" rtl="0" algn="l">
              <a:lnSpc>
                <a:spcPct val="100000"/>
              </a:lnSpc>
              <a:spcBef>
                <a:spcPts val="360"/>
              </a:spcBef>
              <a:spcAft>
                <a:spcPts val="0"/>
              </a:spcAft>
              <a:buSzPct val="140625"/>
              <a:buNone/>
            </a:pPr>
            <a:r>
              <a:rPr lang="es-MX"/>
              <a:t>    INT 21h     </a:t>
            </a:r>
            <a:endParaRPr/>
          </a:p>
          <a:p>
            <a:pPr indent="0" lvl="0" marL="114300" rtl="0" algn="l">
              <a:lnSpc>
                <a:spcPct val="100000"/>
              </a:lnSpc>
              <a:spcBef>
                <a:spcPts val="360"/>
              </a:spcBef>
              <a:spcAft>
                <a:spcPts val="0"/>
              </a:spcAft>
              <a:buSzPct val="140625"/>
              <a:buNone/>
            </a:pPr>
            <a:r>
              <a:rPr lang="es-MX"/>
              <a:t>    MOV AL, 5</a:t>
            </a:r>
            <a:endParaRPr/>
          </a:p>
          <a:p>
            <a:pPr indent="0" lvl="0" marL="114300" rtl="0" algn="l">
              <a:lnSpc>
                <a:spcPct val="100000"/>
              </a:lnSpc>
              <a:spcBef>
                <a:spcPts val="360"/>
              </a:spcBef>
              <a:spcAft>
                <a:spcPts val="0"/>
              </a:spcAft>
              <a:buSzPct val="140625"/>
              <a:buNone/>
            </a:pPr>
            <a:r>
              <a:rPr lang="es-MX"/>
              <a:t>    MOV BL, 3</a:t>
            </a:r>
            <a:endParaRPr/>
          </a:p>
          <a:p>
            <a:pPr indent="0" lvl="0" marL="114300" rtl="0" algn="l">
              <a:lnSpc>
                <a:spcPct val="100000"/>
              </a:lnSpc>
              <a:spcBef>
                <a:spcPts val="360"/>
              </a:spcBef>
              <a:spcAft>
                <a:spcPts val="0"/>
              </a:spcAft>
              <a:buSzPct val="140625"/>
              <a:buNone/>
            </a:pPr>
            <a:r>
              <a:rPr lang="es-MX"/>
              <a:t>    ADD AL, BL  </a:t>
            </a:r>
            <a:endParaRPr/>
          </a:p>
          <a:p>
            <a:pPr indent="0" lvl="0" marL="114300" rtl="0" algn="l">
              <a:lnSpc>
                <a:spcPct val="100000"/>
              </a:lnSpc>
              <a:spcBef>
                <a:spcPts val="360"/>
              </a:spcBef>
              <a:spcAft>
                <a:spcPts val="0"/>
              </a:spcAft>
              <a:buSzPct val="140625"/>
              <a:buNone/>
            </a:pPr>
            <a:r>
              <a:rPr lang="es-MX"/>
              <a:t>    ADD AL, 30h</a:t>
            </a:r>
            <a:endParaRPr/>
          </a:p>
          <a:p>
            <a:pPr indent="0" lvl="0" marL="114300" rtl="0" algn="l">
              <a:lnSpc>
                <a:spcPct val="100000"/>
              </a:lnSpc>
              <a:spcBef>
                <a:spcPts val="360"/>
              </a:spcBef>
              <a:spcAft>
                <a:spcPts val="0"/>
              </a:spcAft>
              <a:buSzPct val="140625"/>
              <a:buNone/>
            </a:pPr>
            <a:r>
              <a:rPr lang="es-MX"/>
              <a:t>    MOV AH, 02h</a:t>
            </a:r>
            <a:endParaRPr/>
          </a:p>
          <a:p>
            <a:pPr indent="0" lvl="0" marL="114300" rtl="0" algn="l">
              <a:lnSpc>
                <a:spcPct val="100000"/>
              </a:lnSpc>
              <a:spcBef>
                <a:spcPts val="360"/>
              </a:spcBef>
              <a:spcAft>
                <a:spcPts val="0"/>
              </a:spcAft>
              <a:buSzPct val="140625"/>
              <a:buNone/>
            </a:pPr>
            <a:r>
              <a:rPr lang="es-MX"/>
              <a:t>    MOV DL, AL</a:t>
            </a:r>
            <a:endParaRPr/>
          </a:p>
          <a:p>
            <a:pPr indent="0" lvl="0" marL="114300" rtl="0" algn="l">
              <a:lnSpc>
                <a:spcPct val="100000"/>
              </a:lnSpc>
              <a:spcBef>
                <a:spcPts val="360"/>
              </a:spcBef>
              <a:spcAft>
                <a:spcPts val="0"/>
              </a:spcAft>
              <a:buSzPct val="140625"/>
              <a:buNone/>
            </a:pPr>
            <a:r>
              <a:rPr lang="es-MX"/>
              <a:t>    INT 21h</a:t>
            </a:r>
            <a:endParaRPr/>
          </a:p>
          <a:p>
            <a:pPr indent="0" lvl="0" marL="114300" rtl="0" algn="l">
              <a:lnSpc>
                <a:spcPct val="100000"/>
              </a:lnSpc>
              <a:spcBef>
                <a:spcPts val="360"/>
              </a:spcBef>
              <a:spcAft>
                <a:spcPts val="0"/>
              </a:spcAft>
              <a:buSzPct val="140625"/>
              <a:buNone/>
            </a:pPr>
            <a:r>
              <a:rPr lang="es-MX"/>
              <a:t>ret</a:t>
            </a:r>
            <a:endParaRPr/>
          </a:p>
        </p:txBody>
      </p:sp>
      <p:sp>
        <p:nvSpPr>
          <p:cNvPr id="562" name="Google Shape;562;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LDS y LES</a:t>
            </a:r>
            <a:endParaRPr/>
          </a:p>
        </p:txBody>
      </p:sp>
      <p:sp>
        <p:nvSpPr>
          <p:cNvPr id="568" name="Google Shape;568;p7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None/>
            </a:pPr>
            <a:r>
              <a:rPr lang="es-MX"/>
              <a:t>Carga el contenido de una dirección de memoria de 32 bits de la siguiente manera: la parte baja en el registro especificado y la parte alta en el registro DS y ES respectivamente.</a:t>
            </a:r>
            <a:endParaRPr/>
          </a:p>
        </p:txBody>
      </p:sp>
      <p:pic>
        <p:nvPicPr>
          <p:cNvPr id="569" name="Google Shape;569;p71"/>
          <p:cNvPicPr preferRelativeResize="0"/>
          <p:nvPr/>
        </p:nvPicPr>
        <p:blipFill rotWithShape="1">
          <a:blip r:embed="rId3">
            <a:alphaModFix/>
          </a:blip>
          <a:srcRect b="0" l="0" r="0" t="0"/>
          <a:stretch/>
        </p:blipFill>
        <p:spPr>
          <a:xfrm>
            <a:off x="2647950" y="3863181"/>
            <a:ext cx="3848100" cy="2190750"/>
          </a:xfrm>
          <a:prstGeom prst="rect">
            <a:avLst/>
          </a:prstGeom>
          <a:noFill/>
          <a:ln>
            <a:noFill/>
          </a:ln>
        </p:spPr>
      </p:pic>
      <p:sp>
        <p:nvSpPr>
          <p:cNvPr id="570" name="Google Shape;570;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571" name="Google Shape;571;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577" name="Google Shape;577;p7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None/>
            </a:pPr>
            <a:r>
              <a:rPr lang="es-MX"/>
              <a:t> org 100h </a:t>
            </a:r>
            <a:endParaRPr/>
          </a:p>
          <a:p>
            <a:pPr indent="0" lvl="0" marL="0" rtl="0" algn="l">
              <a:lnSpc>
                <a:spcPct val="100000"/>
              </a:lnSpc>
              <a:spcBef>
                <a:spcPts val="640"/>
              </a:spcBef>
              <a:spcAft>
                <a:spcPts val="0"/>
              </a:spcAft>
              <a:buClr>
                <a:schemeClr val="dk1"/>
              </a:buClr>
              <a:buSzPts val="3200"/>
              <a:buNone/>
            </a:pPr>
            <a:r>
              <a:rPr lang="es-MX"/>
              <a:t>    jmp inicio</a:t>
            </a:r>
            <a:endParaRPr/>
          </a:p>
          <a:p>
            <a:pPr indent="0" lvl="0" marL="0" rtl="0" algn="l">
              <a:lnSpc>
                <a:spcPct val="100000"/>
              </a:lnSpc>
              <a:spcBef>
                <a:spcPts val="640"/>
              </a:spcBef>
              <a:spcAft>
                <a:spcPts val="0"/>
              </a:spcAft>
              <a:buClr>
                <a:schemeClr val="dk1"/>
              </a:buClr>
              <a:buSzPts val="3200"/>
              <a:buNone/>
            </a:pPr>
            <a:r>
              <a:rPr lang="es-MX"/>
              <a:t>    var1 dw 0AABBh</a:t>
            </a:r>
            <a:endParaRPr/>
          </a:p>
          <a:p>
            <a:pPr indent="0" lvl="0" marL="0" rtl="0" algn="l">
              <a:lnSpc>
                <a:spcPct val="100000"/>
              </a:lnSpc>
              <a:spcBef>
                <a:spcPts val="640"/>
              </a:spcBef>
              <a:spcAft>
                <a:spcPts val="0"/>
              </a:spcAft>
              <a:buClr>
                <a:schemeClr val="dk1"/>
              </a:buClr>
              <a:buSzPts val="3200"/>
              <a:buNone/>
            </a:pPr>
            <a:r>
              <a:rPr lang="es-MX"/>
              <a:t>    var2 dw 0CCDDh</a:t>
            </a:r>
            <a:endParaRPr/>
          </a:p>
          <a:p>
            <a:pPr indent="0" lvl="0" marL="0" rtl="0" algn="l">
              <a:lnSpc>
                <a:spcPct val="100000"/>
              </a:lnSpc>
              <a:spcBef>
                <a:spcPts val="640"/>
              </a:spcBef>
              <a:spcAft>
                <a:spcPts val="0"/>
              </a:spcAft>
              <a:buClr>
                <a:schemeClr val="dk1"/>
              </a:buClr>
              <a:buSzPts val="3200"/>
              <a:buNone/>
            </a:pPr>
            <a:r>
              <a:rPr lang="es-MX"/>
              <a:t>inicio:    </a:t>
            </a:r>
            <a:endParaRPr/>
          </a:p>
          <a:p>
            <a:pPr indent="0" lvl="0" marL="0" rtl="0" algn="l">
              <a:lnSpc>
                <a:spcPct val="100000"/>
              </a:lnSpc>
              <a:spcBef>
                <a:spcPts val="640"/>
              </a:spcBef>
              <a:spcAft>
                <a:spcPts val="0"/>
              </a:spcAft>
              <a:buClr>
                <a:schemeClr val="dk1"/>
              </a:buClr>
              <a:buSzPts val="3200"/>
              <a:buNone/>
            </a:pPr>
            <a:r>
              <a:rPr lang="es-MX"/>
              <a:t>    LDS AX,[102h]</a:t>
            </a:r>
            <a:endParaRPr/>
          </a:p>
          <a:p>
            <a:pPr indent="0" lvl="0" marL="0" rtl="0" algn="l">
              <a:lnSpc>
                <a:spcPct val="100000"/>
              </a:lnSpc>
              <a:spcBef>
                <a:spcPts val="640"/>
              </a:spcBef>
              <a:spcAft>
                <a:spcPts val="0"/>
              </a:spcAft>
              <a:buClr>
                <a:schemeClr val="dk1"/>
              </a:buClr>
              <a:buSzPts val="3200"/>
              <a:buNone/>
            </a:pPr>
            <a:r>
              <a:rPr lang="es-MX"/>
              <a:t>    ret</a:t>
            </a:r>
            <a:endParaRPr/>
          </a:p>
        </p:txBody>
      </p:sp>
      <p:sp>
        <p:nvSpPr>
          <p:cNvPr id="578" name="Google Shape;578;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579" name="Google Shape;579;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7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585" name="Google Shape;585;p7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None/>
            </a:pPr>
            <a:r>
              <a:rPr lang="es-MX"/>
              <a:t> org 100h </a:t>
            </a:r>
            <a:endParaRPr/>
          </a:p>
          <a:p>
            <a:pPr indent="0" lvl="0" marL="0" rtl="0" algn="l">
              <a:lnSpc>
                <a:spcPct val="100000"/>
              </a:lnSpc>
              <a:spcBef>
                <a:spcPts val="640"/>
              </a:spcBef>
              <a:spcAft>
                <a:spcPts val="0"/>
              </a:spcAft>
              <a:buClr>
                <a:schemeClr val="dk1"/>
              </a:buClr>
              <a:buSzPts val="3200"/>
              <a:buNone/>
            </a:pPr>
            <a:r>
              <a:rPr lang="es-MX"/>
              <a:t>    jmp inicio</a:t>
            </a:r>
            <a:endParaRPr/>
          </a:p>
          <a:p>
            <a:pPr indent="0" lvl="0" marL="0" rtl="0" algn="l">
              <a:lnSpc>
                <a:spcPct val="100000"/>
              </a:lnSpc>
              <a:spcBef>
                <a:spcPts val="640"/>
              </a:spcBef>
              <a:spcAft>
                <a:spcPts val="0"/>
              </a:spcAft>
              <a:buClr>
                <a:schemeClr val="dk1"/>
              </a:buClr>
              <a:buSzPts val="3200"/>
              <a:buNone/>
            </a:pPr>
            <a:r>
              <a:rPr lang="es-MX"/>
              <a:t>    var1 dw 0AABBh</a:t>
            </a:r>
            <a:endParaRPr/>
          </a:p>
          <a:p>
            <a:pPr indent="0" lvl="0" marL="0" rtl="0" algn="l">
              <a:lnSpc>
                <a:spcPct val="100000"/>
              </a:lnSpc>
              <a:spcBef>
                <a:spcPts val="640"/>
              </a:spcBef>
              <a:spcAft>
                <a:spcPts val="0"/>
              </a:spcAft>
              <a:buClr>
                <a:schemeClr val="dk1"/>
              </a:buClr>
              <a:buSzPts val="3200"/>
              <a:buNone/>
            </a:pPr>
            <a:r>
              <a:rPr lang="es-MX"/>
              <a:t>    var2 dw 0CCDDh</a:t>
            </a:r>
            <a:endParaRPr/>
          </a:p>
          <a:p>
            <a:pPr indent="0" lvl="0" marL="0" rtl="0" algn="l">
              <a:lnSpc>
                <a:spcPct val="100000"/>
              </a:lnSpc>
              <a:spcBef>
                <a:spcPts val="640"/>
              </a:spcBef>
              <a:spcAft>
                <a:spcPts val="0"/>
              </a:spcAft>
              <a:buClr>
                <a:schemeClr val="dk1"/>
              </a:buClr>
              <a:buSzPts val="3200"/>
              <a:buNone/>
            </a:pPr>
            <a:r>
              <a:rPr lang="es-MX"/>
              <a:t>inicio:    </a:t>
            </a:r>
            <a:endParaRPr/>
          </a:p>
          <a:p>
            <a:pPr indent="0" lvl="0" marL="0" rtl="0" algn="l">
              <a:lnSpc>
                <a:spcPct val="100000"/>
              </a:lnSpc>
              <a:spcBef>
                <a:spcPts val="640"/>
              </a:spcBef>
              <a:spcAft>
                <a:spcPts val="0"/>
              </a:spcAft>
              <a:buClr>
                <a:schemeClr val="dk1"/>
              </a:buClr>
              <a:buSzPts val="3200"/>
              <a:buNone/>
            </a:pPr>
            <a:r>
              <a:rPr lang="es-MX"/>
              <a:t>    LES AX,[102h]</a:t>
            </a:r>
            <a:endParaRPr/>
          </a:p>
          <a:p>
            <a:pPr indent="0" lvl="0" marL="0" rtl="0" algn="l">
              <a:lnSpc>
                <a:spcPct val="100000"/>
              </a:lnSpc>
              <a:spcBef>
                <a:spcPts val="640"/>
              </a:spcBef>
              <a:spcAft>
                <a:spcPts val="0"/>
              </a:spcAft>
              <a:buClr>
                <a:schemeClr val="dk1"/>
              </a:buClr>
              <a:buSzPts val="3200"/>
              <a:buNone/>
            </a:pPr>
            <a:r>
              <a:rPr lang="es-MX"/>
              <a:t>    ret</a:t>
            </a:r>
            <a:endParaRPr/>
          </a:p>
        </p:txBody>
      </p:sp>
      <p:sp>
        <p:nvSpPr>
          <p:cNvPr id="586" name="Google Shape;586;p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587" name="Google Shape;587;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TEST</a:t>
            </a:r>
            <a:endParaRPr/>
          </a:p>
        </p:txBody>
      </p:sp>
      <p:sp>
        <p:nvSpPr>
          <p:cNvPr id="593" name="Google Shape;593;p7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TEST realiza la operación lógica “Y” de dos operandos, pero NO afecta a ninguno de ellos, SÓLO afecta al registro de estado. Admite todos los tipos de direccionamiento excepto los dos operandos en memoria</a:t>
            </a:r>
            <a:endParaRPr/>
          </a:p>
          <a:p>
            <a:pPr indent="-285750" lvl="1" marL="742950" rtl="0" algn="just">
              <a:lnSpc>
                <a:spcPct val="100000"/>
              </a:lnSpc>
              <a:spcBef>
                <a:spcPts val="560"/>
              </a:spcBef>
              <a:spcAft>
                <a:spcPts val="0"/>
              </a:spcAft>
              <a:buClr>
                <a:schemeClr val="dk1"/>
              </a:buClr>
              <a:buSzPts val="2800"/>
              <a:buChar char="–"/>
            </a:pPr>
            <a:r>
              <a:rPr lang="es-MX"/>
              <a:t>TEST ope1,ope2   ; modifica R.B &lt;= ope1 and ope2</a:t>
            </a:r>
            <a:endParaRPr/>
          </a:p>
          <a:p>
            <a:pPr indent="-228600" lvl="2" marL="1143000" rtl="0" algn="just">
              <a:lnSpc>
                <a:spcPct val="100000"/>
              </a:lnSpc>
              <a:spcBef>
                <a:spcPts val="480"/>
              </a:spcBef>
              <a:spcAft>
                <a:spcPts val="0"/>
              </a:spcAft>
              <a:buClr>
                <a:schemeClr val="dk1"/>
              </a:buClr>
              <a:buSzPts val="2400"/>
              <a:buChar char="•"/>
            </a:pPr>
            <a:r>
              <a:rPr lang="es-MX"/>
              <a:t>Saltos condicionales</a:t>
            </a:r>
            <a:endParaRPr/>
          </a:p>
          <a:p>
            <a:pPr indent="-285750" lvl="1" marL="742950" rtl="0" algn="just">
              <a:lnSpc>
                <a:spcPct val="100000"/>
              </a:lnSpc>
              <a:spcBef>
                <a:spcPts val="560"/>
              </a:spcBef>
              <a:spcAft>
                <a:spcPts val="0"/>
              </a:spcAft>
              <a:buClr>
                <a:schemeClr val="dk1"/>
              </a:buClr>
              <a:buSzPts val="2800"/>
              <a:buChar char="–"/>
            </a:pPr>
            <a:r>
              <a:rPr lang="es-MX"/>
              <a:t>CMP ope1,ope2   ; modifica R.B &lt;= ope1 - ope2 </a:t>
            </a:r>
            <a:endParaRPr/>
          </a:p>
          <a:p>
            <a:pPr indent="-228600" lvl="2" marL="1143000" rtl="0" algn="just">
              <a:lnSpc>
                <a:spcPct val="100000"/>
              </a:lnSpc>
              <a:spcBef>
                <a:spcPts val="480"/>
              </a:spcBef>
              <a:spcAft>
                <a:spcPts val="0"/>
              </a:spcAft>
              <a:buClr>
                <a:schemeClr val="dk1"/>
              </a:buClr>
              <a:buSzPts val="2400"/>
              <a:buChar char="•"/>
            </a:pPr>
            <a:r>
              <a:rPr lang="es-MX"/>
              <a:t>Saltos condicionales</a:t>
            </a:r>
            <a:endParaRPr/>
          </a:p>
        </p:txBody>
      </p:sp>
      <p:sp>
        <p:nvSpPr>
          <p:cNvPr id="594" name="Google Shape;594;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595" name="Google Shape;595;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601" name="Google Shape;601;p7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518"/>
              </a:spcBef>
              <a:spcAft>
                <a:spcPts val="0"/>
              </a:spcAft>
              <a:buClr>
                <a:schemeClr val="dk1"/>
              </a:buClr>
              <a:buSzPct val="100000"/>
              <a:buNone/>
            </a:pPr>
            <a:r>
              <a:rPr lang="es-MX"/>
              <a:t>    jmp inicio</a:t>
            </a:r>
            <a:endParaRPr/>
          </a:p>
          <a:p>
            <a:pPr indent="0" lvl="0" marL="0" rtl="0" algn="l">
              <a:lnSpc>
                <a:spcPct val="100000"/>
              </a:lnSpc>
              <a:spcBef>
                <a:spcPts val="518"/>
              </a:spcBef>
              <a:spcAft>
                <a:spcPts val="0"/>
              </a:spcAft>
              <a:buClr>
                <a:schemeClr val="dk1"/>
              </a:buClr>
              <a:buSzPct val="100000"/>
              <a:buNone/>
            </a:pPr>
            <a:r>
              <a:rPr lang="es-MX"/>
              <a:t>    var1 db 0AAh</a:t>
            </a:r>
            <a:endParaRPr/>
          </a:p>
          <a:p>
            <a:pPr indent="0" lvl="0" marL="0" rtl="0" algn="l">
              <a:lnSpc>
                <a:spcPct val="100000"/>
              </a:lnSpc>
              <a:spcBef>
                <a:spcPts val="518"/>
              </a:spcBef>
              <a:spcAft>
                <a:spcPts val="0"/>
              </a:spcAft>
              <a:buClr>
                <a:schemeClr val="dk1"/>
              </a:buClr>
              <a:buSzPct val="100000"/>
              <a:buNone/>
            </a:pPr>
            <a:r>
              <a:rPr lang="es-MX"/>
              <a:t>    var2 db 0CCh</a:t>
            </a:r>
            <a:endParaRPr/>
          </a:p>
          <a:p>
            <a:pPr indent="0" lvl="0" marL="0" rtl="0" algn="l">
              <a:lnSpc>
                <a:spcPct val="100000"/>
              </a:lnSpc>
              <a:spcBef>
                <a:spcPts val="518"/>
              </a:spcBef>
              <a:spcAft>
                <a:spcPts val="0"/>
              </a:spcAft>
              <a:buClr>
                <a:schemeClr val="dk1"/>
              </a:buClr>
              <a:buSzPct val="100000"/>
              <a:buNone/>
            </a:pPr>
            <a:r>
              <a:rPr lang="es-MX"/>
              <a:t>inicio:  </a:t>
            </a:r>
            <a:endParaRPr/>
          </a:p>
          <a:p>
            <a:pPr indent="0" lvl="0" marL="0" rtl="0" algn="l">
              <a:lnSpc>
                <a:spcPct val="100000"/>
              </a:lnSpc>
              <a:spcBef>
                <a:spcPts val="518"/>
              </a:spcBef>
              <a:spcAft>
                <a:spcPts val="0"/>
              </a:spcAft>
              <a:buClr>
                <a:schemeClr val="dk1"/>
              </a:buClr>
              <a:buSzPct val="100000"/>
              <a:buNone/>
            </a:pPr>
            <a:r>
              <a:rPr lang="es-MX"/>
              <a:t>    mov al,var1  </a:t>
            </a:r>
            <a:endParaRPr/>
          </a:p>
          <a:p>
            <a:pPr indent="0" lvl="0" marL="0" rtl="0" algn="l">
              <a:lnSpc>
                <a:spcPct val="100000"/>
              </a:lnSpc>
              <a:spcBef>
                <a:spcPts val="518"/>
              </a:spcBef>
              <a:spcAft>
                <a:spcPts val="0"/>
              </a:spcAft>
              <a:buClr>
                <a:schemeClr val="dk1"/>
              </a:buClr>
              <a:buSzPct val="100000"/>
              <a:buNone/>
            </a:pPr>
            <a:r>
              <a:rPr lang="es-MX"/>
              <a:t>    and al,var2</a:t>
            </a:r>
            <a:endParaRPr/>
          </a:p>
          <a:p>
            <a:pPr indent="0" lvl="0" marL="0" rtl="0" algn="l">
              <a:lnSpc>
                <a:spcPct val="100000"/>
              </a:lnSpc>
              <a:spcBef>
                <a:spcPts val="518"/>
              </a:spcBef>
              <a:spcAft>
                <a:spcPts val="0"/>
              </a:spcAft>
              <a:buClr>
                <a:schemeClr val="dk1"/>
              </a:buClr>
              <a:buSzPct val="100000"/>
              <a:buNone/>
            </a:pPr>
            <a:r>
              <a:rPr lang="es-MX"/>
              <a:t>    mov al,var1  </a:t>
            </a:r>
            <a:endParaRPr/>
          </a:p>
          <a:p>
            <a:pPr indent="0" lvl="0" marL="0" rtl="0" algn="l">
              <a:lnSpc>
                <a:spcPct val="100000"/>
              </a:lnSpc>
              <a:spcBef>
                <a:spcPts val="518"/>
              </a:spcBef>
              <a:spcAft>
                <a:spcPts val="0"/>
              </a:spcAft>
              <a:buClr>
                <a:schemeClr val="dk1"/>
              </a:buClr>
              <a:buSzPct val="100000"/>
              <a:buNone/>
            </a:pPr>
            <a:r>
              <a:rPr lang="es-MX"/>
              <a:t>    TEST al,var2</a:t>
            </a:r>
            <a:endParaRPr/>
          </a:p>
          <a:p>
            <a:pPr indent="0" lvl="0" marL="0" rtl="0" algn="l">
              <a:lnSpc>
                <a:spcPct val="100000"/>
              </a:lnSpc>
              <a:spcBef>
                <a:spcPts val="518"/>
              </a:spcBef>
              <a:spcAft>
                <a:spcPts val="0"/>
              </a:spcAft>
              <a:buClr>
                <a:schemeClr val="dk1"/>
              </a:buClr>
              <a:buSzPct val="100000"/>
              <a:buNone/>
            </a:pPr>
            <a:r>
              <a:rPr lang="es-MX"/>
              <a:t>    ret</a:t>
            </a:r>
            <a:endParaRPr/>
          </a:p>
        </p:txBody>
      </p:sp>
      <p:sp>
        <p:nvSpPr>
          <p:cNvPr id="602" name="Google Shape;602;p7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00000"/>
              </a:lnSpc>
              <a:spcBef>
                <a:spcPts val="0"/>
              </a:spcBef>
              <a:spcAft>
                <a:spcPts val="0"/>
              </a:spcAft>
              <a:buClr>
                <a:schemeClr val="dk1"/>
              </a:buClr>
              <a:buSzPct val="100000"/>
              <a:buChar char="•"/>
            </a:pPr>
            <a:r>
              <a:rPr lang="es-MX"/>
              <a:t>AAh🡪10101010b</a:t>
            </a:r>
            <a:endParaRPr/>
          </a:p>
          <a:p>
            <a:pPr indent="-342900" lvl="0" marL="342900" rtl="0" algn="l">
              <a:lnSpc>
                <a:spcPct val="100000"/>
              </a:lnSpc>
              <a:spcBef>
                <a:spcPts val="518"/>
              </a:spcBef>
              <a:spcAft>
                <a:spcPts val="0"/>
              </a:spcAft>
              <a:buClr>
                <a:schemeClr val="dk1"/>
              </a:buClr>
              <a:buSzPct val="100000"/>
              <a:buChar char="•"/>
            </a:pPr>
            <a:r>
              <a:rPr lang="es-MX"/>
              <a:t>CCh🡪 11001100b and</a:t>
            </a:r>
            <a:endParaRPr/>
          </a:p>
          <a:p>
            <a:pPr indent="-342900" lvl="0" marL="342900" rtl="0" algn="l">
              <a:lnSpc>
                <a:spcPct val="100000"/>
              </a:lnSpc>
              <a:spcBef>
                <a:spcPts val="518"/>
              </a:spcBef>
              <a:spcAft>
                <a:spcPts val="0"/>
              </a:spcAft>
              <a:buClr>
                <a:schemeClr val="dk1"/>
              </a:buClr>
              <a:buSzPct val="100000"/>
              <a:buChar char="•"/>
            </a:pPr>
            <a:r>
              <a:rPr lang="es-MX"/>
              <a:t>        🡪10001000b 🡪88h</a:t>
            </a:r>
            <a:endParaRPr/>
          </a:p>
          <a:p>
            <a:pPr indent="-178435" lvl="0" marL="342900" rtl="0" algn="l">
              <a:lnSpc>
                <a:spcPct val="100000"/>
              </a:lnSpc>
              <a:spcBef>
                <a:spcPts val="518"/>
              </a:spcBef>
              <a:spcAft>
                <a:spcPts val="0"/>
              </a:spcAft>
              <a:buClr>
                <a:schemeClr val="dk1"/>
              </a:buClr>
              <a:buSzPct val="100000"/>
              <a:buNone/>
            </a:pPr>
            <a:r>
              <a:t/>
            </a:r>
            <a:endParaRPr/>
          </a:p>
          <a:p>
            <a:pPr indent="-342900" lvl="0" marL="342900" rtl="0" algn="l">
              <a:lnSpc>
                <a:spcPct val="100000"/>
              </a:lnSpc>
              <a:spcBef>
                <a:spcPts val="518"/>
              </a:spcBef>
              <a:spcAft>
                <a:spcPts val="0"/>
              </a:spcAft>
              <a:buClr>
                <a:schemeClr val="dk1"/>
              </a:buClr>
              <a:buSzPct val="100000"/>
              <a:buChar char="•"/>
            </a:pPr>
            <a:r>
              <a:rPr lang="es-MX"/>
              <a:t>Modifica el señalizador:</a:t>
            </a:r>
            <a:endParaRPr/>
          </a:p>
          <a:p>
            <a:pPr indent="-285750" lvl="1" marL="742950" rtl="0" algn="l">
              <a:lnSpc>
                <a:spcPct val="100000"/>
              </a:lnSpc>
              <a:spcBef>
                <a:spcPts val="444"/>
              </a:spcBef>
              <a:spcAft>
                <a:spcPts val="0"/>
              </a:spcAft>
              <a:buClr>
                <a:schemeClr val="dk1"/>
              </a:buClr>
              <a:buSzPct val="100000"/>
              <a:buChar char="–"/>
            </a:pPr>
            <a:r>
              <a:rPr lang="es-MX"/>
              <a:t>P=1</a:t>
            </a:r>
            <a:endParaRPr/>
          </a:p>
          <a:p>
            <a:pPr indent="-285750" lvl="1" marL="742950" rtl="0" algn="l">
              <a:lnSpc>
                <a:spcPct val="100000"/>
              </a:lnSpc>
              <a:spcBef>
                <a:spcPts val="444"/>
              </a:spcBef>
              <a:spcAft>
                <a:spcPts val="0"/>
              </a:spcAft>
              <a:buClr>
                <a:schemeClr val="dk1"/>
              </a:buClr>
              <a:buSzPct val="100000"/>
              <a:buChar char="–"/>
            </a:pPr>
            <a:r>
              <a:rPr lang="es-MX"/>
              <a:t>Z=0</a:t>
            </a:r>
            <a:endParaRPr/>
          </a:p>
          <a:p>
            <a:pPr indent="-285750" lvl="1" marL="742950" rtl="0" algn="l">
              <a:lnSpc>
                <a:spcPct val="100000"/>
              </a:lnSpc>
              <a:spcBef>
                <a:spcPts val="444"/>
              </a:spcBef>
              <a:spcAft>
                <a:spcPts val="0"/>
              </a:spcAft>
              <a:buClr>
                <a:schemeClr val="dk1"/>
              </a:buClr>
              <a:buSzPct val="100000"/>
              <a:buChar char="–"/>
            </a:pPr>
            <a:r>
              <a:rPr lang="es-MX"/>
              <a:t>S=1</a:t>
            </a:r>
            <a:endParaRPr/>
          </a:p>
          <a:p>
            <a:pPr indent="-285750" lvl="1" marL="742950" rtl="0" algn="l">
              <a:lnSpc>
                <a:spcPct val="100000"/>
              </a:lnSpc>
              <a:spcBef>
                <a:spcPts val="444"/>
              </a:spcBef>
              <a:spcAft>
                <a:spcPts val="0"/>
              </a:spcAft>
              <a:buClr>
                <a:schemeClr val="dk1"/>
              </a:buClr>
              <a:buSzPct val="100000"/>
              <a:buChar char="–"/>
            </a:pPr>
            <a:r>
              <a:rPr lang="es-MX"/>
              <a:t>A=0</a:t>
            </a:r>
            <a:endParaRPr/>
          </a:p>
          <a:p>
            <a:pPr indent="-285750" lvl="1" marL="742950" rtl="0" algn="l">
              <a:lnSpc>
                <a:spcPct val="100000"/>
              </a:lnSpc>
              <a:spcBef>
                <a:spcPts val="444"/>
              </a:spcBef>
              <a:spcAft>
                <a:spcPts val="0"/>
              </a:spcAft>
              <a:buClr>
                <a:schemeClr val="dk1"/>
              </a:buClr>
              <a:buSzPct val="100000"/>
              <a:buChar char="–"/>
            </a:pPr>
            <a:r>
              <a:rPr lang="es-MX"/>
              <a:t>O=0</a:t>
            </a:r>
            <a:endParaRPr/>
          </a:p>
          <a:p>
            <a:pPr indent="-285750" lvl="1" marL="742950" rtl="0" algn="l">
              <a:lnSpc>
                <a:spcPct val="100000"/>
              </a:lnSpc>
              <a:spcBef>
                <a:spcPts val="444"/>
              </a:spcBef>
              <a:spcAft>
                <a:spcPts val="0"/>
              </a:spcAft>
              <a:buClr>
                <a:schemeClr val="dk1"/>
              </a:buClr>
              <a:buSzPct val="100000"/>
              <a:buChar char="–"/>
            </a:pPr>
            <a:r>
              <a:rPr lang="es-MX"/>
              <a:t>C=0</a:t>
            </a:r>
            <a:endParaRPr/>
          </a:p>
          <a:p>
            <a:pPr indent="-285750" lvl="1" marL="742950" rtl="0" algn="l">
              <a:lnSpc>
                <a:spcPct val="100000"/>
              </a:lnSpc>
              <a:spcBef>
                <a:spcPts val="444"/>
              </a:spcBef>
              <a:spcAft>
                <a:spcPts val="0"/>
              </a:spcAft>
              <a:buClr>
                <a:schemeClr val="dk1"/>
              </a:buClr>
              <a:buSzPct val="100000"/>
              <a:buChar char="–"/>
            </a:pPr>
            <a:r>
              <a:rPr lang="es-MX"/>
              <a:t>I=1</a:t>
            </a:r>
            <a:endParaRPr/>
          </a:p>
          <a:p>
            <a:pPr indent="-178435" lvl="0" marL="342900" rtl="0" algn="l">
              <a:lnSpc>
                <a:spcPct val="100000"/>
              </a:lnSpc>
              <a:spcBef>
                <a:spcPts val="518"/>
              </a:spcBef>
              <a:spcAft>
                <a:spcPts val="0"/>
              </a:spcAft>
              <a:buClr>
                <a:schemeClr val="dk1"/>
              </a:buClr>
              <a:buSzPct val="100000"/>
              <a:buNone/>
            </a:pPr>
            <a:r>
              <a:t/>
            </a:r>
            <a:endParaRPr/>
          </a:p>
        </p:txBody>
      </p:sp>
      <p:sp>
        <p:nvSpPr>
          <p:cNvPr id="603" name="Google Shape;603;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604" name="Google Shape;604;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 y OUT</a:t>
            </a:r>
            <a:endParaRPr/>
          </a:p>
        </p:txBody>
      </p:sp>
      <p:sp>
        <p:nvSpPr>
          <p:cNvPr id="610" name="Google Shape;610;p7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100000"/>
              </a:lnSpc>
              <a:spcBef>
                <a:spcPts val="0"/>
              </a:spcBef>
              <a:spcAft>
                <a:spcPts val="0"/>
              </a:spcAft>
              <a:buClr>
                <a:schemeClr val="dk1"/>
              </a:buClr>
              <a:buSzPct val="100000"/>
              <a:buChar char="•"/>
            </a:pPr>
            <a:r>
              <a:rPr lang="es-MX"/>
              <a:t>IN lee de un puerto (sólo si la dirección del puerto es menor que 255). Admite las siguientes formas:</a:t>
            </a:r>
            <a:endParaRPr/>
          </a:p>
          <a:p>
            <a:pPr indent="-285750" lvl="1" marL="742950" rtl="0" algn="l">
              <a:lnSpc>
                <a:spcPct val="100000"/>
              </a:lnSpc>
              <a:spcBef>
                <a:spcPts val="476"/>
              </a:spcBef>
              <a:spcAft>
                <a:spcPts val="0"/>
              </a:spcAft>
              <a:buClr>
                <a:schemeClr val="dk1"/>
              </a:buClr>
              <a:buSzPct val="100000"/>
              <a:buChar char="–"/>
            </a:pPr>
            <a:r>
              <a:rPr b="1" lang="es-MX"/>
              <a:t>IN Al, inmediato </a:t>
            </a:r>
            <a:r>
              <a:rPr lang="es-MX"/>
              <a:t>;obtiene un WORD del puerto especificado y lo guarda en AX</a:t>
            </a:r>
            <a:endParaRPr/>
          </a:p>
          <a:p>
            <a:pPr indent="-285750" lvl="1" marL="742950" rtl="0" algn="l">
              <a:lnSpc>
                <a:spcPct val="100000"/>
              </a:lnSpc>
              <a:spcBef>
                <a:spcPts val="476"/>
              </a:spcBef>
              <a:spcAft>
                <a:spcPts val="0"/>
              </a:spcAft>
              <a:buClr>
                <a:schemeClr val="dk1"/>
              </a:buClr>
              <a:buSzPct val="100000"/>
              <a:buChar char="–"/>
            </a:pPr>
            <a:r>
              <a:rPr b="1" lang="es-MX"/>
              <a:t>IN Al, DX </a:t>
            </a:r>
            <a:r>
              <a:rPr lang="es-MX"/>
              <a:t>;obtiene un WORD del puerto especificado en DX y lo guarda en AX </a:t>
            </a:r>
            <a:endParaRPr/>
          </a:p>
          <a:p>
            <a:pPr indent="-342900" lvl="0" marL="342900" rtl="0" algn="l">
              <a:lnSpc>
                <a:spcPct val="100000"/>
              </a:lnSpc>
              <a:spcBef>
                <a:spcPts val="544"/>
              </a:spcBef>
              <a:spcAft>
                <a:spcPts val="0"/>
              </a:spcAft>
              <a:buClr>
                <a:schemeClr val="dk1"/>
              </a:buClr>
              <a:buSzPct val="100000"/>
              <a:buChar char="•"/>
            </a:pPr>
            <a:r>
              <a:rPr lang="es-MX"/>
              <a:t>OUT escribe en un puerto (sólo si la dirección del puerto es menor que 255). Admite las siguientes formas:</a:t>
            </a:r>
            <a:endParaRPr/>
          </a:p>
          <a:p>
            <a:pPr indent="-285750" lvl="1" marL="742950" rtl="0" algn="l">
              <a:lnSpc>
                <a:spcPct val="100000"/>
              </a:lnSpc>
              <a:spcBef>
                <a:spcPts val="476"/>
              </a:spcBef>
              <a:spcAft>
                <a:spcPts val="0"/>
              </a:spcAft>
              <a:buClr>
                <a:schemeClr val="dk1"/>
              </a:buClr>
              <a:buSzPct val="100000"/>
              <a:buChar char="–"/>
            </a:pPr>
            <a:r>
              <a:rPr b="1" lang="es-MX"/>
              <a:t>OUT inmediato, Al</a:t>
            </a:r>
            <a:r>
              <a:rPr lang="es-MX"/>
              <a:t> ;escribe un WORD (contenido en AX) en el puerto especificado </a:t>
            </a:r>
            <a:endParaRPr/>
          </a:p>
          <a:p>
            <a:pPr indent="-285750" lvl="1" marL="742950" rtl="0" algn="l">
              <a:lnSpc>
                <a:spcPct val="100000"/>
              </a:lnSpc>
              <a:spcBef>
                <a:spcPts val="476"/>
              </a:spcBef>
              <a:spcAft>
                <a:spcPts val="0"/>
              </a:spcAft>
              <a:buClr>
                <a:schemeClr val="dk1"/>
              </a:buClr>
              <a:buSzPct val="100000"/>
              <a:buChar char="–"/>
            </a:pPr>
            <a:r>
              <a:rPr b="1" lang="es-MX"/>
              <a:t>OUT DX, Al </a:t>
            </a:r>
            <a:r>
              <a:rPr lang="es-MX"/>
              <a:t>;escribe un WORD (contenido en AX) en el puerto especificado en DX.</a:t>
            </a:r>
            <a:endParaRPr/>
          </a:p>
        </p:txBody>
      </p:sp>
      <p:sp>
        <p:nvSpPr>
          <p:cNvPr id="611" name="Google Shape;611;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612" name="Google Shape;612;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618" name="Google Shape;618;p7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392"/>
              </a:spcBef>
              <a:spcAft>
                <a:spcPts val="0"/>
              </a:spcAft>
              <a:buClr>
                <a:schemeClr val="dk1"/>
              </a:buClr>
              <a:buSzPct val="100000"/>
              <a:buNone/>
            </a:pPr>
            <a:r>
              <a:rPr lang="es-MX"/>
              <a:t>    jmp inicio</a:t>
            </a:r>
            <a:endParaRPr/>
          </a:p>
          <a:p>
            <a:pPr indent="0" lvl="0" marL="0" rtl="0" algn="l">
              <a:lnSpc>
                <a:spcPct val="100000"/>
              </a:lnSpc>
              <a:spcBef>
                <a:spcPts val="392"/>
              </a:spcBef>
              <a:spcAft>
                <a:spcPts val="0"/>
              </a:spcAft>
              <a:buClr>
                <a:schemeClr val="dk1"/>
              </a:buClr>
              <a:buSzPct val="100000"/>
              <a:buNone/>
            </a:pPr>
            <a:r>
              <a:rPr lang="es-MX"/>
              <a:t>    var1 db ?</a:t>
            </a:r>
            <a:endParaRPr/>
          </a:p>
          <a:p>
            <a:pPr indent="0" lvl="0" marL="0" rtl="0" algn="l">
              <a:lnSpc>
                <a:spcPct val="100000"/>
              </a:lnSpc>
              <a:spcBef>
                <a:spcPts val="392"/>
              </a:spcBef>
              <a:spcAft>
                <a:spcPts val="0"/>
              </a:spcAft>
              <a:buClr>
                <a:schemeClr val="dk1"/>
              </a:buClr>
              <a:buSzPct val="100000"/>
              <a:buNone/>
            </a:pPr>
            <a:r>
              <a:rPr lang="es-MX"/>
              <a:t>inicio:   </a:t>
            </a:r>
            <a:endParaRPr/>
          </a:p>
          <a:p>
            <a:pPr indent="0" lvl="0" marL="0" rtl="0" algn="l">
              <a:lnSpc>
                <a:spcPct val="100000"/>
              </a:lnSpc>
              <a:spcBef>
                <a:spcPts val="392"/>
              </a:spcBef>
              <a:spcAft>
                <a:spcPts val="0"/>
              </a:spcAft>
              <a:buClr>
                <a:schemeClr val="dk1"/>
              </a:buClr>
              <a:buSzPct val="100000"/>
              <a:buNone/>
            </a:pPr>
            <a:r>
              <a:rPr lang="es-MX"/>
              <a:t>    mov al,0h  </a:t>
            </a:r>
            <a:endParaRPr/>
          </a:p>
          <a:p>
            <a:pPr indent="0" lvl="0" marL="0" rtl="0" algn="l">
              <a:lnSpc>
                <a:spcPct val="100000"/>
              </a:lnSpc>
              <a:spcBef>
                <a:spcPts val="392"/>
              </a:spcBef>
              <a:spcAft>
                <a:spcPts val="0"/>
              </a:spcAft>
              <a:buClr>
                <a:schemeClr val="dk1"/>
              </a:buClr>
              <a:buSzPct val="100000"/>
              <a:buNone/>
            </a:pPr>
            <a:r>
              <a:rPr lang="es-MX"/>
              <a:t>    out 110,al    ; 0&lt;= direccion &lt;=255</a:t>
            </a:r>
            <a:endParaRPr/>
          </a:p>
          <a:p>
            <a:pPr indent="0" lvl="0" marL="0" rtl="0" algn="l">
              <a:lnSpc>
                <a:spcPct val="100000"/>
              </a:lnSpc>
              <a:spcBef>
                <a:spcPts val="392"/>
              </a:spcBef>
              <a:spcAft>
                <a:spcPts val="0"/>
              </a:spcAft>
              <a:buClr>
                <a:schemeClr val="dk1"/>
              </a:buClr>
              <a:buSzPct val="100000"/>
              <a:buNone/>
            </a:pPr>
            <a:r>
              <a:rPr lang="es-MX"/>
              <a:t>    out 112,al    ; 0&lt;= direccion &lt;=255  </a:t>
            </a:r>
            <a:endParaRPr/>
          </a:p>
          <a:p>
            <a:pPr indent="0" lvl="0" marL="0" rtl="0" algn="l">
              <a:lnSpc>
                <a:spcPct val="100000"/>
              </a:lnSpc>
              <a:spcBef>
                <a:spcPts val="392"/>
              </a:spcBef>
              <a:spcAft>
                <a:spcPts val="0"/>
              </a:spcAft>
              <a:buClr>
                <a:schemeClr val="dk1"/>
              </a:buClr>
              <a:buSzPct val="100000"/>
              <a:buNone/>
            </a:pPr>
            <a:r>
              <a:rPr lang="es-MX"/>
              <a:t>    xor al,al</a:t>
            </a:r>
            <a:endParaRPr/>
          </a:p>
          <a:p>
            <a:pPr indent="0" lvl="0" marL="0" rtl="0" algn="l">
              <a:lnSpc>
                <a:spcPct val="100000"/>
              </a:lnSpc>
              <a:spcBef>
                <a:spcPts val="392"/>
              </a:spcBef>
              <a:spcAft>
                <a:spcPts val="0"/>
              </a:spcAft>
              <a:buClr>
                <a:schemeClr val="dk1"/>
              </a:buClr>
              <a:buSzPct val="100000"/>
              <a:buNone/>
            </a:pPr>
            <a:r>
              <a:rPr lang="es-MX"/>
              <a:t>    in al,110     ; 0&lt;= direccion &lt;=255</a:t>
            </a:r>
            <a:endParaRPr/>
          </a:p>
          <a:p>
            <a:pPr indent="0" lvl="0" marL="0" rtl="0" algn="l">
              <a:lnSpc>
                <a:spcPct val="100000"/>
              </a:lnSpc>
              <a:spcBef>
                <a:spcPts val="392"/>
              </a:spcBef>
              <a:spcAft>
                <a:spcPts val="0"/>
              </a:spcAft>
              <a:buClr>
                <a:schemeClr val="dk1"/>
              </a:buClr>
              <a:buSzPct val="100000"/>
              <a:buNone/>
            </a:pPr>
            <a:r>
              <a:rPr lang="es-MX"/>
              <a:t>    mov al,06h  </a:t>
            </a:r>
            <a:endParaRPr/>
          </a:p>
          <a:p>
            <a:pPr indent="0" lvl="0" marL="0" rtl="0" algn="l">
              <a:lnSpc>
                <a:spcPct val="100000"/>
              </a:lnSpc>
              <a:spcBef>
                <a:spcPts val="392"/>
              </a:spcBef>
              <a:spcAft>
                <a:spcPts val="0"/>
              </a:spcAft>
              <a:buClr>
                <a:schemeClr val="dk1"/>
              </a:buClr>
              <a:buSzPct val="100000"/>
              <a:buNone/>
            </a:pPr>
            <a:r>
              <a:rPr lang="es-MX"/>
              <a:t>    mov dx,112  </a:t>
            </a:r>
            <a:endParaRPr/>
          </a:p>
          <a:p>
            <a:pPr indent="0" lvl="0" marL="0" rtl="0" algn="l">
              <a:lnSpc>
                <a:spcPct val="100000"/>
              </a:lnSpc>
              <a:spcBef>
                <a:spcPts val="392"/>
              </a:spcBef>
              <a:spcAft>
                <a:spcPts val="0"/>
              </a:spcAft>
              <a:buClr>
                <a:schemeClr val="dk1"/>
              </a:buClr>
              <a:buSzPct val="100000"/>
              <a:buNone/>
            </a:pPr>
            <a:r>
              <a:rPr lang="es-MX"/>
              <a:t>    out dx,al    ; 0&lt;= direccion &lt;=255    </a:t>
            </a:r>
            <a:endParaRPr/>
          </a:p>
          <a:p>
            <a:pPr indent="0" lvl="0" marL="0" rtl="0" algn="l">
              <a:lnSpc>
                <a:spcPct val="100000"/>
              </a:lnSpc>
              <a:spcBef>
                <a:spcPts val="392"/>
              </a:spcBef>
              <a:spcAft>
                <a:spcPts val="0"/>
              </a:spcAft>
              <a:buClr>
                <a:schemeClr val="dk1"/>
              </a:buClr>
              <a:buSzPct val="100000"/>
              <a:buNone/>
            </a:pPr>
            <a:r>
              <a:rPr lang="es-MX"/>
              <a:t>    ret</a:t>
            </a:r>
            <a:endParaRPr/>
          </a:p>
        </p:txBody>
      </p:sp>
      <p:pic>
        <p:nvPicPr>
          <p:cNvPr id="619" name="Google Shape;619;p77"/>
          <p:cNvPicPr preferRelativeResize="0"/>
          <p:nvPr>
            <p:ph idx="2" type="body"/>
          </p:nvPr>
        </p:nvPicPr>
        <p:blipFill rotWithShape="1">
          <a:blip r:embed="rId3">
            <a:alphaModFix/>
          </a:blip>
          <a:srcRect b="0" l="0" r="0" t="0"/>
          <a:stretch/>
        </p:blipFill>
        <p:spPr>
          <a:xfrm>
            <a:off x="5253037" y="2472531"/>
            <a:ext cx="2828925" cy="2781300"/>
          </a:xfrm>
          <a:prstGeom prst="rect">
            <a:avLst/>
          </a:prstGeom>
          <a:noFill/>
          <a:ln>
            <a:noFill/>
          </a:ln>
        </p:spPr>
      </p:pic>
      <p:sp>
        <p:nvSpPr>
          <p:cNvPr id="620" name="Google Shape;620;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621" name="Google Shape;621;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627" name="Google Shape;627;p7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b="1" lang="es-MX"/>
              <a:t>HLT </a:t>
            </a:r>
            <a:r>
              <a:rPr lang="es-MX"/>
              <a:t>Detiene la ejecución del procesador hasta que llegue una interrupción externa.</a:t>
            </a:r>
            <a:endParaRPr/>
          </a:p>
          <a:p>
            <a:pPr indent="-342900" lvl="0" marL="342900" rtl="0" algn="just">
              <a:lnSpc>
                <a:spcPct val="100000"/>
              </a:lnSpc>
              <a:spcBef>
                <a:spcPts val="640"/>
              </a:spcBef>
              <a:spcAft>
                <a:spcPts val="0"/>
              </a:spcAft>
              <a:buClr>
                <a:schemeClr val="dk1"/>
              </a:buClr>
              <a:buSzPts val="3200"/>
              <a:buChar char="•"/>
            </a:pPr>
            <a:r>
              <a:rPr b="1" lang="es-MX"/>
              <a:t>WAIT</a:t>
            </a:r>
            <a:r>
              <a:rPr lang="es-MX"/>
              <a:t> Detiene la ejecución del procesador hasta que se active el pin TEST del mismo.</a:t>
            </a:r>
            <a:endParaRPr/>
          </a:p>
          <a:p>
            <a:pPr indent="-342900" lvl="0" marL="342900" rtl="0" algn="just">
              <a:lnSpc>
                <a:spcPct val="100000"/>
              </a:lnSpc>
              <a:spcBef>
                <a:spcPts val="640"/>
              </a:spcBef>
              <a:spcAft>
                <a:spcPts val="0"/>
              </a:spcAft>
              <a:buClr>
                <a:schemeClr val="dk1"/>
              </a:buClr>
              <a:buSzPts val="3200"/>
              <a:buChar char="•"/>
            </a:pPr>
            <a:r>
              <a:rPr b="1" lang="es-MX"/>
              <a:t>LOCK</a:t>
            </a:r>
            <a:r>
              <a:rPr lang="es-MX"/>
              <a:t> Prefijo de instrucción que activa el pin LOCK del procesador.</a:t>
            </a:r>
            <a:endParaRPr/>
          </a:p>
        </p:txBody>
      </p:sp>
      <p:sp>
        <p:nvSpPr>
          <p:cNvPr id="628" name="Google Shape;628;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629" name="Google Shape;629;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635" name="Google Shape;635;p7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PUSHF y POPF apila y desapila el registro de estado, respectivamente. </a:t>
            </a:r>
            <a:endParaRPr/>
          </a:p>
          <a:p>
            <a:pPr indent="-342900" lvl="0" marL="342900" rtl="0" algn="l">
              <a:lnSpc>
                <a:spcPct val="100000"/>
              </a:lnSpc>
              <a:spcBef>
                <a:spcPts val="640"/>
              </a:spcBef>
              <a:spcAft>
                <a:spcPts val="0"/>
              </a:spcAft>
              <a:buClr>
                <a:schemeClr val="dk1"/>
              </a:buClr>
              <a:buSzPts val="3200"/>
              <a:buChar char="•"/>
            </a:pPr>
            <a:r>
              <a:rPr lang="es-MX"/>
              <a:t>LAHF carga la parte baja del registro de estado en AH. </a:t>
            </a:r>
            <a:endParaRPr/>
          </a:p>
          <a:p>
            <a:pPr indent="-342900" lvl="0" marL="342900" rtl="0" algn="l">
              <a:lnSpc>
                <a:spcPct val="100000"/>
              </a:lnSpc>
              <a:spcBef>
                <a:spcPts val="640"/>
              </a:spcBef>
              <a:spcAft>
                <a:spcPts val="0"/>
              </a:spcAft>
              <a:buClr>
                <a:schemeClr val="dk1"/>
              </a:buClr>
              <a:buSzPts val="3200"/>
              <a:buChar char="•"/>
            </a:pPr>
            <a:r>
              <a:rPr lang="es-MX"/>
              <a:t>SAHF carga AH en el la parte baja del registro de estado</a:t>
            </a:r>
            <a:endParaRPr/>
          </a:p>
        </p:txBody>
      </p:sp>
      <p:sp>
        <p:nvSpPr>
          <p:cNvPr id="636" name="Google Shape;636;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637" name="Google Shape;637;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643" name="Google Shape;643;p8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400"/>
              </a:spcBef>
              <a:spcAft>
                <a:spcPts val="0"/>
              </a:spcAft>
              <a:buClr>
                <a:schemeClr val="dk1"/>
              </a:buClr>
              <a:buSzPct val="100000"/>
              <a:buNone/>
            </a:pPr>
            <a:r>
              <a:rPr lang="es-MX"/>
              <a:t>    jmp inicio</a:t>
            </a:r>
            <a:endParaRPr/>
          </a:p>
          <a:p>
            <a:pPr indent="0" lvl="0" marL="0" rtl="0" algn="l">
              <a:lnSpc>
                <a:spcPct val="100000"/>
              </a:lnSpc>
              <a:spcBef>
                <a:spcPts val="400"/>
              </a:spcBef>
              <a:spcAft>
                <a:spcPts val="0"/>
              </a:spcAft>
              <a:buClr>
                <a:schemeClr val="dk1"/>
              </a:buClr>
              <a:buSzPct val="100000"/>
              <a:buNone/>
            </a:pPr>
            <a:r>
              <a:rPr lang="es-MX"/>
              <a:t>    var1 db 1</a:t>
            </a:r>
            <a:endParaRPr/>
          </a:p>
          <a:p>
            <a:pPr indent="0" lvl="0" marL="0" rtl="0" algn="l">
              <a:lnSpc>
                <a:spcPct val="100000"/>
              </a:lnSpc>
              <a:spcBef>
                <a:spcPts val="400"/>
              </a:spcBef>
              <a:spcAft>
                <a:spcPts val="0"/>
              </a:spcAft>
              <a:buClr>
                <a:schemeClr val="dk1"/>
              </a:buClr>
              <a:buSzPct val="100000"/>
              <a:buNone/>
            </a:pPr>
            <a:r>
              <a:rPr lang="es-MX"/>
              <a:t>    var2 db 1</a:t>
            </a:r>
            <a:endParaRPr/>
          </a:p>
          <a:p>
            <a:pPr indent="0" lvl="0" marL="0" rtl="0" algn="l">
              <a:lnSpc>
                <a:spcPct val="100000"/>
              </a:lnSpc>
              <a:spcBef>
                <a:spcPts val="400"/>
              </a:spcBef>
              <a:spcAft>
                <a:spcPts val="0"/>
              </a:spcAft>
              <a:buClr>
                <a:schemeClr val="dk1"/>
              </a:buClr>
              <a:buSzPct val="100000"/>
              <a:buNone/>
            </a:pPr>
            <a:r>
              <a:rPr lang="es-MX"/>
              <a:t>inicio:      </a:t>
            </a:r>
            <a:endParaRPr/>
          </a:p>
          <a:p>
            <a:pPr indent="0" lvl="0" marL="0" rtl="0" algn="l">
              <a:lnSpc>
                <a:spcPct val="100000"/>
              </a:lnSpc>
              <a:spcBef>
                <a:spcPts val="400"/>
              </a:spcBef>
              <a:spcAft>
                <a:spcPts val="0"/>
              </a:spcAft>
              <a:buClr>
                <a:schemeClr val="dk1"/>
              </a:buClr>
              <a:buSzPct val="100000"/>
              <a:buNone/>
            </a:pPr>
            <a:r>
              <a:rPr lang="es-MX"/>
              <a:t>    mov al,var1</a:t>
            </a:r>
            <a:endParaRPr/>
          </a:p>
          <a:p>
            <a:pPr indent="0" lvl="0" marL="0" rtl="0" algn="l">
              <a:lnSpc>
                <a:spcPct val="100000"/>
              </a:lnSpc>
              <a:spcBef>
                <a:spcPts val="400"/>
              </a:spcBef>
              <a:spcAft>
                <a:spcPts val="0"/>
              </a:spcAft>
              <a:buClr>
                <a:schemeClr val="dk1"/>
              </a:buClr>
              <a:buSzPct val="100000"/>
              <a:buNone/>
            </a:pPr>
            <a:r>
              <a:rPr lang="es-MX"/>
              <a:t>    mov bl,var2</a:t>
            </a:r>
            <a:endParaRPr/>
          </a:p>
          <a:p>
            <a:pPr indent="0" lvl="0" marL="0" rtl="0" algn="l">
              <a:lnSpc>
                <a:spcPct val="100000"/>
              </a:lnSpc>
              <a:spcBef>
                <a:spcPts val="400"/>
              </a:spcBef>
              <a:spcAft>
                <a:spcPts val="0"/>
              </a:spcAft>
              <a:buClr>
                <a:schemeClr val="dk1"/>
              </a:buClr>
              <a:buSzPct val="100000"/>
              <a:buNone/>
            </a:pPr>
            <a:r>
              <a:rPr lang="es-MX"/>
              <a:t>    sub al,bl</a:t>
            </a:r>
            <a:endParaRPr/>
          </a:p>
          <a:p>
            <a:pPr indent="0" lvl="0" marL="0" rtl="0" algn="l">
              <a:lnSpc>
                <a:spcPct val="100000"/>
              </a:lnSpc>
              <a:spcBef>
                <a:spcPts val="400"/>
              </a:spcBef>
              <a:spcAft>
                <a:spcPts val="0"/>
              </a:spcAft>
              <a:buClr>
                <a:schemeClr val="dk1"/>
              </a:buClr>
              <a:buSzPct val="100000"/>
              <a:buNone/>
            </a:pPr>
            <a:r>
              <a:rPr lang="es-MX"/>
              <a:t>    pushf</a:t>
            </a:r>
            <a:endParaRPr/>
          </a:p>
          <a:p>
            <a:pPr indent="0" lvl="0" marL="0" rtl="0" algn="l">
              <a:lnSpc>
                <a:spcPct val="100000"/>
              </a:lnSpc>
              <a:spcBef>
                <a:spcPts val="400"/>
              </a:spcBef>
              <a:spcAft>
                <a:spcPts val="0"/>
              </a:spcAft>
              <a:buClr>
                <a:schemeClr val="dk1"/>
              </a:buClr>
              <a:buSzPct val="100000"/>
              <a:buNone/>
            </a:pPr>
            <a:r>
              <a:rPr lang="es-MX"/>
              <a:t>    popf</a:t>
            </a:r>
            <a:endParaRPr/>
          </a:p>
          <a:p>
            <a:pPr indent="0" lvl="0" marL="0" rtl="0" algn="l">
              <a:lnSpc>
                <a:spcPct val="100000"/>
              </a:lnSpc>
              <a:spcBef>
                <a:spcPts val="400"/>
              </a:spcBef>
              <a:spcAft>
                <a:spcPts val="0"/>
              </a:spcAft>
              <a:buClr>
                <a:schemeClr val="dk1"/>
              </a:buClr>
              <a:buSzPct val="100000"/>
              <a:buNone/>
            </a:pPr>
            <a:r>
              <a:rPr lang="es-MX"/>
              <a:t>    lahf</a:t>
            </a:r>
            <a:endParaRPr/>
          </a:p>
          <a:p>
            <a:pPr indent="0" lvl="0" marL="0" rtl="0" algn="l">
              <a:lnSpc>
                <a:spcPct val="100000"/>
              </a:lnSpc>
              <a:spcBef>
                <a:spcPts val="400"/>
              </a:spcBef>
              <a:spcAft>
                <a:spcPts val="0"/>
              </a:spcAft>
              <a:buClr>
                <a:schemeClr val="dk1"/>
              </a:buClr>
              <a:buSzPct val="100000"/>
              <a:buNone/>
            </a:pPr>
            <a:r>
              <a:rPr lang="es-MX"/>
              <a:t>    sahf </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    ret</a:t>
            </a:r>
            <a:endParaRPr/>
          </a:p>
        </p:txBody>
      </p:sp>
      <p:sp>
        <p:nvSpPr>
          <p:cNvPr id="644" name="Google Shape;644;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645" name="Google Shape;645;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Modos de Direccionamiento</a:t>
            </a:r>
            <a:endParaRPr/>
          </a:p>
        </p:txBody>
      </p:sp>
      <p:sp>
        <p:nvSpPr>
          <p:cNvPr id="651" name="Google Shape;651;p8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3200"/>
              <a:buChar char="•"/>
            </a:pPr>
            <a:r>
              <a:rPr lang="es-MX"/>
              <a:t>De registro</a:t>
            </a:r>
            <a:endParaRPr/>
          </a:p>
          <a:p>
            <a:pPr indent="-342900" lvl="0" marL="342900" rtl="0" algn="l">
              <a:lnSpc>
                <a:spcPct val="100000"/>
              </a:lnSpc>
              <a:spcBef>
                <a:spcPts val="640"/>
              </a:spcBef>
              <a:spcAft>
                <a:spcPts val="0"/>
              </a:spcAft>
              <a:buClr>
                <a:schemeClr val="dk1"/>
              </a:buClr>
              <a:buSzPts val="3200"/>
              <a:buChar char="•"/>
            </a:pPr>
            <a:r>
              <a:rPr lang="es-MX"/>
              <a:t>Inmediato</a:t>
            </a:r>
            <a:endParaRPr/>
          </a:p>
          <a:p>
            <a:pPr indent="-342900" lvl="0" marL="342900" rtl="0" algn="l">
              <a:lnSpc>
                <a:spcPct val="100000"/>
              </a:lnSpc>
              <a:spcBef>
                <a:spcPts val="640"/>
              </a:spcBef>
              <a:spcAft>
                <a:spcPts val="0"/>
              </a:spcAft>
              <a:buClr>
                <a:schemeClr val="dk1"/>
              </a:buClr>
              <a:buSzPts val="3200"/>
              <a:buChar char="•"/>
            </a:pPr>
            <a:r>
              <a:rPr lang="es-MX"/>
              <a:t>Directo</a:t>
            </a:r>
            <a:endParaRPr/>
          </a:p>
          <a:p>
            <a:pPr indent="-342900" lvl="0" marL="342900" rtl="0" algn="l">
              <a:lnSpc>
                <a:spcPct val="100000"/>
              </a:lnSpc>
              <a:spcBef>
                <a:spcPts val="640"/>
              </a:spcBef>
              <a:spcAft>
                <a:spcPts val="0"/>
              </a:spcAft>
              <a:buClr>
                <a:schemeClr val="dk1"/>
              </a:buClr>
              <a:buSzPts val="3200"/>
              <a:buChar char="•"/>
            </a:pPr>
            <a:r>
              <a:rPr lang="es-MX"/>
              <a:t>De registro indirecto</a:t>
            </a:r>
            <a:endParaRPr/>
          </a:p>
          <a:p>
            <a:pPr indent="-342900" lvl="0" marL="342900" rtl="0" algn="l">
              <a:lnSpc>
                <a:spcPct val="100000"/>
              </a:lnSpc>
              <a:spcBef>
                <a:spcPts val="640"/>
              </a:spcBef>
              <a:spcAft>
                <a:spcPts val="0"/>
              </a:spcAft>
              <a:buClr>
                <a:schemeClr val="dk1"/>
              </a:buClr>
              <a:buSzPts val="3200"/>
              <a:buChar char="•"/>
            </a:pPr>
            <a:r>
              <a:rPr lang="es-MX"/>
              <a:t>De base mas índice</a:t>
            </a:r>
            <a:endParaRPr/>
          </a:p>
          <a:p>
            <a:pPr indent="-342900" lvl="0" marL="342900" rtl="0" algn="l">
              <a:lnSpc>
                <a:spcPct val="100000"/>
              </a:lnSpc>
              <a:spcBef>
                <a:spcPts val="640"/>
              </a:spcBef>
              <a:spcAft>
                <a:spcPts val="0"/>
              </a:spcAft>
              <a:buClr>
                <a:schemeClr val="dk1"/>
              </a:buClr>
              <a:buSzPts val="3200"/>
              <a:buChar char="•"/>
            </a:pPr>
            <a:r>
              <a:rPr lang="es-MX"/>
              <a:t>De registro relativo</a:t>
            </a:r>
            <a:endParaRPr/>
          </a:p>
          <a:p>
            <a:pPr indent="-342900" lvl="0" marL="342900" rtl="0" algn="l">
              <a:lnSpc>
                <a:spcPct val="100000"/>
              </a:lnSpc>
              <a:spcBef>
                <a:spcPts val="640"/>
              </a:spcBef>
              <a:spcAft>
                <a:spcPts val="0"/>
              </a:spcAft>
              <a:buClr>
                <a:schemeClr val="dk1"/>
              </a:buClr>
              <a:buSzPts val="3200"/>
              <a:buChar char="•"/>
            </a:pPr>
            <a:r>
              <a:rPr lang="es-MX"/>
              <a:t>De Base relativa mas índice</a:t>
            </a:r>
            <a:endParaRPr/>
          </a:p>
          <a:p>
            <a:pPr indent="-342900" lvl="0" marL="342900" rtl="0" algn="l">
              <a:lnSpc>
                <a:spcPct val="100000"/>
              </a:lnSpc>
              <a:spcBef>
                <a:spcPts val="640"/>
              </a:spcBef>
              <a:spcAft>
                <a:spcPts val="0"/>
              </a:spcAft>
              <a:buClr>
                <a:schemeClr val="dk1"/>
              </a:buClr>
              <a:buSzPts val="3200"/>
              <a:buChar char="•"/>
            </a:pPr>
            <a:r>
              <a:rPr lang="es-MX"/>
              <a:t>De índice escalado</a:t>
            </a:r>
            <a:endParaRPr/>
          </a:p>
        </p:txBody>
      </p:sp>
      <p:sp>
        <p:nvSpPr>
          <p:cNvPr id="652" name="Google Shape;652;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653" name="Google Shape;653;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pic>
        <p:nvPicPr>
          <p:cNvPr id="658" name="Google Shape;658;p82"/>
          <p:cNvPicPr preferRelativeResize="0"/>
          <p:nvPr>
            <p:ph idx="1" type="body"/>
          </p:nvPr>
        </p:nvPicPr>
        <p:blipFill rotWithShape="1">
          <a:blip r:embed="rId3">
            <a:alphaModFix/>
          </a:blip>
          <a:srcRect b="0" l="0" r="0" t="0"/>
          <a:stretch/>
        </p:blipFill>
        <p:spPr>
          <a:xfrm>
            <a:off x="611560" y="620688"/>
            <a:ext cx="7920880" cy="5505475"/>
          </a:xfrm>
          <a:prstGeom prst="rect">
            <a:avLst/>
          </a:prstGeom>
          <a:noFill/>
          <a:ln>
            <a:noFill/>
          </a:ln>
        </p:spPr>
      </p:pic>
      <p:sp>
        <p:nvSpPr>
          <p:cNvPr id="659" name="Google Shape;659;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660" name="Google Shape;660;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Registro</a:t>
            </a:r>
            <a:endParaRPr/>
          </a:p>
        </p:txBody>
      </p:sp>
      <p:sp>
        <p:nvSpPr>
          <p:cNvPr id="666" name="Google Shape;666;p8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MOV AX,BX</a:t>
            </a:r>
            <a:endParaRPr/>
          </a:p>
          <a:p>
            <a:pPr indent="-342900" lvl="0" marL="342900" rtl="0" algn="l">
              <a:lnSpc>
                <a:spcPct val="100000"/>
              </a:lnSpc>
              <a:spcBef>
                <a:spcPts val="640"/>
              </a:spcBef>
              <a:spcAft>
                <a:spcPts val="0"/>
              </a:spcAft>
              <a:buClr>
                <a:schemeClr val="dk1"/>
              </a:buClr>
              <a:buSzPts val="3200"/>
              <a:buChar char="•"/>
            </a:pPr>
            <a:r>
              <a:rPr lang="es-MX"/>
              <a:t>Transfiere el contenido:</a:t>
            </a:r>
            <a:endParaRPr/>
          </a:p>
          <a:p>
            <a:pPr indent="-285750" lvl="1" marL="742950" rtl="0" algn="l">
              <a:lnSpc>
                <a:spcPct val="100000"/>
              </a:lnSpc>
              <a:spcBef>
                <a:spcPts val="560"/>
              </a:spcBef>
              <a:spcAft>
                <a:spcPts val="0"/>
              </a:spcAft>
              <a:buClr>
                <a:schemeClr val="dk1"/>
              </a:buClr>
              <a:buSzPts val="2800"/>
              <a:buChar char="–"/>
            </a:pPr>
            <a:r>
              <a:rPr lang="es-MX"/>
              <a:t>Registro BX 🡪 Registro AX</a:t>
            </a:r>
            <a:endParaRPr/>
          </a:p>
          <a:p>
            <a:pPr indent="-139700" lvl="0" marL="342900" rtl="0" algn="l">
              <a:lnSpc>
                <a:spcPct val="100000"/>
              </a:lnSpc>
              <a:spcBef>
                <a:spcPts val="640"/>
              </a:spcBef>
              <a:spcAft>
                <a:spcPts val="0"/>
              </a:spcAft>
              <a:buClr>
                <a:schemeClr val="dk1"/>
              </a:buClr>
              <a:buSzPts val="3200"/>
              <a:buNone/>
            </a:pPr>
            <a:r>
              <a:t/>
            </a:r>
            <a:endParaRPr/>
          </a:p>
          <a:p>
            <a:pPr indent="-342900" lvl="0" marL="342900" rtl="0" algn="l">
              <a:lnSpc>
                <a:spcPct val="100000"/>
              </a:lnSpc>
              <a:spcBef>
                <a:spcPts val="640"/>
              </a:spcBef>
              <a:spcAft>
                <a:spcPts val="0"/>
              </a:spcAft>
              <a:buClr>
                <a:schemeClr val="dk1"/>
              </a:buClr>
              <a:buSzPts val="3200"/>
              <a:buChar char="•"/>
            </a:pPr>
            <a:r>
              <a:rPr lang="es-MX"/>
              <a:t>MOV CX,DX</a:t>
            </a:r>
            <a:endParaRPr/>
          </a:p>
          <a:p>
            <a:pPr indent="-342900" lvl="0" marL="342900" rtl="0" algn="l">
              <a:lnSpc>
                <a:spcPct val="100000"/>
              </a:lnSpc>
              <a:spcBef>
                <a:spcPts val="640"/>
              </a:spcBef>
              <a:spcAft>
                <a:spcPts val="0"/>
              </a:spcAft>
              <a:buClr>
                <a:schemeClr val="dk1"/>
              </a:buClr>
              <a:buSzPts val="3200"/>
              <a:buChar char="•"/>
            </a:pPr>
            <a:r>
              <a:rPr lang="es-MX"/>
              <a:t>Transfiere el contenido:</a:t>
            </a:r>
            <a:endParaRPr/>
          </a:p>
          <a:p>
            <a:pPr indent="-285750" lvl="1" marL="742950" rtl="0" algn="l">
              <a:lnSpc>
                <a:spcPct val="100000"/>
              </a:lnSpc>
              <a:spcBef>
                <a:spcPts val="560"/>
              </a:spcBef>
              <a:spcAft>
                <a:spcPts val="0"/>
              </a:spcAft>
              <a:buClr>
                <a:schemeClr val="dk1"/>
              </a:buClr>
              <a:buSzPts val="2800"/>
              <a:buChar char="–"/>
            </a:pPr>
            <a:r>
              <a:rPr lang="es-MX"/>
              <a:t>Registro DX 🡪 Registro CX</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667" name="Google Shape;667;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668" name="Google Shape;668;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Inmediato</a:t>
            </a:r>
            <a:endParaRPr/>
          </a:p>
        </p:txBody>
      </p:sp>
      <p:sp>
        <p:nvSpPr>
          <p:cNvPr id="674" name="Google Shape;674;p8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MOV BL,3Ah</a:t>
            </a:r>
            <a:endParaRPr/>
          </a:p>
          <a:p>
            <a:pPr indent="-342900" lvl="0" marL="342900" rtl="0" algn="l">
              <a:lnSpc>
                <a:spcPct val="100000"/>
              </a:lnSpc>
              <a:spcBef>
                <a:spcPts val="640"/>
              </a:spcBef>
              <a:spcAft>
                <a:spcPts val="0"/>
              </a:spcAft>
              <a:buClr>
                <a:schemeClr val="dk1"/>
              </a:buClr>
              <a:buSzPts val="3200"/>
              <a:buChar char="•"/>
            </a:pPr>
            <a:r>
              <a:rPr lang="es-MX"/>
              <a:t>Transfiere el dato:</a:t>
            </a:r>
            <a:endParaRPr/>
          </a:p>
          <a:p>
            <a:pPr indent="-285750" lvl="1" marL="742950" rtl="0" algn="l">
              <a:lnSpc>
                <a:spcPct val="100000"/>
              </a:lnSpc>
              <a:spcBef>
                <a:spcPts val="560"/>
              </a:spcBef>
              <a:spcAft>
                <a:spcPts val="0"/>
              </a:spcAft>
              <a:buClr>
                <a:schemeClr val="dk1"/>
              </a:buClr>
              <a:buSzPts val="2800"/>
              <a:buChar char="–"/>
            </a:pPr>
            <a:r>
              <a:rPr lang="es-MX"/>
              <a:t>3Ah🡪 Registro BL</a:t>
            </a:r>
            <a:endParaRPr/>
          </a:p>
          <a:p>
            <a:pPr indent="-342900" lvl="0" marL="342900" rtl="0" algn="l">
              <a:lnSpc>
                <a:spcPct val="100000"/>
              </a:lnSpc>
              <a:spcBef>
                <a:spcPts val="640"/>
              </a:spcBef>
              <a:spcAft>
                <a:spcPts val="0"/>
              </a:spcAft>
              <a:buClr>
                <a:schemeClr val="dk1"/>
              </a:buClr>
              <a:buSzPts val="3200"/>
              <a:buChar char="•"/>
            </a:pPr>
            <a:r>
              <a:rPr lang="es-MX"/>
              <a:t>Otros ejemplos</a:t>
            </a:r>
            <a:endParaRPr/>
          </a:p>
          <a:p>
            <a:pPr indent="-285750" lvl="1" marL="742950" rtl="0" algn="l">
              <a:lnSpc>
                <a:spcPct val="100000"/>
              </a:lnSpc>
              <a:spcBef>
                <a:spcPts val="560"/>
              </a:spcBef>
              <a:spcAft>
                <a:spcPts val="0"/>
              </a:spcAft>
              <a:buClr>
                <a:schemeClr val="dk1"/>
              </a:buClr>
              <a:buSzPts val="2800"/>
              <a:buChar char="–"/>
            </a:pPr>
            <a:r>
              <a:rPr lang="es-MX"/>
              <a:t>MOV BL,3Ah   (hexadecimal )</a:t>
            </a:r>
            <a:endParaRPr/>
          </a:p>
          <a:p>
            <a:pPr indent="-285750" lvl="1" marL="742950" rtl="0" algn="l">
              <a:lnSpc>
                <a:spcPct val="100000"/>
              </a:lnSpc>
              <a:spcBef>
                <a:spcPts val="560"/>
              </a:spcBef>
              <a:spcAft>
                <a:spcPts val="0"/>
              </a:spcAft>
              <a:buClr>
                <a:schemeClr val="dk1"/>
              </a:buClr>
              <a:buSzPts val="2800"/>
              <a:buChar char="–"/>
            </a:pPr>
            <a:r>
              <a:rPr lang="es-MX"/>
              <a:t>MOV BL,34o     (octal)</a:t>
            </a:r>
            <a:endParaRPr/>
          </a:p>
          <a:p>
            <a:pPr indent="-285750" lvl="1" marL="742950" rtl="0" algn="l">
              <a:lnSpc>
                <a:spcPct val="100000"/>
              </a:lnSpc>
              <a:spcBef>
                <a:spcPts val="560"/>
              </a:spcBef>
              <a:spcAft>
                <a:spcPts val="0"/>
              </a:spcAft>
              <a:buClr>
                <a:schemeClr val="dk1"/>
              </a:buClr>
              <a:buSzPts val="2800"/>
              <a:buChar char="–"/>
            </a:pPr>
            <a:r>
              <a:rPr lang="es-MX"/>
              <a:t>MOV BL,30        (decimal)</a:t>
            </a:r>
            <a:endParaRPr/>
          </a:p>
          <a:p>
            <a:pPr indent="-285750" lvl="1" marL="742950" rtl="0" algn="l">
              <a:lnSpc>
                <a:spcPct val="100000"/>
              </a:lnSpc>
              <a:spcBef>
                <a:spcPts val="560"/>
              </a:spcBef>
              <a:spcAft>
                <a:spcPts val="0"/>
              </a:spcAft>
              <a:buClr>
                <a:schemeClr val="dk1"/>
              </a:buClr>
              <a:buSzPts val="2800"/>
              <a:buChar char="–"/>
            </a:pPr>
            <a:r>
              <a:rPr lang="es-MX"/>
              <a:t>MOV BL,01110000b (binario)</a:t>
            </a:r>
            <a:endParaRPr/>
          </a:p>
          <a:p>
            <a:pPr indent="-107950" lvl="1" marL="742950" rtl="0" algn="l">
              <a:lnSpc>
                <a:spcPct val="100000"/>
              </a:lnSpc>
              <a:spcBef>
                <a:spcPts val="560"/>
              </a:spcBef>
              <a:spcAft>
                <a:spcPts val="0"/>
              </a:spcAft>
              <a:buClr>
                <a:schemeClr val="dk1"/>
              </a:buClr>
              <a:buSzPts val="2800"/>
              <a:buNone/>
            </a:pPr>
            <a:r>
              <a:t/>
            </a:r>
            <a:endParaRPr/>
          </a:p>
          <a:p>
            <a:pPr indent="-107950" lvl="1" marL="742950" rtl="0" algn="l">
              <a:lnSpc>
                <a:spcPct val="100000"/>
              </a:lnSpc>
              <a:spcBef>
                <a:spcPts val="560"/>
              </a:spcBef>
              <a:spcAft>
                <a:spcPts val="0"/>
              </a:spcAft>
              <a:buClr>
                <a:schemeClr val="dk1"/>
              </a:buClr>
              <a:buSzPts val="2800"/>
              <a:buNone/>
            </a:pPr>
            <a:r>
              <a:t/>
            </a:r>
            <a:endParaRPr/>
          </a:p>
          <a:p>
            <a:pPr indent="-107950" lvl="1" marL="742950" rtl="0" algn="l">
              <a:lnSpc>
                <a:spcPct val="100000"/>
              </a:lnSpc>
              <a:spcBef>
                <a:spcPts val="560"/>
              </a:spcBef>
              <a:spcAft>
                <a:spcPts val="0"/>
              </a:spcAft>
              <a:buClr>
                <a:schemeClr val="dk1"/>
              </a:buClr>
              <a:buSzPts val="2800"/>
              <a:buNone/>
            </a:pPr>
            <a:r>
              <a:t/>
            </a:r>
            <a:endParaRPr/>
          </a:p>
          <a:p>
            <a:pPr indent="-107950" lvl="1" marL="742950" rtl="0" algn="l">
              <a:lnSpc>
                <a:spcPct val="100000"/>
              </a:lnSpc>
              <a:spcBef>
                <a:spcPts val="560"/>
              </a:spcBef>
              <a:spcAft>
                <a:spcPts val="0"/>
              </a:spcAft>
              <a:buClr>
                <a:schemeClr val="dk1"/>
              </a:buClr>
              <a:buSzPts val="2800"/>
              <a:buNone/>
            </a:pPr>
            <a:r>
              <a:t/>
            </a:r>
            <a:endParaRPr/>
          </a:p>
        </p:txBody>
      </p:sp>
      <p:sp>
        <p:nvSpPr>
          <p:cNvPr id="675" name="Google Shape;675;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676" name="Google Shape;676;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Directo</a:t>
            </a:r>
            <a:endParaRPr/>
          </a:p>
        </p:txBody>
      </p:sp>
      <p:sp>
        <p:nvSpPr>
          <p:cNvPr id="682" name="Google Shape;682;p8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Clr>
                <a:schemeClr val="dk1"/>
              </a:buClr>
              <a:buSzPct val="100000"/>
              <a:buChar char="•"/>
            </a:pPr>
            <a:r>
              <a:rPr lang="es-MX" sz="2600"/>
              <a:t>MOV </a:t>
            </a:r>
            <a:r>
              <a:rPr lang="es-MX" sz="2600">
                <a:solidFill>
                  <a:srgbClr val="FF0000"/>
                </a:solidFill>
              </a:rPr>
              <a:t>1234H</a:t>
            </a:r>
            <a:r>
              <a:rPr lang="es-MX" sz="2600"/>
              <a:t>,AX</a:t>
            </a:r>
            <a:endParaRPr/>
          </a:p>
          <a:p>
            <a:pPr indent="-285750" lvl="1" marL="742950" rtl="0" algn="l">
              <a:lnSpc>
                <a:spcPct val="100000"/>
              </a:lnSpc>
              <a:spcBef>
                <a:spcPts val="481"/>
              </a:spcBef>
              <a:spcAft>
                <a:spcPts val="0"/>
              </a:spcAft>
              <a:buClr>
                <a:schemeClr val="dk1"/>
              </a:buClr>
              <a:buSzPct val="100000"/>
              <a:buChar char="–"/>
            </a:pPr>
            <a:r>
              <a:rPr lang="es-MX" sz="2600"/>
              <a:t>Dirección real</a:t>
            </a:r>
            <a:endParaRPr/>
          </a:p>
          <a:p>
            <a:pPr indent="-228600" lvl="2" marL="1143000" rtl="0" algn="l">
              <a:lnSpc>
                <a:spcPct val="100000"/>
              </a:lnSpc>
              <a:spcBef>
                <a:spcPts val="481"/>
              </a:spcBef>
              <a:spcAft>
                <a:spcPts val="0"/>
              </a:spcAft>
              <a:buClr>
                <a:schemeClr val="dk1"/>
              </a:buClr>
              <a:buSzPct val="100000"/>
              <a:buChar char="•"/>
            </a:pPr>
            <a:r>
              <a:rPr lang="es-MX" sz="2600"/>
              <a:t>DR = DS*10h + Desplazamiento</a:t>
            </a:r>
            <a:endParaRPr/>
          </a:p>
          <a:p>
            <a:pPr indent="-228600" lvl="3" marL="1600200" rtl="0" algn="l">
              <a:lnSpc>
                <a:spcPct val="100000"/>
              </a:lnSpc>
              <a:spcBef>
                <a:spcPts val="481"/>
              </a:spcBef>
              <a:spcAft>
                <a:spcPts val="0"/>
              </a:spcAft>
              <a:buClr>
                <a:schemeClr val="dk1"/>
              </a:buClr>
              <a:buSzPct val="100000"/>
              <a:buChar char="–"/>
            </a:pPr>
            <a:r>
              <a:rPr lang="es-MX" sz="2600"/>
              <a:t>DR = 1000h*10h + </a:t>
            </a:r>
            <a:r>
              <a:rPr lang="es-MX" sz="2600">
                <a:solidFill>
                  <a:srgbClr val="FF0000"/>
                </a:solidFill>
              </a:rPr>
              <a:t>1234h</a:t>
            </a:r>
            <a:r>
              <a:rPr lang="es-MX" sz="2600"/>
              <a:t>=10000h+</a:t>
            </a:r>
            <a:r>
              <a:rPr lang="es-MX" sz="2600">
                <a:solidFill>
                  <a:srgbClr val="FF0000"/>
                </a:solidFill>
              </a:rPr>
              <a:t>1234h</a:t>
            </a:r>
            <a:r>
              <a:rPr lang="es-MX" sz="2600"/>
              <a:t>=11234H</a:t>
            </a:r>
            <a:endParaRPr/>
          </a:p>
          <a:p>
            <a:pPr indent="-285750" lvl="1" marL="742950" rtl="0" algn="l">
              <a:lnSpc>
                <a:spcPct val="100000"/>
              </a:lnSpc>
              <a:spcBef>
                <a:spcPts val="481"/>
              </a:spcBef>
              <a:spcAft>
                <a:spcPts val="0"/>
              </a:spcAft>
              <a:buClr>
                <a:schemeClr val="dk1"/>
              </a:buClr>
              <a:buSzPct val="100000"/>
              <a:buChar char="–"/>
            </a:pPr>
            <a:r>
              <a:rPr lang="es-MX" sz="2600"/>
              <a:t>En contenido de AX 🡪 dirección(11234H)</a:t>
            </a:r>
            <a:endParaRPr/>
          </a:p>
          <a:p>
            <a:pPr indent="-87630" lvl="2" marL="1143000" rtl="0" algn="l">
              <a:lnSpc>
                <a:spcPct val="100000"/>
              </a:lnSpc>
              <a:spcBef>
                <a:spcPts val="444"/>
              </a:spcBef>
              <a:spcAft>
                <a:spcPts val="0"/>
              </a:spcAft>
              <a:buClr>
                <a:schemeClr val="dk1"/>
              </a:buClr>
              <a:buSzPct val="100000"/>
              <a:buNone/>
            </a:pPr>
            <a:r>
              <a:t/>
            </a:r>
            <a:endParaRPr/>
          </a:p>
          <a:p>
            <a:pPr indent="-87630" lvl="2" marL="1143000" rtl="0" algn="l">
              <a:lnSpc>
                <a:spcPct val="100000"/>
              </a:lnSpc>
              <a:spcBef>
                <a:spcPts val="444"/>
              </a:spcBef>
              <a:spcAft>
                <a:spcPts val="0"/>
              </a:spcAft>
              <a:buClr>
                <a:schemeClr val="dk1"/>
              </a:buClr>
              <a:buSzPct val="100000"/>
              <a:buNone/>
            </a:pPr>
            <a:r>
              <a:t/>
            </a:r>
            <a:endParaRPr/>
          </a:p>
          <a:p>
            <a:pPr indent="-87630" lvl="2" marL="1143000" rtl="0" algn="l">
              <a:lnSpc>
                <a:spcPct val="100000"/>
              </a:lnSpc>
              <a:spcBef>
                <a:spcPts val="444"/>
              </a:spcBef>
              <a:spcAft>
                <a:spcPts val="0"/>
              </a:spcAft>
              <a:buClr>
                <a:schemeClr val="dk1"/>
              </a:buClr>
              <a:buSzPct val="100000"/>
              <a:buNone/>
            </a:pPr>
            <a:r>
              <a:t/>
            </a:r>
            <a:endParaRPr/>
          </a:p>
          <a:p>
            <a:pPr indent="-87630" lvl="2" marL="1143000" rtl="0" algn="l">
              <a:lnSpc>
                <a:spcPct val="100000"/>
              </a:lnSpc>
              <a:spcBef>
                <a:spcPts val="444"/>
              </a:spcBef>
              <a:spcAft>
                <a:spcPts val="0"/>
              </a:spcAft>
              <a:buClr>
                <a:schemeClr val="dk1"/>
              </a:buClr>
              <a:buSzPct val="100000"/>
              <a:buNone/>
            </a:pPr>
            <a:r>
              <a:t/>
            </a:r>
            <a:endParaRPr/>
          </a:p>
          <a:p>
            <a:pPr indent="-87630" lvl="2" marL="1143000" rtl="0" algn="l">
              <a:lnSpc>
                <a:spcPct val="100000"/>
              </a:lnSpc>
              <a:spcBef>
                <a:spcPts val="444"/>
              </a:spcBef>
              <a:spcAft>
                <a:spcPts val="0"/>
              </a:spcAft>
              <a:buClr>
                <a:schemeClr val="dk1"/>
              </a:buClr>
              <a:buSzPct val="100000"/>
              <a:buNone/>
            </a:pPr>
            <a:r>
              <a:t/>
            </a:r>
            <a:endParaRPr/>
          </a:p>
          <a:p>
            <a:pPr indent="0" lvl="0" marL="0" rtl="0" algn="l">
              <a:lnSpc>
                <a:spcPct val="100000"/>
              </a:lnSpc>
              <a:spcBef>
                <a:spcPts val="555"/>
              </a:spcBef>
              <a:spcAft>
                <a:spcPts val="0"/>
              </a:spcAft>
              <a:buClr>
                <a:schemeClr val="dk1"/>
              </a:buClr>
              <a:buSzPct val="100000"/>
              <a:buNone/>
            </a:pPr>
            <a:r>
              <a:rPr lang="es-MX" sz="3000"/>
              <a:t>BX = 0300H, SI=0200H, ARRAY = 1000h, DS=1000h</a:t>
            </a:r>
            <a:endParaRPr/>
          </a:p>
          <a:p>
            <a:pPr indent="-87630" lvl="2" marL="1143000" rtl="0" algn="l">
              <a:lnSpc>
                <a:spcPct val="100000"/>
              </a:lnSpc>
              <a:spcBef>
                <a:spcPts val="444"/>
              </a:spcBef>
              <a:spcAft>
                <a:spcPts val="0"/>
              </a:spcAft>
              <a:buClr>
                <a:schemeClr val="dk1"/>
              </a:buClr>
              <a:buSzPct val="100000"/>
              <a:buNone/>
            </a:pPr>
            <a:r>
              <a:t/>
            </a:r>
            <a:endParaRPr/>
          </a:p>
        </p:txBody>
      </p:sp>
      <p:sp>
        <p:nvSpPr>
          <p:cNvPr id="683" name="Google Shape;683;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684" name="Google Shape;684;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86"/>
          <p:cNvSpPr txBox="1"/>
          <p:nvPr>
            <p:ph idx="1" type="body"/>
          </p:nvPr>
        </p:nvSpPr>
        <p:spPr>
          <a:xfrm>
            <a:off x="457200" y="332656"/>
            <a:ext cx="8229600" cy="280831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None/>
            </a:pPr>
            <a:r>
              <a:rPr lang="es-MX" sz="1200"/>
              <a:t> .model small  </a:t>
            </a:r>
            <a:endParaRPr/>
          </a:p>
          <a:p>
            <a:pPr indent="0" lvl="0" marL="0" rtl="0" algn="l">
              <a:lnSpc>
                <a:spcPct val="100000"/>
              </a:lnSpc>
              <a:spcBef>
                <a:spcPts val="240"/>
              </a:spcBef>
              <a:spcAft>
                <a:spcPts val="0"/>
              </a:spcAft>
              <a:buClr>
                <a:schemeClr val="dk1"/>
              </a:buClr>
              <a:buSzPts val="1200"/>
              <a:buNone/>
            </a:pPr>
            <a:r>
              <a:rPr lang="es-MX" sz="1200"/>
              <a:t>        .data   </a:t>
            </a:r>
            <a:endParaRPr/>
          </a:p>
          <a:p>
            <a:pPr indent="0" lvl="0" marL="0" rtl="0" algn="l">
              <a:lnSpc>
                <a:spcPct val="100000"/>
              </a:lnSpc>
              <a:spcBef>
                <a:spcPts val="240"/>
              </a:spcBef>
              <a:spcAft>
                <a:spcPts val="0"/>
              </a:spcAft>
              <a:buClr>
                <a:schemeClr val="dk1"/>
              </a:buClr>
              <a:buSzPts val="1200"/>
              <a:buNone/>
            </a:pPr>
            <a:r>
              <a:rPr lang="es-MX" sz="1200"/>
              <a:t>               var1 db 0Ah  </a:t>
            </a:r>
            <a:endParaRPr/>
          </a:p>
          <a:p>
            <a:pPr indent="0" lvl="0" marL="0" rtl="0" algn="l">
              <a:lnSpc>
                <a:spcPct val="100000"/>
              </a:lnSpc>
              <a:spcBef>
                <a:spcPts val="240"/>
              </a:spcBef>
              <a:spcAft>
                <a:spcPts val="0"/>
              </a:spcAft>
              <a:buClr>
                <a:schemeClr val="dk1"/>
              </a:buClr>
              <a:buSzPts val="1200"/>
              <a:buNone/>
            </a:pPr>
            <a:r>
              <a:rPr lang="es-MX" sz="1200"/>
              <a:t>;desplazamiento 0        </a:t>
            </a:r>
            <a:endParaRPr/>
          </a:p>
          <a:p>
            <a:pPr indent="0" lvl="0" marL="0" rtl="0" algn="l">
              <a:lnSpc>
                <a:spcPct val="100000"/>
              </a:lnSpc>
              <a:spcBef>
                <a:spcPts val="240"/>
              </a:spcBef>
              <a:spcAft>
                <a:spcPts val="0"/>
              </a:spcAft>
              <a:buClr>
                <a:schemeClr val="dk1"/>
              </a:buClr>
              <a:buSzPts val="1200"/>
              <a:buNone/>
            </a:pPr>
            <a:r>
              <a:rPr lang="es-MX" sz="1200"/>
              <a:t>            arreglo1 db 1,5,10,15,0Bh,0Ch,0Dh,0Fh,0FFh</a:t>
            </a:r>
            <a:endParaRPr/>
          </a:p>
          <a:p>
            <a:pPr indent="0" lvl="0" marL="0" rtl="0" algn="l">
              <a:lnSpc>
                <a:spcPct val="100000"/>
              </a:lnSpc>
              <a:spcBef>
                <a:spcPts val="240"/>
              </a:spcBef>
              <a:spcAft>
                <a:spcPts val="0"/>
              </a:spcAft>
              <a:buClr>
                <a:schemeClr val="dk1"/>
              </a:buClr>
              <a:buSzPts val="1200"/>
              <a:buNone/>
            </a:pPr>
            <a:r>
              <a:rPr lang="es-MX" sz="1200"/>
              <a:t>;desplazamiento     1 2  3  4  5   6   7   8    9</a:t>
            </a:r>
            <a:endParaRPr/>
          </a:p>
          <a:p>
            <a:pPr indent="0" lvl="0" marL="0" rtl="0" algn="l">
              <a:lnSpc>
                <a:spcPct val="100000"/>
              </a:lnSpc>
              <a:spcBef>
                <a:spcPts val="240"/>
              </a:spcBef>
              <a:spcAft>
                <a:spcPts val="0"/>
              </a:spcAft>
              <a:buClr>
                <a:schemeClr val="dk1"/>
              </a:buClr>
              <a:buSzPts val="1200"/>
              <a:buNone/>
            </a:pPr>
            <a:r>
              <a:rPr lang="es-MX" sz="1200"/>
              <a:t>        .code</a:t>
            </a:r>
            <a:endParaRPr sz="1200"/>
          </a:p>
          <a:p>
            <a:pPr indent="0" lvl="0" marL="0" rtl="0" algn="l">
              <a:lnSpc>
                <a:spcPct val="100000"/>
              </a:lnSpc>
              <a:spcBef>
                <a:spcPts val="240"/>
              </a:spcBef>
              <a:spcAft>
                <a:spcPts val="0"/>
              </a:spcAft>
              <a:buClr>
                <a:schemeClr val="dk1"/>
              </a:buClr>
              <a:buSzPts val="1200"/>
              <a:buNone/>
            </a:pPr>
            <a:r>
              <a:rPr lang="es-MX" sz="1200"/>
              <a:t>        mov ax,@data</a:t>
            </a:r>
            <a:endParaRPr/>
          </a:p>
          <a:p>
            <a:pPr indent="0" lvl="0" marL="0" rtl="0" algn="l">
              <a:lnSpc>
                <a:spcPct val="100000"/>
              </a:lnSpc>
              <a:spcBef>
                <a:spcPts val="240"/>
              </a:spcBef>
              <a:spcAft>
                <a:spcPts val="0"/>
              </a:spcAft>
              <a:buClr>
                <a:schemeClr val="dk1"/>
              </a:buClr>
              <a:buSzPts val="1200"/>
              <a:buNone/>
            </a:pPr>
            <a:r>
              <a:rPr lang="es-MX" sz="1200"/>
              <a:t>        mov ds,ax </a:t>
            </a:r>
            <a:endParaRPr/>
          </a:p>
          <a:p>
            <a:pPr indent="0" lvl="0" marL="0" rtl="0" algn="l">
              <a:lnSpc>
                <a:spcPct val="100000"/>
              </a:lnSpc>
              <a:spcBef>
                <a:spcPts val="240"/>
              </a:spcBef>
              <a:spcAft>
                <a:spcPts val="0"/>
              </a:spcAft>
              <a:buClr>
                <a:schemeClr val="dk1"/>
              </a:buClr>
              <a:buSzPts val="1200"/>
              <a:buNone/>
            </a:pPr>
            <a:r>
              <a:rPr lang="es-MX" sz="1200"/>
              <a:t>        mov al,[3] ; AL = 10 = Ah</a:t>
            </a:r>
            <a:endParaRPr/>
          </a:p>
        </p:txBody>
      </p:sp>
      <p:pic>
        <p:nvPicPr>
          <p:cNvPr id="690" name="Google Shape;690;p86"/>
          <p:cNvPicPr preferRelativeResize="0"/>
          <p:nvPr/>
        </p:nvPicPr>
        <p:blipFill rotWithShape="1">
          <a:blip r:embed="rId3">
            <a:alphaModFix/>
          </a:blip>
          <a:srcRect b="0" l="0" r="0" t="0"/>
          <a:stretch/>
        </p:blipFill>
        <p:spPr>
          <a:xfrm>
            <a:off x="1043608" y="3429000"/>
            <a:ext cx="6800850" cy="2543175"/>
          </a:xfrm>
          <a:prstGeom prst="rect">
            <a:avLst/>
          </a:prstGeom>
          <a:noFill/>
          <a:ln>
            <a:noFill/>
          </a:ln>
        </p:spPr>
      </p:pic>
      <p:sp>
        <p:nvSpPr>
          <p:cNvPr id="691" name="Google Shape;691;p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692" name="Google Shape;692;p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8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Indirecto por registro</a:t>
            </a:r>
            <a:endParaRPr/>
          </a:p>
        </p:txBody>
      </p:sp>
      <p:sp>
        <p:nvSpPr>
          <p:cNvPr id="698" name="Google Shape;698;p8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00000"/>
              </a:lnSpc>
              <a:spcBef>
                <a:spcPts val="0"/>
              </a:spcBef>
              <a:spcAft>
                <a:spcPts val="0"/>
              </a:spcAft>
              <a:buClr>
                <a:schemeClr val="dk1"/>
              </a:buClr>
              <a:buSzPct val="100000"/>
              <a:buChar char="•"/>
            </a:pPr>
            <a:r>
              <a:rPr lang="es-MX"/>
              <a:t>MOV </a:t>
            </a:r>
            <a:r>
              <a:rPr lang="es-MX">
                <a:solidFill>
                  <a:srgbClr val="FF0000"/>
                </a:solidFill>
              </a:rPr>
              <a:t>(BX</a:t>
            </a:r>
            <a:r>
              <a:rPr lang="es-MX"/>
              <a:t>),AX</a:t>
            </a:r>
            <a:endParaRPr/>
          </a:p>
          <a:p>
            <a:pPr indent="-285750" lvl="1" marL="742950" rtl="0" algn="l">
              <a:lnSpc>
                <a:spcPct val="100000"/>
              </a:lnSpc>
              <a:spcBef>
                <a:spcPts val="518"/>
              </a:spcBef>
              <a:spcAft>
                <a:spcPts val="0"/>
              </a:spcAft>
              <a:buClr>
                <a:schemeClr val="dk1"/>
              </a:buClr>
              <a:buSzPct val="100000"/>
              <a:buChar char="–"/>
            </a:pPr>
            <a:r>
              <a:rPr lang="es-MX"/>
              <a:t>Dirección real</a:t>
            </a:r>
            <a:endParaRPr/>
          </a:p>
          <a:p>
            <a:pPr indent="-228600" lvl="2" marL="1143000" rtl="0" algn="l">
              <a:lnSpc>
                <a:spcPct val="100000"/>
              </a:lnSpc>
              <a:spcBef>
                <a:spcPts val="444"/>
              </a:spcBef>
              <a:spcAft>
                <a:spcPts val="0"/>
              </a:spcAft>
              <a:buClr>
                <a:schemeClr val="dk1"/>
              </a:buClr>
              <a:buSzPct val="100000"/>
              <a:buChar char="•"/>
            </a:pPr>
            <a:r>
              <a:rPr lang="es-MX"/>
              <a:t>DR = DS*10h + Desplazamiento</a:t>
            </a:r>
            <a:endParaRPr/>
          </a:p>
          <a:p>
            <a:pPr indent="-228600" lvl="2" marL="1143000" rtl="0" algn="l">
              <a:lnSpc>
                <a:spcPct val="100000"/>
              </a:lnSpc>
              <a:spcBef>
                <a:spcPts val="444"/>
              </a:spcBef>
              <a:spcAft>
                <a:spcPts val="0"/>
              </a:spcAft>
              <a:buClr>
                <a:schemeClr val="dk1"/>
              </a:buClr>
              <a:buSzPct val="100000"/>
              <a:buChar char="•"/>
            </a:pPr>
            <a:r>
              <a:rPr lang="es-MX"/>
              <a:t>DR = DS*10h + </a:t>
            </a:r>
            <a:r>
              <a:rPr lang="es-MX">
                <a:solidFill>
                  <a:srgbClr val="FF0000"/>
                </a:solidFill>
              </a:rPr>
              <a:t>BX</a:t>
            </a:r>
            <a:endParaRPr/>
          </a:p>
          <a:p>
            <a:pPr indent="-228600" lvl="3" marL="1600200" rtl="0" algn="l">
              <a:lnSpc>
                <a:spcPct val="100000"/>
              </a:lnSpc>
              <a:spcBef>
                <a:spcPts val="370"/>
              </a:spcBef>
              <a:spcAft>
                <a:spcPts val="0"/>
              </a:spcAft>
              <a:buClr>
                <a:schemeClr val="dk1"/>
              </a:buClr>
              <a:buSzPct val="100000"/>
              <a:buChar char="–"/>
            </a:pPr>
            <a:r>
              <a:rPr lang="es-MX"/>
              <a:t>DR = 1000h*10h +</a:t>
            </a:r>
            <a:r>
              <a:rPr lang="es-MX">
                <a:solidFill>
                  <a:srgbClr val="FF0000"/>
                </a:solidFill>
              </a:rPr>
              <a:t> 0300h </a:t>
            </a:r>
            <a:r>
              <a:rPr lang="es-MX"/>
              <a:t>=10000h+</a:t>
            </a:r>
            <a:r>
              <a:rPr lang="es-MX">
                <a:solidFill>
                  <a:srgbClr val="FF0000"/>
                </a:solidFill>
              </a:rPr>
              <a:t> 0300h </a:t>
            </a:r>
            <a:r>
              <a:rPr lang="es-MX"/>
              <a:t>=10300h</a:t>
            </a:r>
            <a:endParaRPr/>
          </a:p>
          <a:p>
            <a:pPr indent="-285750" lvl="1" marL="742950" rtl="0" algn="l">
              <a:lnSpc>
                <a:spcPct val="100000"/>
              </a:lnSpc>
              <a:spcBef>
                <a:spcPts val="518"/>
              </a:spcBef>
              <a:spcAft>
                <a:spcPts val="0"/>
              </a:spcAft>
              <a:buClr>
                <a:schemeClr val="dk1"/>
              </a:buClr>
              <a:buSzPct val="100000"/>
              <a:buChar char="–"/>
            </a:pPr>
            <a:r>
              <a:rPr lang="es-MX"/>
              <a:t>En contenido de AX 🡪 dirección(10300h)</a:t>
            </a:r>
            <a:endParaRPr/>
          </a:p>
          <a:p>
            <a:pPr indent="-87630" lvl="2" marL="1143000" rtl="0" algn="l">
              <a:lnSpc>
                <a:spcPct val="100000"/>
              </a:lnSpc>
              <a:spcBef>
                <a:spcPts val="444"/>
              </a:spcBef>
              <a:spcAft>
                <a:spcPts val="0"/>
              </a:spcAft>
              <a:buClr>
                <a:schemeClr val="dk1"/>
              </a:buClr>
              <a:buSzPct val="100000"/>
              <a:buNone/>
            </a:pPr>
            <a:r>
              <a:t/>
            </a:r>
            <a:endParaRPr/>
          </a:p>
          <a:p>
            <a:pPr indent="-87630" lvl="2" marL="1143000" rtl="0" algn="l">
              <a:lnSpc>
                <a:spcPct val="100000"/>
              </a:lnSpc>
              <a:spcBef>
                <a:spcPts val="444"/>
              </a:spcBef>
              <a:spcAft>
                <a:spcPts val="0"/>
              </a:spcAft>
              <a:buClr>
                <a:schemeClr val="dk1"/>
              </a:buClr>
              <a:buSzPct val="100000"/>
              <a:buNone/>
            </a:pPr>
            <a:r>
              <a:t/>
            </a:r>
            <a:endParaRPr/>
          </a:p>
          <a:p>
            <a:pPr indent="-342900" lvl="0" marL="342900" rtl="0" algn="l">
              <a:lnSpc>
                <a:spcPct val="100000"/>
              </a:lnSpc>
              <a:spcBef>
                <a:spcPts val="592"/>
              </a:spcBef>
              <a:spcAft>
                <a:spcPts val="0"/>
              </a:spcAft>
              <a:buClr>
                <a:schemeClr val="dk1"/>
              </a:buClr>
              <a:buSzPct val="100000"/>
              <a:buChar char="•"/>
            </a:pPr>
            <a:r>
              <a:rPr lang="es-MX"/>
              <a:t>MOV BX,(CX)</a:t>
            </a:r>
            <a:endParaRPr/>
          </a:p>
          <a:p>
            <a:pPr indent="-87630" lvl="2" marL="1143000" rtl="0" algn="l">
              <a:lnSpc>
                <a:spcPct val="100000"/>
              </a:lnSpc>
              <a:spcBef>
                <a:spcPts val="444"/>
              </a:spcBef>
              <a:spcAft>
                <a:spcPts val="0"/>
              </a:spcAft>
              <a:buClr>
                <a:schemeClr val="dk1"/>
              </a:buClr>
              <a:buSzPct val="100000"/>
              <a:buNone/>
            </a:pPr>
            <a:r>
              <a:t/>
            </a:r>
            <a:endParaRPr/>
          </a:p>
          <a:p>
            <a:pPr indent="-87630" lvl="2" marL="1143000" rtl="0" algn="l">
              <a:lnSpc>
                <a:spcPct val="100000"/>
              </a:lnSpc>
              <a:spcBef>
                <a:spcPts val="444"/>
              </a:spcBef>
              <a:spcAft>
                <a:spcPts val="0"/>
              </a:spcAft>
              <a:buClr>
                <a:schemeClr val="dk1"/>
              </a:buClr>
              <a:buSzPct val="100000"/>
              <a:buNone/>
            </a:pPr>
            <a:r>
              <a:t/>
            </a:r>
            <a:endParaRPr/>
          </a:p>
          <a:p>
            <a:pPr indent="0" lvl="0" marL="0" rtl="0" algn="l">
              <a:lnSpc>
                <a:spcPct val="100000"/>
              </a:lnSpc>
              <a:spcBef>
                <a:spcPts val="555"/>
              </a:spcBef>
              <a:spcAft>
                <a:spcPts val="0"/>
              </a:spcAft>
              <a:buClr>
                <a:schemeClr val="dk1"/>
              </a:buClr>
              <a:buSzPct val="100000"/>
              <a:buNone/>
            </a:pPr>
            <a:r>
              <a:rPr lang="es-MX" sz="3000"/>
              <a:t>BX = 0300H, SI=0200H, ARRAY = 1000h, DS=1000h</a:t>
            </a:r>
            <a:endParaRPr/>
          </a:p>
          <a:p>
            <a:pPr indent="-87630" lvl="2" marL="1143000" rtl="0" algn="l">
              <a:lnSpc>
                <a:spcPct val="100000"/>
              </a:lnSpc>
              <a:spcBef>
                <a:spcPts val="444"/>
              </a:spcBef>
              <a:spcAft>
                <a:spcPts val="0"/>
              </a:spcAft>
              <a:buClr>
                <a:schemeClr val="dk1"/>
              </a:buClr>
              <a:buSzPct val="100000"/>
              <a:buNone/>
            </a:pPr>
            <a:r>
              <a:t/>
            </a:r>
            <a:endParaRPr/>
          </a:p>
        </p:txBody>
      </p:sp>
      <p:sp>
        <p:nvSpPr>
          <p:cNvPr id="699" name="Google Shape;699;p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700" name="Google Shape;700;p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88"/>
          <p:cNvSpPr txBox="1"/>
          <p:nvPr>
            <p:ph idx="1" type="body"/>
          </p:nvPr>
        </p:nvSpPr>
        <p:spPr>
          <a:xfrm>
            <a:off x="457200" y="332657"/>
            <a:ext cx="8229600" cy="2664296"/>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.model small  </a:t>
            </a:r>
            <a:endParaRPr/>
          </a:p>
          <a:p>
            <a:pPr indent="0" lvl="0" marL="0" rtl="0" algn="l">
              <a:lnSpc>
                <a:spcPct val="100000"/>
              </a:lnSpc>
              <a:spcBef>
                <a:spcPts val="304"/>
              </a:spcBef>
              <a:spcAft>
                <a:spcPts val="0"/>
              </a:spcAft>
              <a:buClr>
                <a:schemeClr val="dk1"/>
              </a:buClr>
              <a:buSzPct val="100000"/>
              <a:buNone/>
            </a:pPr>
            <a:r>
              <a:rPr lang="es-MX"/>
              <a:t>        .data   </a:t>
            </a:r>
            <a:endParaRPr/>
          </a:p>
          <a:p>
            <a:pPr indent="0" lvl="0" marL="0" rtl="0" algn="l">
              <a:lnSpc>
                <a:spcPct val="100000"/>
              </a:lnSpc>
              <a:spcBef>
                <a:spcPts val="304"/>
              </a:spcBef>
              <a:spcAft>
                <a:spcPts val="0"/>
              </a:spcAft>
              <a:buClr>
                <a:schemeClr val="dk1"/>
              </a:buClr>
              <a:buSzPct val="100000"/>
              <a:buNone/>
            </a:pPr>
            <a:r>
              <a:rPr lang="es-MX"/>
              <a:t>               var1 db 0Ah  </a:t>
            </a:r>
            <a:endParaRPr/>
          </a:p>
          <a:p>
            <a:pPr indent="0" lvl="0" marL="0" rtl="0" algn="l">
              <a:lnSpc>
                <a:spcPct val="100000"/>
              </a:lnSpc>
              <a:spcBef>
                <a:spcPts val="304"/>
              </a:spcBef>
              <a:spcAft>
                <a:spcPts val="0"/>
              </a:spcAft>
              <a:buClr>
                <a:schemeClr val="dk1"/>
              </a:buClr>
              <a:buSzPct val="100000"/>
              <a:buNone/>
            </a:pPr>
            <a:r>
              <a:rPr lang="es-MX"/>
              <a:t>;desplazamiento 0        </a:t>
            </a:r>
            <a:endParaRPr/>
          </a:p>
          <a:p>
            <a:pPr indent="0" lvl="0" marL="0" rtl="0" algn="l">
              <a:lnSpc>
                <a:spcPct val="100000"/>
              </a:lnSpc>
              <a:spcBef>
                <a:spcPts val="304"/>
              </a:spcBef>
              <a:spcAft>
                <a:spcPts val="0"/>
              </a:spcAft>
              <a:buClr>
                <a:schemeClr val="dk1"/>
              </a:buClr>
              <a:buSzPct val="100000"/>
              <a:buNone/>
            </a:pPr>
            <a:r>
              <a:rPr lang="es-MX"/>
              <a:t>             arreglo1 db 1,5,10,15,0Bh,0Ch,0Dh,0Fh,0FFh</a:t>
            </a:r>
            <a:endParaRPr/>
          </a:p>
          <a:p>
            <a:pPr indent="0" lvl="0" marL="0" rtl="0" algn="l">
              <a:lnSpc>
                <a:spcPct val="100000"/>
              </a:lnSpc>
              <a:spcBef>
                <a:spcPts val="304"/>
              </a:spcBef>
              <a:spcAft>
                <a:spcPts val="0"/>
              </a:spcAft>
              <a:buClr>
                <a:schemeClr val="dk1"/>
              </a:buClr>
              <a:buSzPct val="100000"/>
              <a:buNone/>
            </a:pPr>
            <a:r>
              <a:rPr lang="es-MX"/>
              <a:t>;desplazamiento     1 2  3  4  5   6   7   8    9</a:t>
            </a:r>
            <a:endParaRPr/>
          </a:p>
          <a:p>
            <a:pPr indent="0" lvl="0" marL="0" rtl="0" algn="l">
              <a:lnSpc>
                <a:spcPct val="100000"/>
              </a:lnSpc>
              <a:spcBef>
                <a:spcPts val="304"/>
              </a:spcBef>
              <a:spcAft>
                <a:spcPts val="0"/>
              </a:spcAft>
              <a:buClr>
                <a:schemeClr val="dk1"/>
              </a:buClr>
              <a:buSzPct val="100000"/>
              <a:buNone/>
            </a:pPr>
            <a:r>
              <a:rPr lang="es-MX"/>
              <a:t>        .code</a:t>
            </a:r>
            <a:endParaRPr/>
          </a:p>
          <a:p>
            <a:pPr indent="0" lvl="0" marL="0" rtl="0" algn="l">
              <a:lnSpc>
                <a:spcPct val="100000"/>
              </a:lnSpc>
              <a:spcBef>
                <a:spcPts val="304"/>
              </a:spcBef>
              <a:spcAft>
                <a:spcPts val="0"/>
              </a:spcAft>
              <a:buClr>
                <a:schemeClr val="dk1"/>
              </a:buClr>
              <a:buSzPct val="100000"/>
              <a:buNone/>
            </a:pPr>
            <a:r>
              <a:rPr lang="es-MX"/>
              <a:t>        mov ax,@data</a:t>
            </a:r>
            <a:endParaRPr/>
          </a:p>
          <a:p>
            <a:pPr indent="0" lvl="0" marL="0" rtl="0" algn="l">
              <a:lnSpc>
                <a:spcPct val="100000"/>
              </a:lnSpc>
              <a:spcBef>
                <a:spcPts val="304"/>
              </a:spcBef>
              <a:spcAft>
                <a:spcPts val="0"/>
              </a:spcAft>
              <a:buClr>
                <a:schemeClr val="dk1"/>
              </a:buClr>
              <a:buSzPct val="100000"/>
              <a:buNone/>
            </a:pPr>
            <a:r>
              <a:rPr lang="es-MX"/>
              <a:t>        mov ds,ax </a:t>
            </a:r>
            <a:endParaRPr/>
          </a:p>
          <a:p>
            <a:pPr indent="0" lvl="0" marL="0" rtl="0" algn="l">
              <a:lnSpc>
                <a:spcPct val="100000"/>
              </a:lnSpc>
              <a:spcBef>
                <a:spcPts val="304"/>
              </a:spcBef>
              <a:spcAft>
                <a:spcPts val="0"/>
              </a:spcAft>
              <a:buClr>
                <a:schemeClr val="dk1"/>
              </a:buClr>
              <a:buSzPct val="100000"/>
              <a:buNone/>
            </a:pPr>
            <a:r>
              <a:rPr lang="es-MX"/>
              <a:t>        mov bx,2     </a:t>
            </a:r>
            <a:endParaRPr/>
          </a:p>
          <a:p>
            <a:pPr indent="0" lvl="0" marL="0" rtl="0" algn="l">
              <a:lnSpc>
                <a:spcPct val="100000"/>
              </a:lnSpc>
              <a:spcBef>
                <a:spcPts val="304"/>
              </a:spcBef>
              <a:spcAft>
                <a:spcPts val="0"/>
              </a:spcAft>
              <a:buClr>
                <a:schemeClr val="dk1"/>
              </a:buClr>
              <a:buSzPct val="100000"/>
              <a:buNone/>
            </a:pPr>
            <a:r>
              <a:rPr lang="es-MX"/>
              <a:t>        mov al,[bx] ; AL = 5 </a:t>
            </a:r>
            <a:endParaRPr/>
          </a:p>
        </p:txBody>
      </p:sp>
      <p:pic>
        <p:nvPicPr>
          <p:cNvPr id="706" name="Google Shape;706;p88"/>
          <p:cNvPicPr preferRelativeResize="0"/>
          <p:nvPr/>
        </p:nvPicPr>
        <p:blipFill rotWithShape="1">
          <a:blip r:embed="rId3">
            <a:alphaModFix/>
          </a:blip>
          <a:srcRect b="0" l="0" r="0" t="0"/>
          <a:stretch/>
        </p:blipFill>
        <p:spPr>
          <a:xfrm>
            <a:off x="463120" y="3212976"/>
            <a:ext cx="8229600" cy="2122949"/>
          </a:xfrm>
          <a:prstGeom prst="rect">
            <a:avLst/>
          </a:prstGeom>
          <a:noFill/>
          <a:ln>
            <a:noFill/>
          </a:ln>
        </p:spPr>
      </p:pic>
      <p:sp>
        <p:nvSpPr>
          <p:cNvPr id="707" name="Google Shape;707;p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708" name="Google Shape;708;p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8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Base mas índice</a:t>
            </a:r>
            <a:endParaRPr/>
          </a:p>
        </p:txBody>
      </p:sp>
      <p:sp>
        <p:nvSpPr>
          <p:cNvPr id="714" name="Google Shape;714;p8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lnSpc>
                <a:spcPct val="100000"/>
              </a:lnSpc>
              <a:spcBef>
                <a:spcPts val="0"/>
              </a:spcBef>
              <a:spcAft>
                <a:spcPts val="0"/>
              </a:spcAft>
              <a:buClr>
                <a:schemeClr val="dk1"/>
              </a:buClr>
              <a:buSzPct val="100000"/>
              <a:buChar char="•"/>
            </a:pPr>
            <a:r>
              <a:rPr lang="es-MX"/>
              <a:t>MOV (BX+SI),AX</a:t>
            </a:r>
            <a:endParaRPr/>
          </a:p>
          <a:p>
            <a:pPr indent="-285750" lvl="1" marL="742950" rtl="0" algn="l">
              <a:lnSpc>
                <a:spcPct val="100000"/>
              </a:lnSpc>
              <a:spcBef>
                <a:spcPts val="403"/>
              </a:spcBef>
              <a:spcAft>
                <a:spcPts val="0"/>
              </a:spcAft>
              <a:buClr>
                <a:schemeClr val="dk1"/>
              </a:buClr>
              <a:buSzPct val="100000"/>
              <a:buChar char="–"/>
            </a:pPr>
            <a:r>
              <a:rPr lang="es-MX" sz="2600"/>
              <a:t>Dirección real</a:t>
            </a:r>
            <a:endParaRPr/>
          </a:p>
          <a:p>
            <a:pPr indent="-228600" lvl="2" marL="1143000" rtl="0" algn="l">
              <a:lnSpc>
                <a:spcPct val="100000"/>
              </a:lnSpc>
              <a:spcBef>
                <a:spcPts val="403"/>
              </a:spcBef>
              <a:spcAft>
                <a:spcPts val="0"/>
              </a:spcAft>
              <a:buClr>
                <a:schemeClr val="dk1"/>
              </a:buClr>
              <a:buSzPct val="100000"/>
              <a:buChar char="•"/>
            </a:pPr>
            <a:r>
              <a:rPr lang="es-MX" sz="2600"/>
              <a:t>DR = DS*10h + Desplazamiento</a:t>
            </a:r>
            <a:endParaRPr/>
          </a:p>
          <a:p>
            <a:pPr indent="-228600" lvl="2" marL="1143000" rtl="0" algn="l">
              <a:lnSpc>
                <a:spcPct val="100000"/>
              </a:lnSpc>
              <a:spcBef>
                <a:spcPts val="403"/>
              </a:spcBef>
              <a:spcAft>
                <a:spcPts val="0"/>
              </a:spcAft>
              <a:buClr>
                <a:schemeClr val="dk1"/>
              </a:buClr>
              <a:buSzPct val="100000"/>
              <a:buChar char="•"/>
            </a:pPr>
            <a:r>
              <a:rPr lang="es-MX" sz="2600"/>
              <a:t>DR = DS*10h + </a:t>
            </a:r>
            <a:r>
              <a:rPr lang="es-MX" sz="2600">
                <a:solidFill>
                  <a:srgbClr val="FF0000"/>
                </a:solidFill>
              </a:rPr>
              <a:t>BX</a:t>
            </a:r>
            <a:r>
              <a:rPr lang="es-MX" sz="2600"/>
              <a:t>+</a:t>
            </a:r>
            <a:r>
              <a:rPr lang="es-MX" sz="2600">
                <a:solidFill>
                  <a:schemeClr val="accent4"/>
                </a:solidFill>
              </a:rPr>
              <a:t>SI</a:t>
            </a:r>
            <a:endParaRPr/>
          </a:p>
          <a:p>
            <a:pPr indent="-228600" lvl="3" marL="1600200" rtl="0" algn="l">
              <a:lnSpc>
                <a:spcPct val="100000"/>
              </a:lnSpc>
              <a:spcBef>
                <a:spcPts val="403"/>
              </a:spcBef>
              <a:spcAft>
                <a:spcPts val="0"/>
              </a:spcAft>
              <a:buClr>
                <a:schemeClr val="dk1"/>
              </a:buClr>
              <a:buSzPct val="100000"/>
              <a:buChar char="–"/>
            </a:pPr>
            <a:r>
              <a:rPr lang="es-MX" sz="2600"/>
              <a:t>DR = =10000h+ 0500h =10500h</a:t>
            </a:r>
            <a:endParaRPr/>
          </a:p>
          <a:p>
            <a:pPr indent="-285750" lvl="1" marL="742950" rtl="0" algn="l">
              <a:lnSpc>
                <a:spcPct val="100000"/>
              </a:lnSpc>
              <a:spcBef>
                <a:spcPts val="403"/>
              </a:spcBef>
              <a:spcAft>
                <a:spcPts val="0"/>
              </a:spcAft>
              <a:buClr>
                <a:schemeClr val="dk1"/>
              </a:buClr>
              <a:buSzPct val="100000"/>
              <a:buChar char="–"/>
            </a:pPr>
            <a:r>
              <a:rPr lang="es-MX" sz="2600"/>
              <a:t>En contenido 1000h*10h + 0300h+</a:t>
            </a:r>
            <a:r>
              <a:rPr lang="es-MX" sz="2600">
                <a:solidFill>
                  <a:schemeClr val="accent4"/>
                </a:solidFill>
              </a:rPr>
              <a:t>0200H</a:t>
            </a:r>
            <a:r>
              <a:rPr lang="es-MX" sz="2600"/>
              <a:t> de AX 🡪 dirección(10500h)</a:t>
            </a:r>
            <a:endParaRPr/>
          </a:p>
          <a:p>
            <a:pPr indent="-147955" lvl="1" marL="742950" rtl="0" algn="l">
              <a:lnSpc>
                <a:spcPct val="100000"/>
              </a:lnSpc>
              <a:spcBef>
                <a:spcPts val="434"/>
              </a:spcBef>
              <a:spcAft>
                <a:spcPts val="0"/>
              </a:spcAft>
              <a:buClr>
                <a:schemeClr val="dk1"/>
              </a:buClr>
              <a:buSzPct val="100000"/>
              <a:buNone/>
            </a:pPr>
            <a:r>
              <a:t/>
            </a:r>
            <a:endParaRPr/>
          </a:p>
          <a:p>
            <a:pPr indent="-285750" lvl="1" marL="742950" rtl="0" algn="l">
              <a:lnSpc>
                <a:spcPct val="100000"/>
              </a:lnSpc>
              <a:spcBef>
                <a:spcPts val="434"/>
              </a:spcBef>
              <a:spcAft>
                <a:spcPts val="0"/>
              </a:spcAft>
              <a:buClr>
                <a:schemeClr val="dk1"/>
              </a:buClr>
              <a:buSzPct val="100000"/>
              <a:buChar char="–"/>
            </a:pPr>
            <a:r>
              <a:rPr lang="es-MX"/>
              <a:t>Otra forma: MOV AX,(BX+SI)</a:t>
            </a:r>
            <a:endParaRPr/>
          </a:p>
          <a:p>
            <a:pPr indent="-110488" lvl="2" marL="1143000" rtl="0" algn="l">
              <a:lnSpc>
                <a:spcPct val="100000"/>
              </a:lnSpc>
              <a:spcBef>
                <a:spcPts val="372"/>
              </a:spcBef>
              <a:spcAft>
                <a:spcPts val="0"/>
              </a:spcAft>
              <a:buClr>
                <a:schemeClr val="dk1"/>
              </a:buClr>
              <a:buSzPct val="100000"/>
              <a:buNone/>
            </a:pPr>
            <a:r>
              <a:t/>
            </a:r>
            <a:endParaRPr/>
          </a:p>
          <a:p>
            <a:pPr indent="-110488" lvl="2" marL="1143000" rtl="0" algn="l">
              <a:lnSpc>
                <a:spcPct val="100000"/>
              </a:lnSpc>
              <a:spcBef>
                <a:spcPts val="372"/>
              </a:spcBef>
              <a:spcAft>
                <a:spcPts val="0"/>
              </a:spcAft>
              <a:buClr>
                <a:schemeClr val="dk1"/>
              </a:buClr>
              <a:buSzPct val="100000"/>
              <a:buNone/>
            </a:pPr>
            <a:r>
              <a:t/>
            </a:r>
            <a:endParaRPr/>
          </a:p>
          <a:p>
            <a:pPr indent="-110488" lvl="2" marL="1143000" rtl="0" algn="l">
              <a:lnSpc>
                <a:spcPct val="100000"/>
              </a:lnSpc>
              <a:spcBef>
                <a:spcPts val="372"/>
              </a:spcBef>
              <a:spcAft>
                <a:spcPts val="0"/>
              </a:spcAft>
              <a:buClr>
                <a:schemeClr val="dk1"/>
              </a:buClr>
              <a:buSzPct val="100000"/>
              <a:buNone/>
            </a:pPr>
            <a:r>
              <a:t/>
            </a:r>
            <a:endParaRPr/>
          </a:p>
          <a:p>
            <a:pPr indent="-110488" lvl="2" marL="1143000" rtl="0" algn="l">
              <a:lnSpc>
                <a:spcPct val="100000"/>
              </a:lnSpc>
              <a:spcBef>
                <a:spcPts val="372"/>
              </a:spcBef>
              <a:spcAft>
                <a:spcPts val="0"/>
              </a:spcAft>
              <a:buClr>
                <a:schemeClr val="dk1"/>
              </a:buClr>
              <a:buSzPct val="100000"/>
              <a:buNone/>
            </a:pPr>
            <a:r>
              <a:t/>
            </a:r>
            <a:endParaRPr/>
          </a:p>
          <a:p>
            <a:pPr indent="-110488" lvl="2" marL="1143000" rtl="0" algn="l">
              <a:lnSpc>
                <a:spcPct val="100000"/>
              </a:lnSpc>
              <a:spcBef>
                <a:spcPts val="372"/>
              </a:spcBef>
              <a:spcAft>
                <a:spcPts val="0"/>
              </a:spcAft>
              <a:buClr>
                <a:schemeClr val="dk1"/>
              </a:buClr>
              <a:buSzPct val="100000"/>
              <a:buNone/>
            </a:pPr>
            <a:r>
              <a:t/>
            </a:r>
            <a:endParaRPr/>
          </a:p>
          <a:p>
            <a:pPr indent="0" lvl="0" marL="0" rtl="0" algn="l">
              <a:lnSpc>
                <a:spcPct val="100000"/>
              </a:lnSpc>
              <a:spcBef>
                <a:spcPts val="465"/>
              </a:spcBef>
              <a:spcAft>
                <a:spcPts val="0"/>
              </a:spcAft>
              <a:buClr>
                <a:schemeClr val="dk1"/>
              </a:buClr>
              <a:buSzPct val="100000"/>
              <a:buNone/>
            </a:pPr>
            <a:r>
              <a:rPr lang="es-MX" sz="3000"/>
              <a:t>BX = </a:t>
            </a:r>
            <a:r>
              <a:rPr lang="es-MX" sz="3000">
                <a:solidFill>
                  <a:srgbClr val="FF0000"/>
                </a:solidFill>
              </a:rPr>
              <a:t>0300H</a:t>
            </a:r>
            <a:r>
              <a:rPr lang="es-MX" sz="3000"/>
              <a:t>, </a:t>
            </a:r>
            <a:r>
              <a:rPr lang="es-MX" sz="3000">
                <a:solidFill>
                  <a:schemeClr val="accent4"/>
                </a:solidFill>
              </a:rPr>
              <a:t>SI=0200H</a:t>
            </a:r>
            <a:r>
              <a:rPr lang="es-MX" sz="3000"/>
              <a:t>, ARRAY = 1000h, DS=1000h</a:t>
            </a:r>
            <a:endParaRPr/>
          </a:p>
          <a:p>
            <a:pPr indent="-110488" lvl="2" marL="1143000" rtl="0" algn="l">
              <a:lnSpc>
                <a:spcPct val="100000"/>
              </a:lnSpc>
              <a:spcBef>
                <a:spcPts val="372"/>
              </a:spcBef>
              <a:spcAft>
                <a:spcPts val="0"/>
              </a:spcAft>
              <a:buClr>
                <a:schemeClr val="dk1"/>
              </a:buClr>
              <a:buSzPct val="100000"/>
              <a:buNone/>
            </a:pPr>
            <a:r>
              <a:t/>
            </a:r>
            <a:endParaRPr/>
          </a:p>
        </p:txBody>
      </p:sp>
      <p:sp>
        <p:nvSpPr>
          <p:cNvPr id="715" name="Google Shape;715;p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716" name="Google Shape;716;p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90"/>
          <p:cNvSpPr txBox="1"/>
          <p:nvPr>
            <p:ph idx="1" type="body"/>
          </p:nvPr>
        </p:nvSpPr>
        <p:spPr>
          <a:xfrm>
            <a:off x="457200" y="260648"/>
            <a:ext cx="8229600" cy="3024335"/>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.model small  </a:t>
            </a:r>
            <a:endParaRPr/>
          </a:p>
          <a:p>
            <a:pPr indent="0" lvl="0" marL="0" rtl="0" algn="l">
              <a:lnSpc>
                <a:spcPct val="100000"/>
              </a:lnSpc>
              <a:spcBef>
                <a:spcPts val="304"/>
              </a:spcBef>
              <a:spcAft>
                <a:spcPts val="0"/>
              </a:spcAft>
              <a:buClr>
                <a:schemeClr val="dk1"/>
              </a:buClr>
              <a:buSzPct val="100000"/>
              <a:buNone/>
            </a:pPr>
            <a:r>
              <a:rPr lang="es-MX"/>
              <a:t>        .data   </a:t>
            </a:r>
            <a:endParaRPr/>
          </a:p>
          <a:p>
            <a:pPr indent="0" lvl="0" marL="0" rtl="0" algn="l">
              <a:lnSpc>
                <a:spcPct val="100000"/>
              </a:lnSpc>
              <a:spcBef>
                <a:spcPts val="304"/>
              </a:spcBef>
              <a:spcAft>
                <a:spcPts val="0"/>
              </a:spcAft>
              <a:buClr>
                <a:schemeClr val="dk1"/>
              </a:buClr>
              <a:buSzPct val="100000"/>
              <a:buNone/>
            </a:pPr>
            <a:r>
              <a:rPr lang="es-MX"/>
              <a:t>               var1 db 0Ah  </a:t>
            </a:r>
            <a:endParaRPr/>
          </a:p>
          <a:p>
            <a:pPr indent="0" lvl="0" marL="0" rtl="0" algn="l">
              <a:lnSpc>
                <a:spcPct val="100000"/>
              </a:lnSpc>
              <a:spcBef>
                <a:spcPts val="304"/>
              </a:spcBef>
              <a:spcAft>
                <a:spcPts val="0"/>
              </a:spcAft>
              <a:buClr>
                <a:schemeClr val="dk1"/>
              </a:buClr>
              <a:buSzPct val="100000"/>
              <a:buNone/>
            </a:pPr>
            <a:r>
              <a:rPr lang="es-MX"/>
              <a:t>;desplazamiento 0        </a:t>
            </a:r>
            <a:endParaRPr/>
          </a:p>
          <a:p>
            <a:pPr indent="0" lvl="0" marL="0" rtl="0" algn="l">
              <a:lnSpc>
                <a:spcPct val="100000"/>
              </a:lnSpc>
              <a:spcBef>
                <a:spcPts val="304"/>
              </a:spcBef>
              <a:spcAft>
                <a:spcPts val="0"/>
              </a:spcAft>
              <a:buClr>
                <a:schemeClr val="dk1"/>
              </a:buClr>
              <a:buSzPct val="100000"/>
              <a:buNone/>
            </a:pPr>
            <a:r>
              <a:rPr lang="es-MX"/>
              <a:t>             arreglo1 db 1,5,10,15,0Bh,0Ch,0Dh,0Fh,0FFh</a:t>
            </a:r>
            <a:endParaRPr/>
          </a:p>
          <a:p>
            <a:pPr indent="0" lvl="0" marL="0" rtl="0" algn="l">
              <a:lnSpc>
                <a:spcPct val="100000"/>
              </a:lnSpc>
              <a:spcBef>
                <a:spcPts val="304"/>
              </a:spcBef>
              <a:spcAft>
                <a:spcPts val="0"/>
              </a:spcAft>
              <a:buClr>
                <a:schemeClr val="dk1"/>
              </a:buClr>
              <a:buSzPct val="100000"/>
              <a:buNone/>
            </a:pPr>
            <a:r>
              <a:rPr lang="es-MX"/>
              <a:t>;desplazamiento     1 2  3  4  5   6   7   8    9</a:t>
            </a:r>
            <a:endParaRPr/>
          </a:p>
          <a:p>
            <a:pPr indent="0" lvl="0" marL="0" rtl="0" algn="l">
              <a:lnSpc>
                <a:spcPct val="100000"/>
              </a:lnSpc>
              <a:spcBef>
                <a:spcPts val="304"/>
              </a:spcBef>
              <a:spcAft>
                <a:spcPts val="0"/>
              </a:spcAft>
              <a:buClr>
                <a:schemeClr val="dk1"/>
              </a:buClr>
              <a:buSzPct val="100000"/>
              <a:buNone/>
            </a:pPr>
            <a:r>
              <a:rPr lang="es-MX"/>
              <a:t>        .code</a:t>
            </a:r>
            <a:endParaRPr/>
          </a:p>
          <a:p>
            <a:pPr indent="0" lvl="0" marL="0" rtl="0" algn="l">
              <a:lnSpc>
                <a:spcPct val="100000"/>
              </a:lnSpc>
              <a:spcBef>
                <a:spcPts val="304"/>
              </a:spcBef>
              <a:spcAft>
                <a:spcPts val="0"/>
              </a:spcAft>
              <a:buClr>
                <a:schemeClr val="dk1"/>
              </a:buClr>
              <a:buSzPct val="100000"/>
              <a:buNone/>
            </a:pPr>
            <a:r>
              <a:rPr lang="es-MX"/>
              <a:t>        mov ax,@data</a:t>
            </a:r>
            <a:endParaRPr/>
          </a:p>
          <a:p>
            <a:pPr indent="0" lvl="0" marL="0" rtl="0" algn="l">
              <a:lnSpc>
                <a:spcPct val="100000"/>
              </a:lnSpc>
              <a:spcBef>
                <a:spcPts val="304"/>
              </a:spcBef>
              <a:spcAft>
                <a:spcPts val="0"/>
              </a:spcAft>
              <a:buClr>
                <a:schemeClr val="dk1"/>
              </a:buClr>
              <a:buSzPct val="100000"/>
              <a:buNone/>
            </a:pPr>
            <a:r>
              <a:rPr lang="es-MX"/>
              <a:t>        mov ds,ax      </a:t>
            </a:r>
            <a:endParaRPr/>
          </a:p>
          <a:p>
            <a:pPr indent="0" lvl="0" marL="0" rtl="0" algn="l">
              <a:lnSpc>
                <a:spcPct val="100000"/>
              </a:lnSpc>
              <a:spcBef>
                <a:spcPts val="304"/>
              </a:spcBef>
              <a:spcAft>
                <a:spcPts val="0"/>
              </a:spcAft>
              <a:buClr>
                <a:schemeClr val="dk1"/>
              </a:buClr>
              <a:buSzPct val="100000"/>
              <a:buNone/>
            </a:pPr>
            <a:r>
              <a:rPr lang="es-MX"/>
              <a:t>        mov si,1</a:t>
            </a:r>
            <a:endParaRPr/>
          </a:p>
          <a:p>
            <a:pPr indent="0" lvl="0" marL="0" rtl="0" algn="l">
              <a:lnSpc>
                <a:spcPct val="100000"/>
              </a:lnSpc>
              <a:spcBef>
                <a:spcPts val="304"/>
              </a:spcBef>
              <a:spcAft>
                <a:spcPts val="0"/>
              </a:spcAft>
              <a:buClr>
                <a:schemeClr val="dk1"/>
              </a:buClr>
              <a:buSzPct val="100000"/>
              <a:buNone/>
            </a:pPr>
            <a:r>
              <a:rPr lang="es-MX"/>
              <a:t>        mov bx,1     </a:t>
            </a:r>
            <a:endParaRPr/>
          </a:p>
          <a:p>
            <a:pPr indent="0" lvl="0" marL="0" rtl="0" algn="l">
              <a:lnSpc>
                <a:spcPct val="100000"/>
              </a:lnSpc>
              <a:spcBef>
                <a:spcPts val="304"/>
              </a:spcBef>
              <a:spcAft>
                <a:spcPts val="0"/>
              </a:spcAft>
              <a:buClr>
                <a:schemeClr val="dk1"/>
              </a:buClr>
              <a:buSzPct val="100000"/>
              <a:buNone/>
            </a:pPr>
            <a:r>
              <a:rPr lang="es-MX"/>
              <a:t>        mov al,[bx+si] ; AL = 5</a:t>
            </a:r>
            <a:endParaRPr/>
          </a:p>
          <a:p>
            <a:pPr indent="0" lvl="0" marL="0" rtl="0" algn="l">
              <a:lnSpc>
                <a:spcPct val="100000"/>
              </a:lnSpc>
              <a:spcBef>
                <a:spcPts val="304"/>
              </a:spcBef>
              <a:spcAft>
                <a:spcPts val="0"/>
              </a:spcAft>
              <a:buClr>
                <a:schemeClr val="dk1"/>
              </a:buClr>
              <a:buSzPct val="100000"/>
              <a:buNone/>
            </a:pPr>
            <a:r>
              <a:rPr lang="es-MX"/>
              <a:t>        mov al,[si+bx] ; AL = 5    </a:t>
            </a:r>
            <a:endParaRPr/>
          </a:p>
        </p:txBody>
      </p:sp>
      <p:pic>
        <p:nvPicPr>
          <p:cNvPr id="722" name="Google Shape;722;p90"/>
          <p:cNvPicPr preferRelativeResize="0"/>
          <p:nvPr/>
        </p:nvPicPr>
        <p:blipFill rotWithShape="1">
          <a:blip r:embed="rId3">
            <a:alphaModFix/>
          </a:blip>
          <a:srcRect b="0" l="0" r="0" t="0"/>
          <a:stretch/>
        </p:blipFill>
        <p:spPr>
          <a:xfrm>
            <a:off x="755576" y="3573018"/>
            <a:ext cx="8100392" cy="2577630"/>
          </a:xfrm>
          <a:prstGeom prst="rect">
            <a:avLst/>
          </a:prstGeom>
          <a:noFill/>
          <a:ln>
            <a:noFill/>
          </a:ln>
        </p:spPr>
      </p:pic>
      <p:sp>
        <p:nvSpPr>
          <p:cNvPr id="723" name="Google Shape;723;p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724" name="Google Shape;724;p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Relativo por registro</a:t>
            </a:r>
            <a:endParaRPr/>
          </a:p>
        </p:txBody>
      </p:sp>
      <p:sp>
        <p:nvSpPr>
          <p:cNvPr id="730" name="Google Shape;730;p9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lnSpc>
                <a:spcPct val="100000"/>
              </a:lnSpc>
              <a:spcBef>
                <a:spcPts val="0"/>
              </a:spcBef>
              <a:spcAft>
                <a:spcPts val="0"/>
              </a:spcAft>
              <a:buClr>
                <a:schemeClr val="dk1"/>
              </a:buClr>
              <a:buSzPct val="100000"/>
              <a:buChar char="•"/>
            </a:pPr>
            <a:r>
              <a:rPr lang="es-MX"/>
              <a:t>MOV </a:t>
            </a:r>
            <a:r>
              <a:rPr lang="es-MX">
                <a:solidFill>
                  <a:schemeClr val="accent4"/>
                </a:solidFill>
              </a:rPr>
              <a:t>(BX</a:t>
            </a:r>
            <a:r>
              <a:rPr lang="es-MX"/>
              <a:t>+</a:t>
            </a:r>
            <a:r>
              <a:rPr b="1" lang="es-MX"/>
              <a:t>4</a:t>
            </a:r>
            <a:r>
              <a:rPr lang="es-MX"/>
              <a:t>),AX</a:t>
            </a:r>
            <a:endParaRPr/>
          </a:p>
          <a:p>
            <a:pPr indent="-285750" lvl="1" marL="742950" rtl="0" algn="l">
              <a:lnSpc>
                <a:spcPct val="100000"/>
              </a:lnSpc>
              <a:spcBef>
                <a:spcPts val="392"/>
              </a:spcBef>
              <a:spcAft>
                <a:spcPts val="0"/>
              </a:spcAft>
              <a:buClr>
                <a:schemeClr val="dk1"/>
              </a:buClr>
              <a:buSzPct val="100000"/>
              <a:buChar char="–"/>
            </a:pPr>
            <a:r>
              <a:rPr lang="es-MX"/>
              <a:t>Dirección real</a:t>
            </a:r>
            <a:endParaRPr/>
          </a:p>
          <a:p>
            <a:pPr indent="-228600" lvl="2" marL="1143000" rtl="0" algn="l">
              <a:lnSpc>
                <a:spcPct val="100000"/>
              </a:lnSpc>
              <a:spcBef>
                <a:spcPts val="336"/>
              </a:spcBef>
              <a:spcAft>
                <a:spcPts val="0"/>
              </a:spcAft>
              <a:buClr>
                <a:schemeClr val="dk1"/>
              </a:buClr>
              <a:buSzPct val="100000"/>
              <a:buChar char="•"/>
            </a:pPr>
            <a:r>
              <a:rPr lang="es-MX"/>
              <a:t>DR = DS*10h + Desplazamiento</a:t>
            </a:r>
            <a:endParaRPr/>
          </a:p>
          <a:p>
            <a:pPr indent="-228600" lvl="2" marL="1143000" rtl="0" algn="l">
              <a:lnSpc>
                <a:spcPct val="100000"/>
              </a:lnSpc>
              <a:spcBef>
                <a:spcPts val="336"/>
              </a:spcBef>
              <a:spcAft>
                <a:spcPts val="0"/>
              </a:spcAft>
              <a:buClr>
                <a:schemeClr val="dk1"/>
              </a:buClr>
              <a:buSzPct val="100000"/>
              <a:buChar char="•"/>
            </a:pPr>
            <a:r>
              <a:rPr lang="es-MX"/>
              <a:t>DR = DS*10h +</a:t>
            </a:r>
            <a:r>
              <a:rPr lang="es-MX">
                <a:solidFill>
                  <a:schemeClr val="accent4"/>
                </a:solidFill>
              </a:rPr>
              <a:t> BX</a:t>
            </a:r>
            <a:r>
              <a:rPr lang="es-MX"/>
              <a:t>+</a:t>
            </a:r>
            <a:r>
              <a:rPr b="1" lang="es-MX"/>
              <a:t>4 </a:t>
            </a:r>
            <a:endParaRPr/>
          </a:p>
          <a:p>
            <a:pPr indent="-228600" lvl="2" marL="1143000" rtl="0" algn="l">
              <a:lnSpc>
                <a:spcPct val="100000"/>
              </a:lnSpc>
              <a:spcBef>
                <a:spcPts val="336"/>
              </a:spcBef>
              <a:spcAft>
                <a:spcPts val="0"/>
              </a:spcAft>
              <a:buClr>
                <a:schemeClr val="dk1"/>
              </a:buClr>
              <a:buSzPct val="100000"/>
              <a:buChar char="•"/>
            </a:pPr>
            <a:r>
              <a:rPr lang="es-MX"/>
              <a:t>DR = 1000h*10h + </a:t>
            </a:r>
            <a:r>
              <a:rPr lang="es-MX">
                <a:solidFill>
                  <a:schemeClr val="accent4"/>
                </a:solidFill>
              </a:rPr>
              <a:t>0300h</a:t>
            </a:r>
            <a:r>
              <a:rPr lang="es-MX"/>
              <a:t>+</a:t>
            </a:r>
            <a:r>
              <a:rPr b="1" lang="es-MX"/>
              <a:t>4 </a:t>
            </a:r>
            <a:r>
              <a:rPr lang="es-MX"/>
              <a:t>=10000h+ 0304h =10304h</a:t>
            </a:r>
            <a:endParaRPr/>
          </a:p>
          <a:p>
            <a:pPr indent="-285750" lvl="1" marL="742950" rtl="0" algn="l">
              <a:lnSpc>
                <a:spcPct val="100000"/>
              </a:lnSpc>
              <a:spcBef>
                <a:spcPts val="392"/>
              </a:spcBef>
              <a:spcAft>
                <a:spcPts val="0"/>
              </a:spcAft>
              <a:buClr>
                <a:schemeClr val="dk1"/>
              </a:buClr>
              <a:buSzPct val="100000"/>
              <a:buChar char="–"/>
            </a:pPr>
            <a:r>
              <a:rPr lang="es-MX"/>
              <a:t>En contenido de AX 🡪 dirección(10304h)</a:t>
            </a:r>
            <a:endParaRPr/>
          </a:p>
          <a:p>
            <a:pPr indent="-161290" lvl="1" marL="742950" rtl="0" algn="l">
              <a:lnSpc>
                <a:spcPct val="100000"/>
              </a:lnSpc>
              <a:spcBef>
                <a:spcPts val="392"/>
              </a:spcBef>
              <a:spcAft>
                <a:spcPts val="0"/>
              </a:spcAft>
              <a:buClr>
                <a:schemeClr val="dk1"/>
              </a:buClr>
              <a:buSzPct val="100000"/>
              <a:buNone/>
            </a:pPr>
            <a:r>
              <a:t/>
            </a:r>
            <a:endParaRPr/>
          </a:p>
          <a:p>
            <a:pPr indent="-285750" lvl="1" marL="742950" rtl="0" algn="l">
              <a:lnSpc>
                <a:spcPct val="100000"/>
              </a:lnSpc>
              <a:spcBef>
                <a:spcPts val="392"/>
              </a:spcBef>
              <a:spcAft>
                <a:spcPts val="0"/>
              </a:spcAft>
              <a:buClr>
                <a:schemeClr val="dk1"/>
              </a:buClr>
              <a:buSzPct val="100000"/>
              <a:buChar char="–"/>
            </a:pPr>
            <a:r>
              <a:rPr lang="es-MX"/>
              <a:t>Otra forma: MOV AX, (BX+4)</a:t>
            </a:r>
            <a:endParaRPr/>
          </a:p>
          <a:p>
            <a:pPr indent="-285750" lvl="1" marL="742950" rtl="0" algn="l">
              <a:lnSpc>
                <a:spcPct val="100000"/>
              </a:lnSpc>
              <a:spcBef>
                <a:spcPts val="392"/>
              </a:spcBef>
              <a:spcAft>
                <a:spcPts val="0"/>
              </a:spcAft>
              <a:buClr>
                <a:schemeClr val="dk1"/>
              </a:buClr>
              <a:buSzPct val="100000"/>
              <a:buChar char="–"/>
            </a:pPr>
            <a:r>
              <a:rPr b="1" lang="es-MX"/>
              <a:t>Otra forma: MOV (BX+4h),AX</a:t>
            </a:r>
            <a:endParaRPr/>
          </a:p>
          <a:p>
            <a:pPr indent="-285750" lvl="1" marL="742950" rtl="0" algn="l">
              <a:lnSpc>
                <a:spcPct val="100000"/>
              </a:lnSpc>
              <a:spcBef>
                <a:spcPts val="392"/>
              </a:spcBef>
              <a:spcAft>
                <a:spcPts val="0"/>
              </a:spcAft>
              <a:buClr>
                <a:srgbClr val="FF0000"/>
              </a:buClr>
              <a:buSzPct val="100000"/>
              <a:buChar char="–"/>
            </a:pPr>
            <a:r>
              <a:rPr b="1" lang="es-MX">
                <a:solidFill>
                  <a:srgbClr val="FF0000"/>
                </a:solidFill>
              </a:rPr>
              <a:t>Otra forma: MOV (BX+Ah),AX</a:t>
            </a:r>
            <a:endParaRPr/>
          </a:p>
          <a:p>
            <a:pPr indent="-285750" lvl="1" marL="742950" rtl="0" algn="l">
              <a:lnSpc>
                <a:spcPct val="100000"/>
              </a:lnSpc>
              <a:spcBef>
                <a:spcPts val="392"/>
              </a:spcBef>
              <a:spcAft>
                <a:spcPts val="0"/>
              </a:spcAft>
              <a:buClr>
                <a:srgbClr val="FF0000"/>
              </a:buClr>
              <a:buSzPct val="100000"/>
              <a:buChar char="–"/>
            </a:pPr>
            <a:r>
              <a:rPr b="1" lang="es-MX">
                <a:solidFill>
                  <a:srgbClr val="FF0000"/>
                </a:solidFill>
              </a:rPr>
              <a:t>Otra forma: MOV (BX+10),AX</a:t>
            </a:r>
            <a:endParaRPr/>
          </a:p>
          <a:p>
            <a:pPr indent="-161290" lvl="1" marL="742950" rtl="0" algn="l">
              <a:lnSpc>
                <a:spcPct val="100000"/>
              </a:lnSpc>
              <a:spcBef>
                <a:spcPts val="392"/>
              </a:spcBef>
              <a:spcAft>
                <a:spcPts val="0"/>
              </a:spcAft>
              <a:buClr>
                <a:schemeClr val="dk1"/>
              </a:buClr>
              <a:buSzPct val="100000"/>
              <a:buNone/>
            </a:pPr>
            <a:r>
              <a:t/>
            </a:r>
            <a:endParaRPr b="1"/>
          </a:p>
          <a:p>
            <a:pPr indent="-121919" lvl="2" marL="1143000" rtl="0" algn="l">
              <a:lnSpc>
                <a:spcPct val="100000"/>
              </a:lnSpc>
              <a:spcBef>
                <a:spcPts val="336"/>
              </a:spcBef>
              <a:spcAft>
                <a:spcPts val="0"/>
              </a:spcAft>
              <a:buClr>
                <a:schemeClr val="dk1"/>
              </a:buClr>
              <a:buSzPct val="100000"/>
              <a:buNone/>
            </a:pPr>
            <a:r>
              <a:t/>
            </a:r>
            <a:endParaRPr/>
          </a:p>
          <a:p>
            <a:pPr indent="-121919" lvl="2" marL="1143000" rtl="0" algn="l">
              <a:lnSpc>
                <a:spcPct val="100000"/>
              </a:lnSpc>
              <a:spcBef>
                <a:spcPts val="336"/>
              </a:spcBef>
              <a:spcAft>
                <a:spcPts val="0"/>
              </a:spcAft>
              <a:buClr>
                <a:schemeClr val="dk1"/>
              </a:buClr>
              <a:buSzPct val="100000"/>
              <a:buNone/>
            </a:pPr>
            <a:r>
              <a:t/>
            </a:r>
            <a:endParaRPr/>
          </a:p>
          <a:p>
            <a:pPr indent="0" lvl="0" marL="0" rtl="0" algn="l">
              <a:lnSpc>
                <a:spcPct val="100000"/>
              </a:lnSpc>
              <a:spcBef>
                <a:spcPts val="420"/>
              </a:spcBef>
              <a:spcAft>
                <a:spcPts val="0"/>
              </a:spcAft>
              <a:buClr>
                <a:schemeClr val="accent4"/>
              </a:buClr>
              <a:buSzPct val="100000"/>
              <a:buNone/>
            </a:pPr>
            <a:r>
              <a:rPr lang="es-MX" sz="3000">
                <a:solidFill>
                  <a:schemeClr val="accent4"/>
                </a:solidFill>
              </a:rPr>
              <a:t>BX = 0300H</a:t>
            </a:r>
            <a:r>
              <a:rPr lang="es-MX" sz="3000"/>
              <a:t>, SI=0200H, ARRAY = 1000h, DS=1000h</a:t>
            </a:r>
            <a:endParaRPr/>
          </a:p>
          <a:p>
            <a:pPr indent="-121919" lvl="2" marL="1143000" rtl="0" algn="l">
              <a:lnSpc>
                <a:spcPct val="100000"/>
              </a:lnSpc>
              <a:spcBef>
                <a:spcPts val="336"/>
              </a:spcBef>
              <a:spcAft>
                <a:spcPts val="0"/>
              </a:spcAft>
              <a:buClr>
                <a:schemeClr val="dk1"/>
              </a:buClr>
              <a:buSzPct val="100000"/>
              <a:buNone/>
            </a:pPr>
            <a:r>
              <a:t/>
            </a:r>
            <a:endParaRPr/>
          </a:p>
        </p:txBody>
      </p:sp>
      <p:sp>
        <p:nvSpPr>
          <p:cNvPr id="731" name="Google Shape;731;p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732" name="Google Shape;732;p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9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738" name="Google Shape;738;p9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lang="es-MX"/>
              <a:t> .model small  </a:t>
            </a:r>
            <a:endParaRPr/>
          </a:p>
          <a:p>
            <a:pPr indent="0" lvl="0" marL="0" rtl="0" algn="l">
              <a:lnSpc>
                <a:spcPct val="100000"/>
              </a:lnSpc>
              <a:spcBef>
                <a:spcPts val="496"/>
              </a:spcBef>
              <a:spcAft>
                <a:spcPts val="0"/>
              </a:spcAft>
              <a:buClr>
                <a:schemeClr val="dk1"/>
              </a:buClr>
              <a:buSzPct val="100000"/>
              <a:buNone/>
            </a:pPr>
            <a:r>
              <a:rPr lang="es-MX"/>
              <a:t>        .data   </a:t>
            </a:r>
            <a:endParaRPr/>
          </a:p>
          <a:p>
            <a:pPr indent="0" lvl="0" marL="0" rtl="0" algn="l">
              <a:lnSpc>
                <a:spcPct val="100000"/>
              </a:lnSpc>
              <a:spcBef>
                <a:spcPts val="496"/>
              </a:spcBef>
              <a:spcAft>
                <a:spcPts val="0"/>
              </a:spcAft>
              <a:buClr>
                <a:schemeClr val="dk1"/>
              </a:buClr>
              <a:buSzPct val="100000"/>
              <a:buNone/>
            </a:pPr>
            <a:r>
              <a:rPr lang="es-MX"/>
              <a:t>               var1 db 0Ah  </a:t>
            </a:r>
            <a:endParaRPr/>
          </a:p>
          <a:p>
            <a:pPr indent="0" lvl="0" marL="0" rtl="0" algn="l">
              <a:lnSpc>
                <a:spcPct val="100000"/>
              </a:lnSpc>
              <a:spcBef>
                <a:spcPts val="496"/>
              </a:spcBef>
              <a:spcAft>
                <a:spcPts val="0"/>
              </a:spcAft>
              <a:buClr>
                <a:schemeClr val="dk1"/>
              </a:buClr>
              <a:buSzPct val="100000"/>
              <a:buNone/>
            </a:pPr>
            <a:r>
              <a:rPr lang="es-MX"/>
              <a:t>        ;desplazamiento 0        </a:t>
            </a:r>
            <a:endParaRPr/>
          </a:p>
          <a:p>
            <a:pPr indent="0" lvl="0" marL="0" rtl="0" algn="l">
              <a:lnSpc>
                <a:spcPct val="100000"/>
              </a:lnSpc>
              <a:spcBef>
                <a:spcPts val="496"/>
              </a:spcBef>
              <a:spcAft>
                <a:spcPts val="0"/>
              </a:spcAft>
              <a:buClr>
                <a:schemeClr val="dk1"/>
              </a:buClr>
              <a:buSzPct val="100000"/>
              <a:buNone/>
            </a:pPr>
            <a:r>
              <a:rPr lang="es-MX"/>
              <a:t>             arreglo1 db 1,5,10,15,0Bh,0Ch,0Dh,0Fh,0FFh</a:t>
            </a:r>
            <a:endParaRPr/>
          </a:p>
          <a:p>
            <a:pPr indent="0" lvl="0" marL="0" rtl="0" algn="l">
              <a:lnSpc>
                <a:spcPct val="100000"/>
              </a:lnSpc>
              <a:spcBef>
                <a:spcPts val="496"/>
              </a:spcBef>
              <a:spcAft>
                <a:spcPts val="0"/>
              </a:spcAft>
              <a:buClr>
                <a:schemeClr val="dk1"/>
              </a:buClr>
              <a:buSzPct val="100000"/>
              <a:buNone/>
            </a:pPr>
            <a:r>
              <a:rPr lang="es-MX"/>
              <a:t>     ;desplazamiento     1 2  3  4  5   6   7   8    9</a:t>
            </a:r>
            <a:endParaRPr/>
          </a:p>
          <a:p>
            <a:pPr indent="0" lvl="0" marL="0" rtl="0" algn="l">
              <a:lnSpc>
                <a:spcPct val="100000"/>
              </a:lnSpc>
              <a:spcBef>
                <a:spcPts val="496"/>
              </a:spcBef>
              <a:spcAft>
                <a:spcPts val="0"/>
              </a:spcAft>
              <a:buClr>
                <a:schemeClr val="dk1"/>
              </a:buClr>
              <a:buSzPct val="100000"/>
              <a:buNone/>
            </a:pPr>
            <a:r>
              <a:rPr lang="es-MX"/>
              <a:t>        .code</a:t>
            </a:r>
            <a:endParaRPr/>
          </a:p>
          <a:p>
            <a:pPr indent="0" lvl="0" marL="0" rtl="0" algn="l">
              <a:lnSpc>
                <a:spcPct val="100000"/>
              </a:lnSpc>
              <a:spcBef>
                <a:spcPts val="496"/>
              </a:spcBef>
              <a:spcAft>
                <a:spcPts val="0"/>
              </a:spcAft>
              <a:buClr>
                <a:schemeClr val="dk1"/>
              </a:buClr>
              <a:buSzPct val="100000"/>
              <a:buNone/>
            </a:pPr>
            <a:r>
              <a:rPr lang="es-MX"/>
              <a:t>        mov ax,@data</a:t>
            </a:r>
            <a:endParaRPr/>
          </a:p>
          <a:p>
            <a:pPr indent="0" lvl="0" marL="0" rtl="0" algn="l">
              <a:lnSpc>
                <a:spcPct val="100000"/>
              </a:lnSpc>
              <a:spcBef>
                <a:spcPts val="496"/>
              </a:spcBef>
              <a:spcAft>
                <a:spcPts val="0"/>
              </a:spcAft>
              <a:buClr>
                <a:schemeClr val="dk1"/>
              </a:buClr>
              <a:buSzPct val="100000"/>
              <a:buNone/>
            </a:pPr>
            <a:r>
              <a:rPr lang="es-MX"/>
              <a:t>        mov ds,ax      </a:t>
            </a:r>
            <a:endParaRPr/>
          </a:p>
          <a:p>
            <a:pPr indent="0" lvl="0" marL="0" rtl="0" algn="l">
              <a:lnSpc>
                <a:spcPct val="100000"/>
              </a:lnSpc>
              <a:spcBef>
                <a:spcPts val="496"/>
              </a:spcBef>
              <a:spcAft>
                <a:spcPts val="0"/>
              </a:spcAft>
              <a:buClr>
                <a:schemeClr val="dk1"/>
              </a:buClr>
              <a:buSzPct val="100000"/>
              <a:buNone/>
            </a:pPr>
            <a:r>
              <a:rPr lang="es-MX"/>
              <a:t>        mov bx,1     </a:t>
            </a:r>
            <a:endParaRPr/>
          </a:p>
          <a:p>
            <a:pPr indent="0" lvl="0" marL="0" rtl="0" algn="l">
              <a:lnSpc>
                <a:spcPct val="100000"/>
              </a:lnSpc>
              <a:spcBef>
                <a:spcPts val="496"/>
              </a:spcBef>
              <a:spcAft>
                <a:spcPts val="0"/>
              </a:spcAft>
              <a:buClr>
                <a:schemeClr val="dk1"/>
              </a:buClr>
              <a:buSzPct val="100000"/>
              <a:buNone/>
            </a:pPr>
            <a:r>
              <a:rPr lang="es-MX"/>
              <a:t>        mov al,[bx+4] </a:t>
            </a:r>
            <a:endParaRPr/>
          </a:p>
        </p:txBody>
      </p:sp>
      <p:sp>
        <p:nvSpPr>
          <p:cNvPr id="739" name="Google Shape;739;p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740" name="Google Shape;740;p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9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Relativo base mas índice</a:t>
            </a:r>
            <a:endParaRPr/>
          </a:p>
        </p:txBody>
      </p:sp>
      <p:sp>
        <p:nvSpPr>
          <p:cNvPr id="746" name="Google Shape;746;p9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100000"/>
              </a:lnSpc>
              <a:spcBef>
                <a:spcPts val="0"/>
              </a:spcBef>
              <a:spcAft>
                <a:spcPts val="0"/>
              </a:spcAft>
              <a:buClr>
                <a:schemeClr val="dk1"/>
              </a:buClr>
              <a:buSzPct val="100000"/>
              <a:buChar char="•"/>
            </a:pPr>
            <a:r>
              <a:rPr lang="es-MX"/>
              <a:t>MOV ARRAY(BX+SI),AX</a:t>
            </a:r>
            <a:endParaRPr/>
          </a:p>
          <a:p>
            <a:pPr indent="-342900" lvl="0" marL="342900" rtl="0" algn="l">
              <a:lnSpc>
                <a:spcPct val="100000"/>
              </a:lnSpc>
              <a:spcBef>
                <a:spcPts val="496"/>
              </a:spcBef>
              <a:spcAft>
                <a:spcPts val="0"/>
              </a:spcAft>
              <a:buClr>
                <a:schemeClr val="dk1"/>
              </a:buClr>
              <a:buSzPct val="100000"/>
              <a:buChar char="•"/>
            </a:pPr>
            <a:r>
              <a:rPr lang="es-MX"/>
              <a:t>MOV (BX+ARRAY+SI),AX</a:t>
            </a:r>
            <a:endParaRPr/>
          </a:p>
          <a:p>
            <a:pPr indent="-285750" lvl="1" marL="742950" rtl="0" algn="l">
              <a:lnSpc>
                <a:spcPct val="100000"/>
              </a:lnSpc>
              <a:spcBef>
                <a:spcPts val="434"/>
              </a:spcBef>
              <a:spcAft>
                <a:spcPts val="0"/>
              </a:spcAft>
              <a:buClr>
                <a:schemeClr val="dk1"/>
              </a:buClr>
              <a:buSzPct val="100000"/>
              <a:buChar char="–"/>
            </a:pPr>
            <a:r>
              <a:rPr lang="es-MX"/>
              <a:t>Dirección real</a:t>
            </a:r>
            <a:endParaRPr/>
          </a:p>
          <a:p>
            <a:pPr indent="-228600" lvl="2" marL="1143000" rtl="0" algn="l">
              <a:lnSpc>
                <a:spcPct val="100000"/>
              </a:lnSpc>
              <a:spcBef>
                <a:spcPts val="372"/>
              </a:spcBef>
              <a:spcAft>
                <a:spcPts val="0"/>
              </a:spcAft>
              <a:buClr>
                <a:schemeClr val="dk1"/>
              </a:buClr>
              <a:buSzPct val="100000"/>
              <a:buChar char="•"/>
            </a:pPr>
            <a:r>
              <a:rPr lang="es-MX"/>
              <a:t>DR = DS*10h + </a:t>
            </a:r>
            <a:r>
              <a:rPr b="1" lang="es-MX"/>
              <a:t>Desplazamiento</a:t>
            </a:r>
            <a:endParaRPr/>
          </a:p>
          <a:p>
            <a:pPr indent="-228600" lvl="2" marL="1143000" rtl="0" algn="l">
              <a:lnSpc>
                <a:spcPct val="100000"/>
              </a:lnSpc>
              <a:spcBef>
                <a:spcPts val="372"/>
              </a:spcBef>
              <a:spcAft>
                <a:spcPts val="0"/>
              </a:spcAft>
              <a:buClr>
                <a:schemeClr val="dk1"/>
              </a:buClr>
              <a:buSzPct val="100000"/>
              <a:buChar char="•"/>
            </a:pPr>
            <a:r>
              <a:rPr lang="es-MX"/>
              <a:t>DR = DS*10h + </a:t>
            </a:r>
            <a:r>
              <a:rPr b="1" lang="es-MX"/>
              <a:t>BX+ARRAY+SI </a:t>
            </a:r>
            <a:endParaRPr/>
          </a:p>
          <a:p>
            <a:pPr indent="-228600" lvl="2" marL="1143000" rtl="0" algn="l">
              <a:lnSpc>
                <a:spcPct val="100000"/>
              </a:lnSpc>
              <a:spcBef>
                <a:spcPts val="372"/>
              </a:spcBef>
              <a:spcAft>
                <a:spcPts val="0"/>
              </a:spcAft>
              <a:buClr>
                <a:schemeClr val="dk1"/>
              </a:buClr>
              <a:buSzPct val="100000"/>
              <a:buChar char="•"/>
            </a:pPr>
            <a:r>
              <a:rPr lang="es-MX"/>
              <a:t>DR = 1000h*10h + </a:t>
            </a:r>
            <a:r>
              <a:rPr b="1" lang="es-MX"/>
              <a:t>0300h+ 1000h+0200H</a:t>
            </a:r>
            <a:r>
              <a:rPr lang="es-MX"/>
              <a:t>=10000h+ </a:t>
            </a:r>
            <a:r>
              <a:rPr b="1" lang="es-MX"/>
              <a:t>1500h</a:t>
            </a:r>
            <a:r>
              <a:rPr lang="es-MX"/>
              <a:t> =11500h</a:t>
            </a:r>
            <a:endParaRPr/>
          </a:p>
          <a:p>
            <a:pPr indent="-285750" lvl="1" marL="742950" rtl="0" algn="l">
              <a:lnSpc>
                <a:spcPct val="100000"/>
              </a:lnSpc>
              <a:spcBef>
                <a:spcPts val="434"/>
              </a:spcBef>
              <a:spcAft>
                <a:spcPts val="0"/>
              </a:spcAft>
              <a:buClr>
                <a:schemeClr val="dk1"/>
              </a:buClr>
              <a:buSzPct val="100000"/>
              <a:buChar char="–"/>
            </a:pPr>
            <a:r>
              <a:rPr lang="es-MX"/>
              <a:t>En contenido de AX 🡪 dirección(11500h)</a:t>
            </a:r>
            <a:endParaRPr/>
          </a:p>
          <a:p>
            <a:pPr indent="-110488" lvl="2" marL="1143000" rtl="0" algn="l">
              <a:lnSpc>
                <a:spcPct val="100000"/>
              </a:lnSpc>
              <a:spcBef>
                <a:spcPts val="372"/>
              </a:spcBef>
              <a:spcAft>
                <a:spcPts val="0"/>
              </a:spcAft>
              <a:buClr>
                <a:schemeClr val="dk1"/>
              </a:buClr>
              <a:buSzPct val="100000"/>
              <a:buNone/>
            </a:pPr>
            <a:r>
              <a:t/>
            </a:r>
            <a:endParaRPr/>
          </a:p>
          <a:p>
            <a:pPr indent="-110488" lvl="2" marL="1143000" rtl="0" algn="l">
              <a:lnSpc>
                <a:spcPct val="100000"/>
              </a:lnSpc>
              <a:spcBef>
                <a:spcPts val="372"/>
              </a:spcBef>
              <a:spcAft>
                <a:spcPts val="0"/>
              </a:spcAft>
              <a:buClr>
                <a:schemeClr val="dk1"/>
              </a:buClr>
              <a:buSzPct val="100000"/>
              <a:buNone/>
            </a:pPr>
            <a:r>
              <a:t/>
            </a:r>
            <a:endParaRPr/>
          </a:p>
          <a:p>
            <a:pPr indent="-110488" lvl="2" marL="1143000" rtl="0" algn="l">
              <a:lnSpc>
                <a:spcPct val="100000"/>
              </a:lnSpc>
              <a:spcBef>
                <a:spcPts val="372"/>
              </a:spcBef>
              <a:spcAft>
                <a:spcPts val="0"/>
              </a:spcAft>
              <a:buClr>
                <a:schemeClr val="dk1"/>
              </a:buClr>
              <a:buSzPct val="100000"/>
              <a:buNone/>
            </a:pPr>
            <a:r>
              <a:t/>
            </a:r>
            <a:endParaRPr/>
          </a:p>
          <a:p>
            <a:pPr indent="-110488" lvl="2" marL="1143000" rtl="0" algn="l">
              <a:lnSpc>
                <a:spcPct val="100000"/>
              </a:lnSpc>
              <a:spcBef>
                <a:spcPts val="372"/>
              </a:spcBef>
              <a:spcAft>
                <a:spcPts val="0"/>
              </a:spcAft>
              <a:buClr>
                <a:schemeClr val="dk1"/>
              </a:buClr>
              <a:buSzPct val="100000"/>
              <a:buNone/>
            </a:pPr>
            <a:r>
              <a:t/>
            </a:r>
            <a:endParaRPr/>
          </a:p>
          <a:p>
            <a:pPr indent="-110488" lvl="2" marL="1143000" rtl="0" algn="l">
              <a:lnSpc>
                <a:spcPct val="100000"/>
              </a:lnSpc>
              <a:spcBef>
                <a:spcPts val="372"/>
              </a:spcBef>
              <a:spcAft>
                <a:spcPts val="0"/>
              </a:spcAft>
              <a:buClr>
                <a:schemeClr val="dk1"/>
              </a:buClr>
              <a:buSzPct val="100000"/>
              <a:buNone/>
            </a:pPr>
            <a:r>
              <a:t/>
            </a:r>
            <a:endParaRPr/>
          </a:p>
          <a:p>
            <a:pPr indent="0" lvl="0" marL="0" rtl="0" algn="l">
              <a:lnSpc>
                <a:spcPct val="100000"/>
              </a:lnSpc>
              <a:spcBef>
                <a:spcPts val="465"/>
              </a:spcBef>
              <a:spcAft>
                <a:spcPts val="0"/>
              </a:spcAft>
              <a:buClr>
                <a:schemeClr val="dk1"/>
              </a:buClr>
              <a:buSzPct val="100000"/>
              <a:buNone/>
            </a:pPr>
            <a:r>
              <a:rPr b="1" lang="es-MX" sz="3000"/>
              <a:t>BX = 0300H, SI=0200H, ARRAY = 1000h</a:t>
            </a:r>
            <a:r>
              <a:rPr lang="es-MX" sz="3000"/>
              <a:t>, DS=1000h</a:t>
            </a:r>
            <a:endParaRPr/>
          </a:p>
          <a:p>
            <a:pPr indent="-110488" lvl="2" marL="1143000" rtl="0" algn="l">
              <a:lnSpc>
                <a:spcPct val="100000"/>
              </a:lnSpc>
              <a:spcBef>
                <a:spcPts val="372"/>
              </a:spcBef>
              <a:spcAft>
                <a:spcPts val="0"/>
              </a:spcAft>
              <a:buClr>
                <a:schemeClr val="dk1"/>
              </a:buClr>
              <a:buSzPct val="100000"/>
              <a:buNone/>
            </a:pPr>
            <a:r>
              <a:t/>
            </a:r>
            <a:endParaRPr/>
          </a:p>
        </p:txBody>
      </p:sp>
      <p:sp>
        <p:nvSpPr>
          <p:cNvPr id="747" name="Google Shape;747;p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748" name="Google Shape;748;p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94"/>
          <p:cNvSpPr txBox="1"/>
          <p:nvPr>
            <p:ph idx="1" type="body"/>
          </p:nvPr>
        </p:nvSpPr>
        <p:spPr>
          <a:xfrm>
            <a:off x="457200" y="476673"/>
            <a:ext cx="8229600" cy="2016224"/>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 .model small  </a:t>
            </a:r>
            <a:endParaRPr/>
          </a:p>
          <a:p>
            <a:pPr indent="0" lvl="0" marL="0" rtl="0" algn="l">
              <a:lnSpc>
                <a:spcPct val="100000"/>
              </a:lnSpc>
              <a:spcBef>
                <a:spcPts val="256"/>
              </a:spcBef>
              <a:spcAft>
                <a:spcPts val="0"/>
              </a:spcAft>
              <a:buClr>
                <a:schemeClr val="dk1"/>
              </a:buClr>
              <a:buSzPct val="100000"/>
              <a:buNone/>
            </a:pPr>
            <a:r>
              <a:rPr lang="es-MX"/>
              <a:t>        .data   </a:t>
            </a:r>
            <a:endParaRPr/>
          </a:p>
          <a:p>
            <a:pPr indent="0" lvl="0" marL="0" rtl="0" algn="l">
              <a:lnSpc>
                <a:spcPct val="100000"/>
              </a:lnSpc>
              <a:spcBef>
                <a:spcPts val="256"/>
              </a:spcBef>
              <a:spcAft>
                <a:spcPts val="0"/>
              </a:spcAft>
              <a:buClr>
                <a:schemeClr val="dk1"/>
              </a:buClr>
              <a:buSzPct val="100000"/>
              <a:buNone/>
            </a:pPr>
            <a:r>
              <a:rPr lang="es-MX"/>
              <a:t>        var1 db 0Ah</a:t>
            </a:r>
            <a:endParaRPr/>
          </a:p>
          <a:p>
            <a:pPr indent="0" lvl="0" marL="0" rtl="0" algn="l">
              <a:lnSpc>
                <a:spcPct val="100000"/>
              </a:lnSpc>
              <a:spcBef>
                <a:spcPts val="256"/>
              </a:spcBef>
              <a:spcAft>
                <a:spcPts val="0"/>
              </a:spcAft>
              <a:buClr>
                <a:schemeClr val="dk1"/>
              </a:buClr>
              <a:buSzPct val="100000"/>
              <a:buNone/>
            </a:pPr>
            <a:r>
              <a:rPr lang="es-MX"/>
              <a:t>        arreglo1 db 1,5,10,15,0Bh,0Ch,0Dh,0Fh,0FFh</a:t>
            </a:r>
            <a:endParaRPr/>
          </a:p>
          <a:p>
            <a:pPr indent="0" lvl="0" marL="0" rtl="0" algn="l">
              <a:lnSpc>
                <a:spcPct val="100000"/>
              </a:lnSpc>
              <a:spcBef>
                <a:spcPts val="256"/>
              </a:spcBef>
              <a:spcAft>
                <a:spcPts val="0"/>
              </a:spcAft>
              <a:buClr>
                <a:schemeClr val="dk1"/>
              </a:buClr>
              <a:buSzPct val="100000"/>
              <a:buNone/>
            </a:pPr>
            <a:r>
              <a:rPr lang="es-MX"/>
              <a:t>        .code</a:t>
            </a:r>
            <a:endParaRPr/>
          </a:p>
          <a:p>
            <a:pPr indent="0" lvl="0" marL="0" rtl="0" algn="l">
              <a:lnSpc>
                <a:spcPct val="100000"/>
              </a:lnSpc>
              <a:spcBef>
                <a:spcPts val="256"/>
              </a:spcBef>
              <a:spcAft>
                <a:spcPts val="0"/>
              </a:spcAft>
              <a:buClr>
                <a:schemeClr val="dk1"/>
              </a:buClr>
              <a:buSzPct val="100000"/>
              <a:buNone/>
            </a:pPr>
            <a:r>
              <a:rPr lang="es-MX"/>
              <a:t>        mov ax,@data</a:t>
            </a:r>
            <a:endParaRPr/>
          </a:p>
          <a:p>
            <a:pPr indent="0" lvl="0" marL="0" rtl="0" algn="l">
              <a:lnSpc>
                <a:spcPct val="100000"/>
              </a:lnSpc>
              <a:spcBef>
                <a:spcPts val="256"/>
              </a:spcBef>
              <a:spcAft>
                <a:spcPts val="0"/>
              </a:spcAft>
              <a:buClr>
                <a:schemeClr val="dk1"/>
              </a:buClr>
              <a:buSzPct val="100000"/>
              <a:buNone/>
            </a:pPr>
            <a:r>
              <a:rPr lang="es-MX"/>
              <a:t>        mov ds,ax </a:t>
            </a:r>
            <a:endParaRPr/>
          </a:p>
          <a:p>
            <a:pPr indent="0" lvl="0" marL="0" rtl="0" algn="l">
              <a:lnSpc>
                <a:spcPct val="100000"/>
              </a:lnSpc>
              <a:spcBef>
                <a:spcPts val="256"/>
              </a:spcBef>
              <a:spcAft>
                <a:spcPts val="0"/>
              </a:spcAft>
              <a:buClr>
                <a:schemeClr val="dk1"/>
              </a:buClr>
              <a:buSzPct val="100000"/>
              <a:buNone/>
            </a:pPr>
            <a:r>
              <a:rPr lang="es-MX"/>
              <a:t>        mov si,5     </a:t>
            </a:r>
            <a:endParaRPr/>
          </a:p>
          <a:p>
            <a:pPr indent="0" lvl="0" marL="0" rtl="0" algn="l">
              <a:lnSpc>
                <a:spcPct val="100000"/>
              </a:lnSpc>
              <a:spcBef>
                <a:spcPts val="256"/>
              </a:spcBef>
              <a:spcAft>
                <a:spcPts val="0"/>
              </a:spcAft>
              <a:buClr>
                <a:schemeClr val="dk1"/>
              </a:buClr>
              <a:buSzPct val="100000"/>
              <a:buNone/>
            </a:pPr>
            <a:r>
              <a:rPr lang="es-MX"/>
              <a:t>        mov al,arreglo1[si] ; AL = 0Ch</a:t>
            </a:r>
            <a:endParaRPr/>
          </a:p>
        </p:txBody>
      </p:sp>
      <p:pic>
        <p:nvPicPr>
          <p:cNvPr id="754" name="Google Shape;754;p94"/>
          <p:cNvPicPr preferRelativeResize="0"/>
          <p:nvPr/>
        </p:nvPicPr>
        <p:blipFill rotWithShape="1">
          <a:blip r:embed="rId3">
            <a:alphaModFix/>
          </a:blip>
          <a:srcRect b="0" l="0" r="0" t="0"/>
          <a:stretch/>
        </p:blipFill>
        <p:spPr>
          <a:xfrm>
            <a:off x="611560" y="2544435"/>
            <a:ext cx="8229600" cy="2441842"/>
          </a:xfrm>
          <a:prstGeom prst="rect">
            <a:avLst/>
          </a:prstGeom>
          <a:noFill/>
          <a:ln>
            <a:noFill/>
          </a:ln>
        </p:spPr>
      </p:pic>
      <p:sp>
        <p:nvSpPr>
          <p:cNvPr id="755" name="Google Shape;755;p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756" name="Google Shape;756;p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9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Índice Escalado</a:t>
            </a:r>
            <a:endParaRPr/>
          </a:p>
        </p:txBody>
      </p:sp>
      <p:sp>
        <p:nvSpPr>
          <p:cNvPr id="762" name="Google Shape;762;p9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00000"/>
              </a:lnSpc>
              <a:spcBef>
                <a:spcPts val="0"/>
              </a:spcBef>
              <a:spcAft>
                <a:spcPts val="0"/>
              </a:spcAft>
              <a:buClr>
                <a:schemeClr val="dk1"/>
              </a:buClr>
              <a:buSzPct val="100000"/>
              <a:buChar char="•"/>
            </a:pPr>
            <a:r>
              <a:rPr lang="es-MX"/>
              <a:t>MOV </a:t>
            </a:r>
            <a:r>
              <a:rPr b="1" lang="es-MX"/>
              <a:t>(EBX+4*ESI</a:t>
            </a:r>
            <a:r>
              <a:rPr lang="es-MX"/>
              <a:t>),AX</a:t>
            </a:r>
            <a:endParaRPr/>
          </a:p>
          <a:p>
            <a:pPr indent="-285750" lvl="1" marL="742950" rtl="0" algn="l">
              <a:lnSpc>
                <a:spcPct val="100000"/>
              </a:lnSpc>
              <a:spcBef>
                <a:spcPts val="518"/>
              </a:spcBef>
              <a:spcAft>
                <a:spcPts val="0"/>
              </a:spcAft>
              <a:buClr>
                <a:schemeClr val="dk1"/>
              </a:buClr>
              <a:buSzPct val="100000"/>
              <a:buChar char="–"/>
            </a:pPr>
            <a:r>
              <a:rPr lang="es-MX"/>
              <a:t>Dirección real</a:t>
            </a:r>
            <a:endParaRPr/>
          </a:p>
          <a:p>
            <a:pPr indent="-228600" lvl="2" marL="1143000" rtl="0" algn="l">
              <a:lnSpc>
                <a:spcPct val="100000"/>
              </a:lnSpc>
              <a:spcBef>
                <a:spcPts val="444"/>
              </a:spcBef>
              <a:spcAft>
                <a:spcPts val="0"/>
              </a:spcAft>
              <a:buClr>
                <a:schemeClr val="dk1"/>
              </a:buClr>
              <a:buSzPct val="100000"/>
              <a:buChar char="•"/>
            </a:pPr>
            <a:r>
              <a:rPr lang="es-MX"/>
              <a:t>DR = DS*10h + </a:t>
            </a:r>
            <a:r>
              <a:rPr b="1" lang="es-MX"/>
              <a:t>Desplazamiento</a:t>
            </a:r>
            <a:endParaRPr/>
          </a:p>
          <a:p>
            <a:pPr indent="-228600" lvl="2" marL="1143000" rtl="0" algn="l">
              <a:lnSpc>
                <a:spcPct val="100000"/>
              </a:lnSpc>
              <a:spcBef>
                <a:spcPts val="444"/>
              </a:spcBef>
              <a:spcAft>
                <a:spcPts val="0"/>
              </a:spcAft>
              <a:buClr>
                <a:schemeClr val="dk1"/>
              </a:buClr>
              <a:buSzPct val="100000"/>
              <a:buChar char="•"/>
            </a:pPr>
            <a:r>
              <a:rPr lang="es-MX"/>
              <a:t>DR = DS*10h + </a:t>
            </a:r>
            <a:r>
              <a:rPr b="1" lang="es-MX"/>
              <a:t>EBX+4*ESI </a:t>
            </a:r>
            <a:endParaRPr/>
          </a:p>
          <a:p>
            <a:pPr indent="-228600" lvl="2" marL="1143000" rtl="0" algn="l">
              <a:lnSpc>
                <a:spcPct val="100000"/>
              </a:lnSpc>
              <a:spcBef>
                <a:spcPts val="444"/>
              </a:spcBef>
              <a:spcAft>
                <a:spcPts val="0"/>
              </a:spcAft>
              <a:buClr>
                <a:schemeClr val="dk1"/>
              </a:buClr>
              <a:buSzPct val="100000"/>
              <a:buChar char="•"/>
            </a:pPr>
            <a:r>
              <a:rPr lang="es-MX"/>
              <a:t>DR = 1000h*10h + </a:t>
            </a:r>
            <a:r>
              <a:rPr b="1" lang="es-MX"/>
              <a:t>0300h +4*0200h</a:t>
            </a:r>
            <a:r>
              <a:rPr lang="es-MX"/>
              <a:t>=10000+ 0B00h =10B00h</a:t>
            </a:r>
            <a:endParaRPr/>
          </a:p>
          <a:p>
            <a:pPr indent="-285750" lvl="1" marL="742950" rtl="0" algn="l">
              <a:lnSpc>
                <a:spcPct val="100000"/>
              </a:lnSpc>
              <a:spcBef>
                <a:spcPts val="518"/>
              </a:spcBef>
              <a:spcAft>
                <a:spcPts val="0"/>
              </a:spcAft>
              <a:buClr>
                <a:schemeClr val="dk1"/>
              </a:buClr>
              <a:buSzPct val="100000"/>
              <a:buChar char="–"/>
            </a:pPr>
            <a:r>
              <a:rPr lang="es-MX"/>
              <a:t>En contenido de AX 🡪 dirección(10B00h)</a:t>
            </a:r>
            <a:endParaRPr/>
          </a:p>
          <a:p>
            <a:pPr indent="-87630" lvl="2" marL="1143000" rtl="0" algn="l">
              <a:lnSpc>
                <a:spcPct val="100000"/>
              </a:lnSpc>
              <a:spcBef>
                <a:spcPts val="444"/>
              </a:spcBef>
              <a:spcAft>
                <a:spcPts val="0"/>
              </a:spcAft>
              <a:buClr>
                <a:schemeClr val="dk1"/>
              </a:buClr>
              <a:buSzPct val="100000"/>
              <a:buNone/>
            </a:pPr>
            <a:r>
              <a:t/>
            </a:r>
            <a:endParaRPr/>
          </a:p>
          <a:p>
            <a:pPr indent="-87630" lvl="2" marL="1143000" rtl="0" algn="l">
              <a:lnSpc>
                <a:spcPct val="100000"/>
              </a:lnSpc>
              <a:spcBef>
                <a:spcPts val="444"/>
              </a:spcBef>
              <a:spcAft>
                <a:spcPts val="0"/>
              </a:spcAft>
              <a:buClr>
                <a:schemeClr val="dk1"/>
              </a:buClr>
              <a:buSzPct val="100000"/>
              <a:buNone/>
            </a:pPr>
            <a:r>
              <a:t/>
            </a:r>
            <a:endParaRPr/>
          </a:p>
          <a:p>
            <a:pPr indent="-87630" lvl="2" marL="1143000" rtl="0" algn="l">
              <a:lnSpc>
                <a:spcPct val="100000"/>
              </a:lnSpc>
              <a:spcBef>
                <a:spcPts val="444"/>
              </a:spcBef>
              <a:spcAft>
                <a:spcPts val="0"/>
              </a:spcAft>
              <a:buClr>
                <a:schemeClr val="dk1"/>
              </a:buClr>
              <a:buSzPct val="100000"/>
              <a:buNone/>
            </a:pPr>
            <a:r>
              <a:t/>
            </a:r>
            <a:endParaRPr/>
          </a:p>
          <a:p>
            <a:pPr indent="-87630" lvl="2" marL="1143000" rtl="0" algn="l">
              <a:lnSpc>
                <a:spcPct val="100000"/>
              </a:lnSpc>
              <a:spcBef>
                <a:spcPts val="444"/>
              </a:spcBef>
              <a:spcAft>
                <a:spcPts val="0"/>
              </a:spcAft>
              <a:buClr>
                <a:schemeClr val="dk1"/>
              </a:buClr>
              <a:buSzPct val="100000"/>
              <a:buNone/>
            </a:pPr>
            <a:r>
              <a:t/>
            </a:r>
            <a:endParaRPr/>
          </a:p>
          <a:p>
            <a:pPr indent="-87630" lvl="2" marL="1143000" rtl="0" algn="l">
              <a:lnSpc>
                <a:spcPct val="100000"/>
              </a:lnSpc>
              <a:spcBef>
                <a:spcPts val="444"/>
              </a:spcBef>
              <a:spcAft>
                <a:spcPts val="0"/>
              </a:spcAft>
              <a:buClr>
                <a:schemeClr val="dk1"/>
              </a:buClr>
              <a:buSzPct val="100000"/>
              <a:buNone/>
            </a:pPr>
            <a:r>
              <a:t/>
            </a:r>
            <a:endParaRPr/>
          </a:p>
          <a:p>
            <a:pPr indent="0" lvl="0" marL="0" rtl="0" algn="l">
              <a:lnSpc>
                <a:spcPct val="100000"/>
              </a:lnSpc>
              <a:spcBef>
                <a:spcPts val="555"/>
              </a:spcBef>
              <a:spcAft>
                <a:spcPts val="0"/>
              </a:spcAft>
              <a:buClr>
                <a:schemeClr val="dk1"/>
              </a:buClr>
              <a:buSzPct val="100000"/>
              <a:buNone/>
            </a:pPr>
            <a:r>
              <a:rPr lang="es-MX" sz="3000"/>
              <a:t>BX = 0300H, SI=0200H, ARRAY = 1000h, DS=1000h</a:t>
            </a:r>
            <a:endParaRPr/>
          </a:p>
          <a:p>
            <a:pPr indent="-87630" lvl="2" marL="1143000" rtl="0" algn="l">
              <a:lnSpc>
                <a:spcPct val="100000"/>
              </a:lnSpc>
              <a:spcBef>
                <a:spcPts val="444"/>
              </a:spcBef>
              <a:spcAft>
                <a:spcPts val="0"/>
              </a:spcAft>
              <a:buClr>
                <a:schemeClr val="dk1"/>
              </a:buClr>
              <a:buSzPct val="100000"/>
              <a:buNone/>
            </a:pPr>
            <a:r>
              <a:t/>
            </a:r>
            <a:endParaRPr/>
          </a:p>
        </p:txBody>
      </p:sp>
      <p:sp>
        <p:nvSpPr>
          <p:cNvPr id="763" name="Google Shape;763;p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764" name="Google Shape;764;p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770" name="Google Shape;770;p9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457200" rtl="0" algn="just">
              <a:lnSpc>
                <a:spcPct val="100000"/>
              </a:lnSpc>
              <a:spcBef>
                <a:spcPts val="360"/>
              </a:spcBef>
              <a:spcAft>
                <a:spcPts val="0"/>
              </a:spcAft>
              <a:buSzPts val="1800"/>
              <a:buChar char="•"/>
            </a:pPr>
            <a:r>
              <a:rPr lang="es-MX"/>
              <a:t>En 8086/EMU8086 no existe el direccionamiento escalado moderno del tipo [base + índice*2] que existe en procesadores posteriores. </a:t>
            </a:r>
            <a:endParaRPr/>
          </a:p>
          <a:p>
            <a:pPr indent="-228600" lvl="0" marL="457200" rtl="0" algn="just">
              <a:lnSpc>
                <a:spcPct val="100000"/>
              </a:lnSpc>
              <a:spcBef>
                <a:spcPts val="360"/>
              </a:spcBef>
              <a:spcAft>
                <a:spcPts val="0"/>
              </a:spcAft>
              <a:buSzPts val="1800"/>
              <a:buNone/>
            </a:pPr>
            <a:r>
              <a:t/>
            </a:r>
            <a:endParaRPr/>
          </a:p>
          <a:p>
            <a:pPr indent="-342900" lvl="0" marL="457200" rtl="0" algn="just">
              <a:lnSpc>
                <a:spcPct val="100000"/>
              </a:lnSpc>
              <a:spcBef>
                <a:spcPts val="360"/>
              </a:spcBef>
              <a:spcAft>
                <a:spcPts val="0"/>
              </a:spcAft>
              <a:buSzPts val="1800"/>
              <a:buChar char="•"/>
            </a:pPr>
            <a:r>
              <a:rPr lang="es-MX"/>
              <a:t>En 8086 sí podemos trabajar con direccionamiento basado en desplazamientos e índices, por ejemplo [BX+SI], [BX+DI], [BP+SI], etc.</a:t>
            </a:r>
            <a:endParaRPr/>
          </a:p>
        </p:txBody>
      </p:sp>
      <p:sp>
        <p:nvSpPr>
          <p:cNvPr id="771" name="Google Shape;771;p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777" name="Google Shape;777;p9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256"/>
              </a:spcBef>
              <a:spcAft>
                <a:spcPts val="0"/>
              </a:spcAft>
              <a:buClr>
                <a:schemeClr val="dk1"/>
              </a:buClr>
              <a:buSzPct val="100000"/>
              <a:buNone/>
            </a:pPr>
            <a:r>
              <a:rPr lang="es-MX"/>
              <a:t>      jmp start</a:t>
            </a:r>
            <a:endParaRPr/>
          </a:p>
          <a:p>
            <a:pPr indent="0" lvl="0" marL="0" rtl="0" algn="l">
              <a:lnSpc>
                <a:spcPct val="100000"/>
              </a:lnSpc>
              <a:spcBef>
                <a:spcPts val="256"/>
              </a:spcBef>
              <a:spcAft>
                <a:spcPts val="0"/>
              </a:spcAft>
              <a:buClr>
                <a:schemeClr val="dk1"/>
              </a:buClr>
              <a:buSzPct val="100000"/>
              <a:buNone/>
            </a:pPr>
            <a:r>
              <a:rPr lang="es-MX"/>
              <a:t>prueba equ 01h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start: MOV BX,50H</a:t>
            </a:r>
            <a:endParaRPr/>
          </a:p>
          <a:p>
            <a:pPr indent="0" lvl="0" marL="0" rtl="0" algn="l">
              <a:lnSpc>
                <a:spcPct val="100000"/>
              </a:lnSpc>
              <a:spcBef>
                <a:spcPts val="256"/>
              </a:spcBef>
              <a:spcAft>
                <a:spcPts val="0"/>
              </a:spcAft>
              <a:buClr>
                <a:schemeClr val="dk1"/>
              </a:buClr>
              <a:buSzPct val="100000"/>
              <a:buNone/>
            </a:pPr>
            <a:r>
              <a:rPr lang="es-MX"/>
              <a:t>       MOV AX,BX         ; Registro       </a:t>
            </a:r>
            <a:endParaRPr/>
          </a:p>
          <a:p>
            <a:pPr indent="0" lvl="0" marL="0" rtl="0" algn="l">
              <a:lnSpc>
                <a:spcPct val="100000"/>
              </a:lnSpc>
              <a:spcBef>
                <a:spcPts val="256"/>
              </a:spcBef>
              <a:spcAft>
                <a:spcPts val="0"/>
              </a:spcAft>
              <a:buClr>
                <a:schemeClr val="dk1"/>
              </a:buClr>
              <a:buSzPct val="100000"/>
              <a:buNone/>
            </a:pPr>
            <a:r>
              <a:rPr lang="es-MX"/>
              <a:t>       MOV BL,3Ah        ; Inmediato</a:t>
            </a:r>
            <a:endParaRPr/>
          </a:p>
          <a:p>
            <a:pPr indent="0" lvl="0" marL="0" rtl="0" algn="l">
              <a:lnSpc>
                <a:spcPct val="100000"/>
              </a:lnSpc>
              <a:spcBef>
                <a:spcPts val="256"/>
              </a:spcBef>
              <a:spcAft>
                <a:spcPts val="0"/>
              </a:spcAft>
              <a:buClr>
                <a:schemeClr val="dk1"/>
              </a:buClr>
              <a:buSzPct val="100000"/>
              <a:buNone/>
            </a:pPr>
            <a:r>
              <a:rPr lang="es-MX"/>
              <a:t>       MOV (102h),AX     ; Directo </a:t>
            </a:r>
            <a:endParaRPr/>
          </a:p>
          <a:p>
            <a:pPr indent="0" lvl="0" marL="0" rtl="0" algn="l">
              <a:lnSpc>
                <a:spcPct val="100000"/>
              </a:lnSpc>
              <a:spcBef>
                <a:spcPts val="256"/>
              </a:spcBef>
              <a:spcAft>
                <a:spcPts val="0"/>
              </a:spcAft>
              <a:buClr>
                <a:schemeClr val="dk1"/>
              </a:buClr>
              <a:buSzPct val="100000"/>
              <a:buNone/>
            </a:pPr>
            <a:r>
              <a:rPr lang="es-MX"/>
              <a:t>       mov bx,0103h </a:t>
            </a:r>
            <a:endParaRPr/>
          </a:p>
          <a:p>
            <a:pPr indent="0" lvl="0" marL="0" rtl="0" algn="l">
              <a:lnSpc>
                <a:spcPct val="100000"/>
              </a:lnSpc>
              <a:spcBef>
                <a:spcPts val="256"/>
              </a:spcBef>
              <a:spcAft>
                <a:spcPts val="0"/>
              </a:spcAft>
              <a:buClr>
                <a:schemeClr val="dk1"/>
              </a:buClr>
              <a:buSzPct val="100000"/>
              <a:buNone/>
            </a:pPr>
            <a:r>
              <a:rPr lang="es-MX"/>
              <a:t>       MOV (BX),AX       ; Indirecto por registro</a:t>
            </a:r>
            <a:endParaRPr/>
          </a:p>
          <a:p>
            <a:pPr indent="0" lvl="0" marL="0" rtl="0" algn="l">
              <a:lnSpc>
                <a:spcPct val="100000"/>
              </a:lnSpc>
              <a:spcBef>
                <a:spcPts val="256"/>
              </a:spcBef>
              <a:spcAft>
                <a:spcPts val="0"/>
              </a:spcAft>
              <a:buClr>
                <a:schemeClr val="dk1"/>
              </a:buClr>
              <a:buSzPct val="100000"/>
              <a:buNone/>
            </a:pPr>
            <a:r>
              <a:rPr lang="es-MX"/>
              <a:t>       mov si,01h                                  </a:t>
            </a:r>
            <a:endParaRPr/>
          </a:p>
          <a:p>
            <a:pPr indent="0" lvl="0" marL="0" rtl="0" algn="l">
              <a:lnSpc>
                <a:spcPct val="100000"/>
              </a:lnSpc>
              <a:spcBef>
                <a:spcPts val="256"/>
              </a:spcBef>
              <a:spcAft>
                <a:spcPts val="0"/>
              </a:spcAft>
              <a:buClr>
                <a:schemeClr val="dk1"/>
              </a:buClr>
              <a:buSzPct val="100000"/>
              <a:buNone/>
            </a:pPr>
            <a:r>
              <a:rPr lang="es-MX"/>
              <a:t>       mov ax,44h</a:t>
            </a:r>
            <a:endParaRPr/>
          </a:p>
          <a:p>
            <a:pPr indent="0" lvl="0" marL="0" rtl="0" algn="l">
              <a:lnSpc>
                <a:spcPct val="100000"/>
              </a:lnSpc>
              <a:spcBef>
                <a:spcPts val="256"/>
              </a:spcBef>
              <a:spcAft>
                <a:spcPts val="0"/>
              </a:spcAft>
              <a:buClr>
                <a:schemeClr val="dk1"/>
              </a:buClr>
              <a:buSzPct val="100000"/>
              <a:buNone/>
            </a:pPr>
            <a:r>
              <a:rPr lang="es-MX"/>
              <a:t>       MOV (BX+SI+prueba),AX    ; Base mas Indice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bx,102h </a:t>
            </a:r>
            <a:endParaRPr/>
          </a:p>
          <a:p>
            <a:pPr indent="0" lvl="0" marL="0" rtl="0" algn="l">
              <a:lnSpc>
                <a:spcPct val="100000"/>
              </a:lnSpc>
              <a:spcBef>
                <a:spcPts val="256"/>
              </a:spcBef>
              <a:spcAft>
                <a:spcPts val="0"/>
              </a:spcAft>
              <a:buClr>
                <a:schemeClr val="dk1"/>
              </a:buClr>
              <a:buSzPct val="100000"/>
              <a:buNone/>
            </a:pPr>
            <a:r>
              <a:rPr lang="es-MX"/>
              <a:t>       mov si,01h</a:t>
            </a:r>
            <a:endParaRPr/>
          </a:p>
          <a:p>
            <a:pPr indent="0" lvl="0" marL="0" rtl="0" algn="l">
              <a:lnSpc>
                <a:spcPct val="100000"/>
              </a:lnSpc>
              <a:spcBef>
                <a:spcPts val="256"/>
              </a:spcBef>
              <a:spcAft>
                <a:spcPts val="0"/>
              </a:spcAft>
              <a:buClr>
                <a:schemeClr val="dk1"/>
              </a:buClr>
              <a:buSzPct val="100000"/>
              <a:buNone/>
            </a:pPr>
            <a:r>
              <a:rPr lang="es-MX"/>
              <a:t>       MOV (BX+4*SI),AX     ;indice Escalado</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       mov ah,0          </a:t>
            </a:r>
            <a:endParaRPr/>
          </a:p>
          <a:p>
            <a:pPr indent="0" lvl="0" marL="0" rtl="0" algn="l">
              <a:lnSpc>
                <a:spcPct val="100000"/>
              </a:lnSpc>
              <a:spcBef>
                <a:spcPts val="256"/>
              </a:spcBef>
              <a:spcAft>
                <a:spcPts val="0"/>
              </a:spcAft>
              <a:buClr>
                <a:schemeClr val="dk1"/>
              </a:buClr>
              <a:buSzPct val="100000"/>
              <a:buNone/>
            </a:pPr>
            <a:r>
              <a:rPr lang="es-MX"/>
              <a:t>       int 16h           </a:t>
            </a:r>
            <a:endParaRPr/>
          </a:p>
          <a:p>
            <a:pPr indent="0" lvl="0" marL="0" rtl="0" algn="l">
              <a:lnSpc>
                <a:spcPct val="100000"/>
              </a:lnSpc>
              <a:spcBef>
                <a:spcPts val="256"/>
              </a:spcBef>
              <a:spcAft>
                <a:spcPts val="0"/>
              </a:spcAft>
              <a:buClr>
                <a:schemeClr val="dk1"/>
              </a:buClr>
              <a:buSzPct val="100000"/>
              <a:buNone/>
            </a:pPr>
            <a:r>
              <a:rPr lang="es-MX"/>
              <a:t>       ret </a:t>
            </a:r>
            <a:endParaRPr/>
          </a:p>
        </p:txBody>
      </p:sp>
      <p:sp>
        <p:nvSpPr>
          <p:cNvPr id="778" name="Google Shape;778;p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779" name="Google Shape;779;p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98"/>
          <p:cNvSpPr txBox="1"/>
          <p:nvPr>
            <p:ph idx="1" type="body"/>
          </p:nvPr>
        </p:nvSpPr>
        <p:spPr>
          <a:xfrm>
            <a:off x="457200" y="260648"/>
            <a:ext cx="8229600" cy="5865515"/>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 .model small  </a:t>
            </a:r>
            <a:endParaRPr/>
          </a:p>
          <a:p>
            <a:pPr indent="0" lvl="0" marL="0" rtl="0" algn="l">
              <a:lnSpc>
                <a:spcPct val="100000"/>
              </a:lnSpc>
              <a:spcBef>
                <a:spcPts val="256"/>
              </a:spcBef>
              <a:spcAft>
                <a:spcPts val="0"/>
              </a:spcAft>
              <a:buClr>
                <a:schemeClr val="dk1"/>
              </a:buClr>
              <a:buSzPct val="100000"/>
              <a:buNone/>
            </a:pPr>
            <a:r>
              <a:rPr lang="es-MX"/>
              <a:t>        .data   </a:t>
            </a:r>
            <a:endParaRPr/>
          </a:p>
          <a:p>
            <a:pPr indent="0" lvl="0" marL="0" rtl="0" algn="l">
              <a:lnSpc>
                <a:spcPct val="100000"/>
              </a:lnSpc>
              <a:spcBef>
                <a:spcPts val="256"/>
              </a:spcBef>
              <a:spcAft>
                <a:spcPts val="0"/>
              </a:spcAft>
              <a:buClr>
                <a:schemeClr val="dk1"/>
              </a:buClr>
              <a:buSzPct val="100000"/>
              <a:buNone/>
            </a:pPr>
            <a:r>
              <a:rPr lang="es-MX"/>
              <a:t>        var1 db 0Ah  </a:t>
            </a:r>
            <a:endParaRPr/>
          </a:p>
          <a:p>
            <a:pPr indent="0" lvl="0" marL="0" rtl="0" algn="l">
              <a:lnSpc>
                <a:spcPct val="100000"/>
              </a:lnSpc>
              <a:spcBef>
                <a:spcPts val="256"/>
              </a:spcBef>
              <a:spcAft>
                <a:spcPts val="0"/>
              </a:spcAft>
              <a:buClr>
                <a:schemeClr val="dk1"/>
              </a:buClr>
              <a:buSzPct val="100000"/>
              <a:buNone/>
            </a:pPr>
            <a:r>
              <a:rPr lang="es-MX"/>
              <a:t>;desplazamiento 0        </a:t>
            </a:r>
            <a:endParaRPr/>
          </a:p>
          <a:p>
            <a:pPr indent="0" lvl="0" marL="0" rtl="0" algn="l">
              <a:lnSpc>
                <a:spcPct val="100000"/>
              </a:lnSpc>
              <a:spcBef>
                <a:spcPts val="256"/>
              </a:spcBef>
              <a:spcAft>
                <a:spcPts val="0"/>
              </a:spcAft>
              <a:buClr>
                <a:schemeClr val="dk1"/>
              </a:buClr>
              <a:buSzPct val="100000"/>
              <a:buNone/>
            </a:pPr>
            <a:r>
              <a:rPr lang="es-MX"/>
              <a:t>        arreglo1 db 1,5,10,15,0Bh,0Ch,0Dh,0Fh,0FFh</a:t>
            </a:r>
            <a:endParaRPr/>
          </a:p>
          <a:p>
            <a:pPr indent="0" lvl="0" marL="0" rtl="0" algn="l">
              <a:lnSpc>
                <a:spcPct val="100000"/>
              </a:lnSpc>
              <a:spcBef>
                <a:spcPts val="256"/>
              </a:spcBef>
              <a:spcAft>
                <a:spcPts val="0"/>
              </a:spcAft>
              <a:buClr>
                <a:schemeClr val="dk1"/>
              </a:buClr>
              <a:buSzPct val="100000"/>
              <a:buNone/>
            </a:pPr>
            <a:r>
              <a:rPr lang="es-MX"/>
              <a:t>;desplazamiento     1 2  3  4  5   6   7   8    9    </a:t>
            </a:r>
            <a:endParaRPr/>
          </a:p>
          <a:p>
            <a:pPr indent="0" lvl="0" marL="0" rtl="0" algn="l">
              <a:lnSpc>
                <a:spcPct val="100000"/>
              </a:lnSpc>
              <a:spcBef>
                <a:spcPts val="256"/>
              </a:spcBef>
              <a:spcAft>
                <a:spcPts val="0"/>
              </a:spcAft>
              <a:buClr>
                <a:schemeClr val="dk1"/>
              </a:buClr>
              <a:buSzPct val="100000"/>
              <a:buNone/>
            </a:pPr>
            <a:r>
              <a:rPr lang="es-MX"/>
              <a:t>        var2 db ?       </a:t>
            </a:r>
            <a:endParaRPr/>
          </a:p>
          <a:p>
            <a:pPr indent="0" lvl="0" marL="0" rtl="0" algn="l">
              <a:lnSpc>
                <a:spcPct val="100000"/>
              </a:lnSpc>
              <a:spcBef>
                <a:spcPts val="256"/>
              </a:spcBef>
              <a:spcAft>
                <a:spcPts val="0"/>
              </a:spcAft>
              <a:buClr>
                <a:schemeClr val="dk1"/>
              </a:buClr>
              <a:buSzPct val="100000"/>
              <a:buNone/>
            </a:pPr>
            <a:r>
              <a:rPr lang="es-MX"/>
              <a:t>;desplazamiento 10                </a:t>
            </a:r>
            <a:endParaRPr/>
          </a:p>
          <a:p>
            <a:pPr indent="0" lvl="0" marL="0" rtl="0" algn="l">
              <a:lnSpc>
                <a:spcPct val="100000"/>
              </a:lnSpc>
              <a:spcBef>
                <a:spcPts val="256"/>
              </a:spcBef>
              <a:spcAft>
                <a:spcPts val="0"/>
              </a:spcAft>
              <a:buClr>
                <a:schemeClr val="dk1"/>
              </a:buClr>
              <a:buSzPct val="100000"/>
              <a:buNone/>
            </a:pPr>
            <a:r>
              <a:rPr lang="es-MX"/>
              <a:t>        .code</a:t>
            </a:r>
            <a:endParaRPr/>
          </a:p>
          <a:p>
            <a:pPr indent="0" lvl="0" marL="0" rtl="0" algn="l">
              <a:lnSpc>
                <a:spcPct val="100000"/>
              </a:lnSpc>
              <a:spcBef>
                <a:spcPts val="256"/>
              </a:spcBef>
              <a:spcAft>
                <a:spcPts val="0"/>
              </a:spcAft>
              <a:buClr>
                <a:schemeClr val="dk1"/>
              </a:buClr>
              <a:buSzPct val="100000"/>
              <a:buNone/>
            </a:pPr>
            <a:r>
              <a:rPr lang="es-MX"/>
              <a:t>        mov ax,@data</a:t>
            </a:r>
            <a:endParaRPr/>
          </a:p>
          <a:p>
            <a:pPr indent="0" lvl="0" marL="0" rtl="0" algn="l">
              <a:lnSpc>
                <a:spcPct val="100000"/>
              </a:lnSpc>
              <a:spcBef>
                <a:spcPts val="256"/>
              </a:spcBef>
              <a:spcAft>
                <a:spcPts val="0"/>
              </a:spcAft>
              <a:buClr>
                <a:schemeClr val="dk1"/>
              </a:buClr>
              <a:buSzPct val="100000"/>
              <a:buNone/>
            </a:pPr>
            <a:r>
              <a:rPr lang="es-MX"/>
              <a:t>        mov ds,ax      </a:t>
            </a:r>
            <a:endParaRPr/>
          </a:p>
          <a:p>
            <a:pPr indent="0" lvl="0" marL="0" rtl="0" algn="l">
              <a:lnSpc>
                <a:spcPct val="100000"/>
              </a:lnSpc>
              <a:spcBef>
                <a:spcPts val="256"/>
              </a:spcBef>
              <a:spcAft>
                <a:spcPts val="0"/>
              </a:spcAft>
              <a:buClr>
                <a:schemeClr val="dk1"/>
              </a:buClr>
              <a:buSzPct val="100000"/>
              <a:buNone/>
            </a:pPr>
            <a:r>
              <a:rPr lang="es-MX"/>
              <a:t>        mov al,[3]      ; al = 10</a:t>
            </a:r>
            <a:endParaRPr/>
          </a:p>
          <a:p>
            <a:pPr indent="0" lvl="0" marL="0" rtl="0" algn="l">
              <a:lnSpc>
                <a:spcPct val="100000"/>
              </a:lnSpc>
              <a:spcBef>
                <a:spcPts val="256"/>
              </a:spcBef>
              <a:spcAft>
                <a:spcPts val="0"/>
              </a:spcAft>
              <a:buClr>
                <a:schemeClr val="dk1"/>
              </a:buClr>
              <a:buSzPct val="100000"/>
              <a:buNone/>
            </a:pPr>
            <a:r>
              <a:rPr lang="es-MX"/>
              <a:t>        mov al,[3]+2    ; al = 0Bh</a:t>
            </a:r>
            <a:endParaRPr/>
          </a:p>
          <a:p>
            <a:pPr indent="0" lvl="0" marL="0" rtl="0" algn="l">
              <a:lnSpc>
                <a:spcPct val="100000"/>
              </a:lnSpc>
              <a:spcBef>
                <a:spcPts val="256"/>
              </a:spcBef>
              <a:spcAft>
                <a:spcPts val="0"/>
              </a:spcAft>
              <a:buClr>
                <a:schemeClr val="dk1"/>
              </a:buClr>
              <a:buSzPct val="100000"/>
              <a:buNone/>
            </a:pPr>
            <a:r>
              <a:rPr lang="es-MX"/>
              <a:t>        mov al,[3+2]    ; al = 0Bh</a:t>
            </a:r>
            <a:endParaRPr/>
          </a:p>
          <a:p>
            <a:pPr indent="0" lvl="0" marL="0" rtl="0" algn="l">
              <a:lnSpc>
                <a:spcPct val="100000"/>
              </a:lnSpc>
              <a:spcBef>
                <a:spcPts val="256"/>
              </a:spcBef>
              <a:spcAft>
                <a:spcPts val="0"/>
              </a:spcAft>
              <a:buClr>
                <a:schemeClr val="dk1"/>
              </a:buClr>
              <a:buSzPct val="100000"/>
              <a:buNone/>
            </a:pPr>
            <a:r>
              <a:rPr lang="es-MX"/>
              <a:t>        mov al,[3]2     ; al = 0Bh</a:t>
            </a:r>
            <a:endParaRPr/>
          </a:p>
          <a:p>
            <a:pPr indent="0" lvl="0" marL="0" rtl="0" algn="l">
              <a:lnSpc>
                <a:spcPct val="100000"/>
              </a:lnSpc>
              <a:spcBef>
                <a:spcPts val="256"/>
              </a:spcBef>
              <a:spcAft>
                <a:spcPts val="0"/>
              </a:spcAft>
              <a:buClr>
                <a:schemeClr val="dk1"/>
              </a:buClr>
              <a:buSzPct val="100000"/>
              <a:buNone/>
            </a:pPr>
            <a:r>
              <a:rPr lang="es-MX"/>
              <a:t>        mov al,[2]3     ; al = 0Bh                                                        </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        mov al,[var1]   ; al = 0Ah</a:t>
            </a:r>
            <a:endParaRPr/>
          </a:p>
          <a:p>
            <a:pPr indent="0" lvl="0" marL="0" rtl="0" algn="l">
              <a:lnSpc>
                <a:spcPct val="100000"/>
              </a:lnSpc>
              <a:spcBef>
                <a:spcPts val="256"/>
              </a:spcBef>
              <a:spcAft>
                <a:spcPts val="0"/>
              </a:spcAft>
              <a:buClr>
                <a:schemeClr val="dk1"/>
              </a:buClr>
              <a:buSzPct val="100000"/>
              <a:buNone/>
            </a:pPr>
            <a:r>
              <a:rPr lang="es-MX"/>
              <a:t>        mov al,[var1]+2 ; al = 5</a:t>
            </a:r>
            <a:endParaRPr/>
          </a:p>
          <a:p>
            <a:pPr indent="0" lvl="0" marL="0" rtl="0" algn="l">
              <a:lnSpc>
                <a:spcPct val="100000"/>
              </a:lnSpc>
              <a:spcBef>
                <a:spcPts val="256"/>
              </a:spcBef>
              <a:spcAft>
                <a:spcPts val="0"/>
              </a:spcAft>
              <a:buClr>
                <a:schemeClr val="dk1"/>
              </a:buClr>
              <a:buSzPct val="100000"/>
              <a:buNone/>
            </a:pPr>
            <a:r>
              <a:rPr lang="es-MX"/>
              <a:t>        mov al,[var1+2] ; al = 5</a:t>
            </a:r>
            <a:endParaRPr/>
          </a:p>
          <a:p>
            <a:pPr indent="0" lvl="0" marL="0" rtl="0" algn="l">
              <a:lnSpc>
                <a:spcPct val="100000"/>
              </a:lnSpc>
              <a:spcBef>
                <a:spcPts val="256"/>
              </a:spcBef>
              <a:spcAft>
                <a:spcPts val="0"/>
              </a:spcAft>
              <a:buClr>
                <a:schemeClr val="dk1"/>
              </a:buClr>
              <a:buSzPct val="100000"/>
              <a:buNone/>
            </a:pPr>
            <a:r>
              <a:rPr lang="es-MX"/>
              <a:t>        mov al,[var1]2  ; al = 5</a:t>
            </a:r>
            <a:endParaRPr/>
          </a:p>
          <a:p>
            <a:pPr indent="0" lvl="0" marL="0" rtl="0" algn="l">
              <a:lnSpc>
                <a:spcPct val="100000"/>
              </a:lnSpc>
              <a:spcBef>
                <a:spcPts val="256"/>
              </a:spcBef>
              <a:spcAft>
                <a:spcPts val="0"/>
              </a:spcAft>
              <a:buClr>
                <a:schemeClr val="dk1"/>
              </a:buClr>
              <a:buSzPct val="100000"/>
              <a:buNone/>
            </a:pPr>
            <a:r>
              <a:rPr lang="es-MX"/>
              <a:t>        mov al,var1[2]  ; al = 5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al,[arreglo1]   ; al = 1</a:t>
            </a:r>
            <a:endParaRPr/>
          </a:p>
          <a:p>
            <a:pPr indent="0" lvl="0" marL="0" rtl="0" algn="l">
              <a:lnSpc>
                <a:spcPct val="100000"/>
              </a:lnSpc>
              <a:spcBef>
                <a:spcPts val="256"/>
              </a:spcBef>
              <a:spcAft>
                <a:spcPts val="0"/>
              </a:spcAft>
              <a:buClr>
                <a:schemeClr val="dk1"/>
              </a:buClr>
              <a:buSzPct val="100000"/>
              <a:buNone/>
            </a:pPr>
            <a:r>
              <a:rPr lang="es-MX"/>
              <a:t>        mov al,[arreglo1]+2 ; al = 10</a:t>
            </a:r>
            <a:endParaRPr/>
          </a:p>
          <a:p>
            <a:pPr indent="0" lvl="0" marL="0" rtl="0" algn="l">
              <a:lnSpc>
                <a:spcPct val="100000"/>
              </a:lnSpc>
              <a:spcBef>
                <a:spcPts val="256"/>
              </a:spcBef>
              <a:spcAft>
                <a:spcPts val="0"/>
              </a:spcAft>
              <a:buClr>
                <a:schemeClr val="dk1"/>
              </a:buClr>
              <a:buSzPct val="100000"/>
              <a:buNone/>
            </a:pPr>
            <a:r>
              <a:rPr lang="es-MX"/>
              <a:t>        mov al,[arreglo1+2] ; al = 10</a:t>
            </a:r>
            <a:endParaRPr/>
          </a:p>
          <a:p>
            <a:pPr indent="0" lvl="0" marL="0" rtl="0" algn="l">
              <a:lnSpc>
                <a:spcPct val="100000"/>
              </a:lnSpc>
              <a:spcBef>
                <a:spcPts val="256"/>
              </a:spcBef>
              <a:spcAft>
                <a:spcPts val="0"/>
              </a:spcAft>
              <a:buClr>
                <a:schemeClr val="dk1"/>
              </a:buClr>
              <a:buSzPct val="100000"/>
              <a:buNone/>
            </a:pPr>
            <a:r>
              <a:rPr lang="es-MX"/>
              <a:t>        mov al,[2]+arreglo1 ; al = 10</a:t>
            </a:r>
            <a:endParaRPr/>
          </a:p>
          <a:p>
            <a:pPr indent="0" lvl="0" marL="0" rtl="0" algn="l">
              <a:lnSpc>
                <a:spcPct val="100000"/>
              </a:lnSpc>
              <a:spcBef>
                <a:spcPts val="256"/>
              </a:spcBef>
              <a:spcAft>
                <a:spcPts val="0"/>
              </a:spcAft>
              <a:buClr>
                <a:schemeClr val="dk1"/>
              </a:buClr>
              <a:buSzPct val="100000"/>
              <a:buNone/>
            </a:pPr>
            <a:r>
              <a:rPr lang="es-MX"/>
              <a:t>        mov al,arreglo1[2]  ; al = 10</a:t>
            </a:r>
            <a:endParaRPr/>
          </a:p>
          <a:p>
            <a:pPr indent="0" lvl="0" marL="0" rtl="0" algn="l">
              <a:lnSpc>
                <a:spcPct val="100000"/>
              </a:lnSpc>
              <a:spcBef>
                <a:spcPts val="256"/>
              </a:spcBef>
              <a:spcAft>
                <a:spcPts val="0"/>
              </a:spcAft>
              <a:buClr>
                <a:schemeClr val="dk1"/>
              </a:buClr>
              <a:buSzPct val="100000"/>
              <a:buNone/>
            </a:pPr>
            <a:r>
              <a:rPr lang="es-MX"/>
              <a:t>        mov al,2[arreglo1]  ; al = 10 </a:t>
            </a:r>
            <a:endParaRPr/>
          </a:p>
        </p:txBody>
      </p:sp>
      <p:pic>
        <p:nvPicPr>
          <p:cNvPr id="785" name="Google Shape;785;p98"/>
          <p:cNvPicPr preferRelativeResize="0"/>
          <p:nvPr/>
        </p:nvPicPr>
        <p:blipFill rotWithShape="1">
          <a:blip r:embed="rId3">
            <a:alphaModFix/>
          </a:blip>
          <a:srcRect b="0" l="0" r="0" t="0"/>
          <a:stretch/>
        </p:blipFill>
        <p:spPr>
          <a:xfrm>
            <a:off x="3347864" y="2708103"/>
            <a:ext cx="5796136" cy="1441793"/>
          </a:xfrm>
          <a:prstGeom prst="rect">
            <a:avLst/>
          </a:prstGeom>
          <a:noFill/>
          <a:ln>
            <a:noFill/>
          </a:ln>
        </p:spPr>
      </p:pic>
      <p:sp>
        <p:nvSpPr>
          <p:cNvPr id="786" name="Google Shape;786;p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787" name="Google Shape;787;p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99"/>
          <p:cNvSpPr txBox="1"/>
          <p:nvPr>
            <p:ph idx="1" type="body"/>
          </p:nvPr>
        </p:nvSpPr>
        <p:spPr>
          <a:xfrm>
            <a:off x="457200" y="332656"/>
            <a:ext cx="8229600" cy="5793507"/>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00000"/>
              </a:lnSpc>
              <a:spcBef>
                <a:spcPts val="0"/>
              </a:spcBef>
              <a:spcAft>
                <a:spcPts val="0"/>
              </a:spcAft>
              <a:buClr>
                <a:schemeClr val="dk1"/>
              </a:buClr>
              <a:buSzPct val="100000"/>
              <a:buNone/>
            </a:pPr>
            <a:r>
              <a:rPr lang="es-MX" sz="4000"/>
              <a:t> .model small  </a:t>
            </a:r>
            <a:endParaRPr/>
          </a:p>
          <a:p>
            <a:pPr indent="0" lvl="0" marL="0" rtl="0" algn="l">
              <a:lnSpc>
                <a:spcPct val="100000"/>
              </a:lnSpc>
              <a:spcBef>
                <a:spcPts val="200"/>
              </a:spcBef>
              <a:spcAft>
                <a:spcPts val="0"/>
              </a:spcAft>
              <a:buClr>
                <a:schemeClr val="dk1"/>
              </a:buClr>
              <a:buSzPct val="100000"/>
              <a:buNone/>
            </a:pPr>
            <a:r>
              <a:rPr lang="es-MX" sz="4000"/>
              <a:t>        .data   </a:t>
            </a:r>
            <a:endParaRPr/>
          </a:p>
          <a:p>
            <a:pPr indent="0" lvl="0" marL="0" rtl="0" algn="l">
              <a:lnSpc>
                <a:spcPct val="100000"/>
              </a:lnSpc>
              <a:spcBef>
                <a:spcPts val="200"/>
              </a:spcBef>
              <a:spcAft>
                <a:spcPts val="0"/>
              </a:spcAft>
              <a:buClr>
                <a:schemeClr val="dk1"/>
              </a:buClr>
              <a:buSzPct val="100000"/>
              <a:buNone/>
            </a:pPr>
            <a:r>
              <a:rPr lang="es-MX" sz="4000"/>
              <a:t>        var1 db 0Ah  </a:t>
            </a:r>
            <a:endParaRPr/>
          </a:p>
          <a:p>
            <a:pPr indent="0" lvl="0" marL="0" rtl="0" algn="l">
              <a:lnSpc>
                <a:spcPct val="100000"/>
              </a:lnSpc>
              <a:spcBef>
                <a:spcPts val="200"/>
              </a:spcBef>
              <a:spcAft>
                <a:spcPts val="0"/>
              </a:spcAft>
              <a:buClr>
                <a:schemeClr val="dk1"/>
              </a:buClr>
              <a:buSzPct val="100000"/>
              <a:buNone/>
            </a:pPr>
            <a:r>
              <a:rPr lang="es-MX" sz="4000"/>
              <a:t>;desplazamiento 0        </a:t>
            </a:r>
            <a:endParaRPr/>
          </a:p>
          <a:p>
            <a:pPr indent="0" lvl="0" marL="0" rtl="0" algn="l">
              <a:lnSpc>
                <a:spcPct val="100000"/>
              </a:lnSpc>
              <a:spcBef>
                <a:spcPts val="200"/>
              </a:spcBef>
              <a:spcAft>
                <a:spcPts val="0"/>
              </a:spcAft>
              <a:buClr>
                <a:schemeClr val="dk1"/>
              </a:buClr>
              <a:buSzPct val="100000"/>
              <a:buNone/>
            </a:pPr>
            <a:r>
              <a:rPr lang="es-MX" sz="4000"/>
              <a:t>        arreglo1 db 1,5,10,15,0Bh,0Ch,0Dh,0Fh,0FFh</a:t>
            </a:r>
            <a:endParaRPr/>
          </a:p>
          <a:p>
            <a:pPr indent="0" lvl="0" marL="0" rtl="0" algn="l">
              <a:lnSpc>
                <a:spcPct val="100000"/>
              </a:lnSpc>
              <a:spcBef>
                <a:spcPts val="200"/>
              </a:spcBef>
              <a:spcAft>
                <a:spcPts val="0"/>
              </a:spcAft>
              <a:buClr>
                <a:schemeClr val="dk1"/>
              </a:buClr>
              <a:buSzPct val="100000"/>
              <a:buNone/>
            </a:pPr>
            <a:r>
              <a:rPr lang="es-MX" sz="4000"/>
              <a:t>;desplazamiento     1 2  3  4  5   6   7   8    9    </a:t>
            </a:r>
            <a:endParaRPr/>
          </a:p>
          <a:p>
            <a:pPr indent="0" lvl="0" marL="0" rtl="0" algn="l">
              <a:lnSpc>
                <a:spcPct val="100000"/>
              </a:lnSpc>
              <a:spcBef>
                <a:spcPts val="200"/>
              </a:spcBef>
              <a:spcAft>
                <a:spcPts val="0"/>
              </a:spcAft>
              <a:buClr>
                <a:schemeClr val="dk1"/>
              </a:buClr>
              <a:buSzPct val="100000"/>
              <a:buNone/>
            </a:pPr>
            <a:r>
              <a:rPr lang="es-MX" sz="4000"/>
              <a:t>        var2 db ?       </a:t>
            </a:r>
            <a:endParaRPr/>
          </a:p>
          <a:p>
            <a:pPr indent="0" lvl="0" marL="0" rtl="0" algn="l">
              <a:lnSpc>
                <a:spcPct val="100000"/>
              </a:lnSpc>
              <a:spcBef>
                <a:spcPts val="200"/>
              </a:spcBef>
              <a:spcAft>
                <a:spcPts val="0"/>
              </a:spcAft>
              <a:buClr>
                <a:schemeClr val="dk1"/>
              </a:buClr>
              <a:buSzPct val="100000"/>
              <a:buNone/>
            </a:pPr>
            <a:r>
              <a:rPr lang="es-MX" sz="4000"/>
              <a:t>;desplazamiento 10                </a:t>
            </a:r>
            <a:endParaRPr/>
          </a:p>
          <a:p>
            <a:pPr indent="0" lvl="0" marL="0" rtl="0" algn="l">
              <a:lnSpc>
                <a:spcPct val="100000"/>
              </a:lnSpc>
              <a:spcBef>
                <a:spcPts val="200"/>
              </a:spcBef>
              <a:spcAft>
                <a:spcPts val="0"/>
              </a:spcAft>
              <a:buClr>
                <a:schemeClr val="dk1"/>
              </a:buClr>
              <a:buSzPct val="100000"/>
              <a:buNone/>
            </a:pPr>
            <a:r>
              <a:rPr lang="es-MX" sz="4000"/>
              <a:t>        .code</a:t>
            </a:r>
            <a:endParaRPr sz="4000"/>
          </a:p>
          <a:p>
            <a:pPr indent="0" lvl="0" marL="0" rtl="0" algn="l">
              <a:lnSpc>
                <a:spcPct val="100000"/>
              </a:lnSpc>
              <a:spcBef>
                <a:spcPts val="200"/>
              </a:spcBef>
              <a:spcAft>
                <a:spcPts val="0"/>
              </a:spcAft>
              <a:buClr>
                <a:schemeClr val="dk1"/>
              </a:buClr>
              <a:buSzPct val="100000"/>
              <a:buNone/>
            </a:pPr>
            <a:r>
              <a:rPr lang="es-MX" sz="4000"/>
              <a:t>        mov ax,@data</a:t>
            </a:r>
            <a:endParaRPr/>
          </a:p>
          <a:p>
            <a:pPr indent="0" lvl="0" marL="0" rtl="0" algn="l">
              <a:lnSpc>
                <a:spcPct val="100000"/>
              </a:lnSpc>
              <a:spcBef>
                <a:spcPts val="200"/>
              </a:spcBef>
              <a:spcAft>
                <a:spcPts val="0"/>
              </a:spcAft>
              <a:buClr>
                <a:schemeClr val="dk1"/>
              </a:buClr>
              <a:buSzPct val="100000"/>
              <a:buNone/>
            </a:pPr>
            <a:r>
              <a:rPr lang="es-MX" sz="4000"/>
              <a:t>        mov ds,ax      </a:t>
            </a:r>
            <a:endParaRPr/>
          </a:p>
          <a:p>
            <a:pPr indent="0" lvl="0" marL="0" rtl="0" algn="l">
              <a:lnSpc>
                <a:spcPct val="100000"/>
              </a:lnSpc>
              <a:spcBef>
                <a:spcPts val="200"/>
              </a:spcBef>
              <a:spcAft>
                <a:spcPts val="0"/>
              </a:spcAft>
              <a:buClr>
                <a:schemeClr val="dk1"/>
              </a:buClr>
              <a:buSzPct val="100000"/>
              <a:buNone/>
            </a:pPr>
            <a:r>
              <a:rPr lang="es-MX" sz="4000"/>
              <a:t>                </a:t>
            </a:r>
            <a:endParaRPr/>
          </a:p>
          <a:p>
            <a:pPr indent="0" lvl="0" marL="0" rtl="0" algn="l">
              <a:lnSpc>
                <a:spcPct val="100000"/>
              </a:lnSpc>
              <a:spcBef>
                <a:spcPts val="200"/>
              </a:spcBef>
              <a:spcAft>
                <a:spcPts val="0"/>
              </a:spcAft>
              <a:buClr>
                <a:schemeClr val="dk1"/>
              </a:buClr>
              <a:buSzPct val="100000"/>
              <a:buNone/>
            </a:pPr>
            <a:r>
              <a:rPr lang="es-MX" sz="4000"/>
              <a:t>        mov si,5</a:t>
            </a:r>
            <a:endParaRPr/>
          </a:p>
          <a:p>
            <a:pPr indent="0" lvl="0" marL="0" rtl="0" algn="l">
              <a:lnSpc>
                <a:spcPct val="100000"/>
              </a:lnSpc>
              <a:spcBef>
                <a:spcPts val="200"/>
              </a:spcBef>
              <a:spcAft>
                <a:spcPts val="0"/>
              </a:spcAft>
              <a:buClr>
                <a:schemeClr val="dk1"/>
              </a:buClr>
              <a:buSzPct val="100000"/>
              <a:buNone/>
            </a:pPr>
            <a:r>
              <a:rPr lang="es-MX" sz="4000"/>
              <a:t>        mov al,arreglo1[si] ; al = 0Ch</a:t>
            </a:r>
            <a:endParaRPr/>
          </a:p>
          <a:p>
            <a:pPr indent="0" lvl="0" marL="0" rtl="0" algn="l">
              <a:lnSpc>
                <a:spcPct val="100000"/>
              </a:lnSpc>
              <a:spcBef>
                <a:spcPts val="200"/>
              </a:spcBef>
              <a:spcAft>
                <a:spcPts val="0"/>
              </a:spcAft>
              <a:buClr>
                <a:schemeClr val="dk1"/>
              </a:buClr>
              <a:buSzPct val="100000"/>
              <a:buNone/>
            </a:pPr>
            <a:r>
              <a:rPr lang="es-MX" sz="4000"/>
              <a:t>        </a:t>
            </a:r>
            <a:endParaRPr/>
          </a:p>
          <a:p>
            <a:pPr indent="0" lvl="0" marL="0" rtl="0" algn="l">
              <a:lnSpc>
                <a:spcPct val="100000"/>
              </a:lnSpc>
              <a:spcBef>
                <a:spcPts val="200"/>
              </a:spcBef>
              <a:spcAft>
                <a:spcPts val="0"/>
              </a:spcAft>
              <a:buClr>
                <a:schemeClr val="dk1"/>
              </a:buClr>
              <a:buSzPct val="100000"/>
              <a:buNone/>
            </a:pPr>
            <a:r>
              <a:rPr lang="es-MX" sz="4000"/>
              <a:t>        mov si,2  </a:t>
            </a:r>
            <a:endParaRPr/>
          </a:p>
          <a:p>
            <a:pPr indent="0" lvl="0" marL="0" rtl="0" algn="l">
              <a:lnSpc>
                <a:spcPct val="100000"/>
              </a:lnSpc>
              <a:spcBef>
                <a:spcPts val="200"/>
              </a:spcBef>
              <a:spcAft>
                <a:spcPts val="0"/>
              </a:spcAft>
              <a:buClr>
                <a:schemeClr val="dk1"/>
              </a:buClr>
              <a:buSzPct val="100000"/>
              <a:buNone/>
            </a:pPr>
            <a:r>
              <a:rPr lang="es-MX" sz="4000"/>
              <a:t>        mov al,[arreglo1]+si ; al = 0Ah     </a:t>
            </a:r>
            <a:endParaRPr/>
          </a:p>
          <a:p>
            <a:pPr indent="0" lvl="0" marL="0" rtl="0" algn="l">
              <a:lnSpc>
                <a:spcPct val="100000"/>
              </a:lnSpc>
              <a:spcBef>
                <a:spcPts val="200"/>
              </a:spcBef>
              <a:spcAft>
                <a:spcPts val="0"/>
              </a:spcAft>
              <a:buClr>
                <a:schemeClr val="dk1"/>
              </a:buClr>
              <a:buSzPct val="100000"/>
              <a:buNone/>
            </a:pPr>
            <a:r>
              <a:rPr lang="es-MX" sz="4000"/>
              <a:t>        </a:t>
            </a:r>
            <a:endParaRPr/>
          </a:p>
          <a:p>
            <a:pPr indent="0" lvl="0" marL="0" rtl="0" algn="l">
              <a:lnSpc>
                <a:spcPct val="100000"/>
              </a:lnSpc>
              <a:spcBef>
                <a:spcPts val="200"/>
              </a:spcBef>
              <a:spcAft>
                <a:spcPts val="0"/>
              </a:spcAft>
              <a:buClr>
                <a:schemeClr val="dk1"/>
              </a:buClr>
              <a:buSzPct val="100000"/>
              <a:buNone/>
            </a:pPr>
            <a:r>
              <a:rPr lang="es-MX" sz="4000"/>
              <a:t>        lea di,arreglo1</a:t>
            </a:r>
            <a:endParaRPr/>
          </a:p>
          <a:p>
            <a:pPr indent="0" lvl="0" marL="0" rtl="0" algn="l">
              <a:lnSpc>
                <a:spcPct val="100000"/>
              </a:lnSpc>
              <a:spcBef>
                <a:spcPts val="200"/>
              </a:spcBef>
              <a:spcAft>
                <a:spcPts val="0"/>
              </a:spcAft>
              <a:buClr>
                <a:schemeClr val="dk1"/>
              </a:buClr>
              <a:buSzPct val="100000"/>
              <a:buNone/>
            </a:pPr>
            <a:r>
              <a:rPr lang="es-MX" sz="4000"/>
              <a:t>        mov al,[di]          ; al = 01       </a:t>
            </a:r>
            <a:endParaRPr/>
          </a:p>
          <a:p>
            <a:pPr indent="0" lvl="0" marL="0" rtl="0" algn="l">
              <a:lnSpc>
                <a:spcPct val="100000"/>
              </a:lnSpc>
              <a:spcBef>
                <a:spcPts val="200"/>
              </a:spcBef>
              <a:spcAft>
                <a:spcPts val="0"/>
              </a:spcAft>
              <a:buClr>
                <a:schemeClr val="dk1"/>
              </a:buClr>
              <a:buSzPct val="100000"/>
              <a:buNone/>
            </a:pPr>
            <a:r>
              <a:rPr lang="es-MX" sz="4000"/>
              <a:t>        </a:t>
            </a:r>
            <a:endParaRPr/>
          </a:p>
          <a:p>
            <a:pPr indent="0" lvl="0" marL="0" rtl="0" algn="l">
              <a:lnSpc>
                <a:spcPct val="100000"/>
              </a:lnSpc>
              <a:spcBef>
                <a:spcPts val="200"/>
              </a:spcBef>
              <a:spcAft>
                <a:spcPts val="0"/>
              </a:spcAft>
              <a:buClr>
                <a:schemeClr val="dk1"/>
              </a:buClr>
              <a:buSzPct val="100000"/>
              <a:buNone/>
            </a:pPr>
            <a:r>
              <a:rPr lang="es-MX" sz="4000"/>
              <a:t>        mov bx,2</a:t>
            </a:r>
            <a:endParaRPr/>
          </a:p>
          <a:p>
            <a:pPr indent="0" lvl="0" marL="0" rtl="0" algn="l">
              <a:lnSpc>
                <a:spcPct val="100000"/>
              </a:lnSpc>
              <a:spcBef>
                <a:spcPts val="200"/>
              </a:spcBef>
              <a:spcAft>
                <a:spcPts val="0"/>
              </a:spcAft>
              <a:buClr>
                <a:schemeClr val="dk1"/>
              </a:buClr>
              <a:buSzPct val="100000"/>
              <a:buNone/>
            </a:pPr>
            <a:r>
              <a:rPr lang="es-MX" sz="4000"/>
              <a:t>        mov al,[bx]          ; al = 05</a:t>
            </a:r>
            <a:endParaRPr/>
          </a:p>
          <a:p>
            <a:pPr indent="0" lvl="0" marL="0" rtl="0" algn="l">
              <a:lnSpc>
                <a:spcPct val="100000"/>
              </a:lnSpc>
              <a:spcBef>
                <a:spcPts val="200"/>
              </a:spcBef>
              <a:spcAft>
                <a:spcPts val="0"/>
              </a:spcAft>
              <a:buClr>
                <a:schemeClr val="dk1"/>
              </a:buClr>
              <a:buSzPct val="100000"/>
              <a:buNone/>
            </a:pPr>
            <a:r>
              <a:rPr lang="es-MX" sz="4000"/>
              <a:t>        </a:t>
            </a:r>
            <a:endParaRPr/>
          </a:p>
          <a:p>
            <a:pPr indent="0" lvl="0" marL="0" rtl="0" algn="l">
              <a:lnSpc>
                <a:spcPct val="100000"/>
              </a:lnSpc>
              <a:spcBef>
                <a:spcPts val="200"/>
              </a:spcBef>
              <a:spcAft>
                <a:spcPts val="0"/>
              </a:spcAft>
              <a:buClr>
                <a:schemeClr val="dk1"/>
              </a:buClr>
              <a:buSzPct val="100000"/>
              <a:buNone/>
            </a:pPr>
            <a:r>
              <a:rPr lang="es-MX" sz="4000"/>
              <a:t>        lea bx,arreglo1</a:t>
            </a:r>
            <a:endParaRPr/>
          </a:p>
          <a:p>
            <a:pPr indent="0" lvl="0" marL="0" rtl="0" algn="l">
              <a:lnSpc>
                <a:spcPct val="100000"/>
              </a:lnSpc>
              <a:spcBef>
                <a:spcPts val="200"/>
              </a:spcBef>
              <a:spcAft>
                <a:spcPts val="0"/>
              </a:spcAft>
              <a:buClr>
                <a:schemeClr val="dk1"/>
              </a:buClr>
              <a:buSzPct val="100000"/>
              <a:buNone/>
            </a:pPr>
            <a:r>
              <a:rPr lang="es-MX" sz="4000"/>
              <a:t>        mov al,[bx]          ; al = 01   </a:t>
            </a:r>
            <a:endParaRPr/>
          </a:p>
          <a:p>
            <a:pPr indent="0" lvl="0" marL="0" rtl="0" algn="l">
              <a:lnSpc>
                <a:spcPct val="100000"/>
              </a:lnSpc>
              <a:spcBef>
                <a:spcPts val="200"/>
              </a:spcBef>
              <a:spcAft>
                <a:spcPts val="0"/>
              </a:spcAft>
              <a:buClr>
                <a:schemeClr val="dk1"/>
              </a:buClr>
              <a:buSzPct val="100000"/>
              <a:buNone/>
            </a:pPr>
            <a:r>
              <a:rPr lang="es-MX" sz="4000"/>
              <a:t>        </a:t>
            </a:r>
            <a:endParaRPr/>
          </a:p>
          <a:p>
            <a:pPr indent="0" lvl="0" marL="0" rtl="0" algn="l">
              <a:lnSpc>
                <a:spcPct val="100000"/>
              </a:lnSpc>
              <a:spcBef>
                <a:spcPts val="200"/>
              </a:spcBef>
              <a:spcAft>
                <a:spcPts val="0"/>
              </a:spcAft>
              <a:buClr>
                <a:schemeClr val="dk1"/>
              </a:buClr>
              <a:buSzPct val="100000"/>
              <a:buNone/>
            </a:pPr>
            <a:r>
              <a:rPr lang="es-MX" sz="4000"/>
              <a:t>        mov si,1</a:t>
            </a:r>
            <a:endParaRPr/>
          </a:p>
          <a:p>
            <a:pPr indent="0" lvl="0" marL="0" rtl="0" algn="l">
              <a:lnSpc>
                <a:spcPct val="100000"/>
              </a:lnSpc>
              <a:spcBef>
                <a:spcPts val="200"/>
              </a:spcBef>
              <a:spcAft>
                <a:spcPts val="0"/>
              </a:spcAft>
              <a:buClr>
                <a:schemeClr val="dk1"/>
              </a:buClr>
              <a:buSzPct val="100000"/>
              <a:buNone/>
            </a:pPr>
            <a:r>
              <a:rPr lang="es-MX" sz="4000"/>
              <a:t>        mov bx,1</a:t>
            </a:r>
            <a:endParaRPr/>
          </a:p>
          <a:p>
            <a:pPr indent="0" lvl="0" marL="0" rtl="0" algn="l">
              <a:lnSpc>
                <a:spcPct val="100000"/>
              </a:lnSpc>
              <a:spcBef>
                <a:spcPts val="200"/>
              </a:spcBef>
              <a:spcAft>
                <a:spcPts val="0"/>
              </a:spcAft>
              <a:buClr>
                <a:schemeClr val="dk1"/>
              </a:buClr>
              <a:buSzPct val="100000"/>
              <a:buNone/>
            </a:pPr>
            <a:r>
              <a:rPr lang="es-MX" sz="4000"/>
              <a:t>        </a:t>
            </a:r>
            <a:endParaRPr/>
          </a:p>
          <a:p>
            <a:pPr indent="0" lvl="0" marL="0" rtl="0" algn="l">
              <a:lnSpc>
                <a:spcPct val="100000"/>
              </a:lnSpc>
              <a:spcBef>
                <a:spcPts val="200"/>
              </a:spcBef>
              <a:spcAft>
                <a:spcPts val="0"/>
              </a:spcAft>
              <a:buClr>
                <a:schemeClr val="dk1"/>
              </a:buClr>
              <a:buSzPct val="100000"/>
              <a:buNone/>
            </a:pPr>
            <a:r>
              <a:rPr lang="es-MX" sz="4000"/>
              <a:t>        mov al,[bx+si]  ; al=05</a:t>
            </a:r>
            <a:endParaRPr/>
          </a:p>
          <a:p>
            <a:pPr indent="0" lvl="0" marL="0" rtl="0" algn="l">
              <a:lnSpc>
                <a:spcPct val="100000"/>
              </a:lnSpc>
              <a:spcBef>
                <a:spcPts val="200"/>
              </a:spcBef>
              <a:spcAft>
                <a:spcPts val="0"/>
              </a:spcAft>
              <a:buClr>
                <a:schemeClr val="dk1"/>
              </a:buClr>
              <a:buSzPct val="100000"/>
              <a:buNone/>
            </a:pPr>
            <a:r>
              <a:rPr lang="es-MX" sz="4000"/>
              <a:t>        mov al,[si+bx]  ; al=05</a:t>
            </a:r>
            <a:endParaRPr/>
          </a:p>
          <a:p>
            <a:pPr indent="0" lvl="0" marL="0" rtl="0" algn="l">
              <a:lnSpc>
                <a:spcPct val="100000"/>
              </a:lnSpc>
              <a:spcBef>
                <a:spcPts val="200"/>
              </a:spcBef>
              <a:spcAft>
                <a:spcPts val="0"/>
              </a:spcAft>
              <a:buClr>
                <a:schemeClr val="dk1"/>
              </a:buClr>
              <a:buSzPct val="100000"/>
              <a:buNone/>
            </a:pPr>
            <a:r>
              <a:rPr lang="es-MX" sz="4000"/>
              <a:t>        mov al,[bx]+si  ; al=05</a:t>
            </a:r>
            <a:endParaRPr/>
          </a:p>
          <a:p>
            <a:pPr indent="0" lvl="0" marL="0" rtl="0" algn="l">
              <a:lnSpc>
                <a:spcPct val="100000"/>
              </a:lnSpc>
              <a:spcBef>
                <a:spcPts val="200"/>
              </a:spcBef>
              <a:spcAft>
                <a:spcPts val="0"/>
              </a:spcAft>
              <a:buClr>
                <a:schemeClr val="dk1"/>
              </a:buClr>
              <a:buSzPct val="100000"/>
              <a:buNone/>
            </a:pPr>
            <a:r>
              <a:rPr lang="es-MX" sz="4000"/>
              <a:t>        mov al,[si]+bx  ; al=05</a:t>
            </a:r>
            <a:endParaRPr/>
          </a:p>
          <a:p>
            <a:pPr indent="0" lvl="0" marL="0" rtl="0" algn="l">
              <a:lnSpc>
                <a:spcPct val="100000"/>
              </a:lnSpc>
              <a:spcBef>
                <a:spcPts val="200"/>
              </a:spcBef>
              <a:spcAft>
                <a:spcPts val="0"/>
              </a:spcAft>
              <a:buClr>
                <a:schemeClr val="dk1"/>
              </a:buClr>
              <a:buSzPct val="100000"/>
              <a:buNone/>
            </a:pPr>
            <a:r>
              <a:rPr lang="es-MX" sz="4000"/>
              <a:t>        mov al,si[bx]  ; al=05          </a:t>
            </a:r>
            <a:endParaRPr/>
          </a:p>
          <a:p>
            <a:pPr indent="0" lvl="0" marL="0" rtl="0" algn="l">
              <a:lnSpc>
                <a:spcPct val="100000"/>
              </a:lnSpc>
              <a:spcBef>
                <a:spcPts val="200"/>
              </a:spcBef>
              <a:spcAft>
                <a:spcPts val="0"/>
              </a:spcAft>
              <a:buClr>
                <a:schemeClr val="dk1"/>
              </a:buClr>
              <a:buSzPct val="100000"/>
              <a:buNone/>
            </a:pPr>
            <a:r>
              <a:rPr lang="es-MX" sz="4000"/>
              <a:t>        mov al,bx[si]  ; al=05</a:t>
            </a:r>
            <a:endParaRPr/>
          </a:p>
          <a:p>
            <a:pPr indent="0" lvl="0" marL="0" rtl="0" algn="l">
              <a:lnSpc>
                <a:spcPct val="100000"/>
              </a:lnSpc>
              <a:spcBef>
                <a:spcPts val="200"/>
              </a:spcBef>
              <a:spcAft>
                <a:spcPts val="0"/>
              </a:spcAft>
              <a:buClr>
                <a:schemeClr val="dk1"/>
              </a:buClr>
              <a:buSzPct val="100000"/>
              <a:buNone/>
            </a:pPr>
            <a:r>
              <a:rPr lang="es-MX" sz="4000"/>
              <a:t>        mov al,[si][bx]  ; al=05                                            </a:t>
            </a:r>
            <a:endParaRPr/>
          </a:p>
          <a:p>
            <a:pPr indent="0" lvl="0" marL="0" rtl="0" algn="l">
              <a:lnSpc>
                <a:spcPct val="100000"/>
              </a:lnSpc>
              <a:spcBef>
                <a:spcPts val="160"/>
              </a:spcBef>
              <a:spcAft>
                <a:spcPts val="0"/>
              </a:spcAft>
              <a:buClr>
                <a:schemeClr val="dk1"/>
              </a:buClr>
              <a:buSzPct val="100000"/>
              <a:buNone/>
            </a:pPr>
            <a:r>
              <a:rPr lang="es-MX"/>
              <a:t>  </a:t>
            </a:r>
            <a:endParaRPr/>
          </a:p>
        </p:txBody>
      </p:sp>
      <p:sp>
        <p:nvSpPr>
          <p:cNvPr id="793" name="Google Shape;793;p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794" name="Google Shape;794;p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10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Números BCD</a:t>
            </a:r>
            <a:endParaRPr/>
          </a:p>
        </p:txBody>
      </p:sp>
      <p:sp>
        <p:nvSpPr>
          <p:cNvPr id="800" name="Google Shape;800;p10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Estándar para representar números decimales en el sistema binario, en donde cada digito decimal es codificado con una secuencia de 4 bits</a:t>
            </a:r>
            <a:endParaRPr/>
          </a:p>
          <a:p>
            <a:pPr indent="-342900" lvl="0" marL="342900" rtl="0" algn="l">
              <a:lnSpc>
                <a:spcPct val="100000"/>
              </a:lnSpc>
              <a:spcBef>
                <a:spcPts val="640"/>
              </a:spcBef>
              <a:spcAft>
                <a:spcPts val="0"/>
              </a:spcAft>
              <a:buClr>
                <a:schemeClr val="dk1"/>
              </a:buClr>
              <a:buSzPts val="3200"/>
              <a:buChar char="•"/>
            </a:pPr>
            <a:r>
              <a:rPr lang="es-MX"/>
              <a:t>Cada digito decimal tiene una representación binaria codificada con 4 bits:</a:t>
            </a:r>
            <a:endParaRPr/>
          </a:p>
          <a:p>
            <a:pPr indent="0" lvl="0" marL="0" rtl="0" algn="l">
              <a:lnSpc>
                <a:spcPct val="100000"/>
              </a:lnSpc>
              <a:spcBef>
                <a:spcPts val="640"/>
              </a:spcBef>
              <a:spcAft>
                <a:spcPts val="0"/>
              </a:spcAft>
              <a:buClr>
                <a:schemeClr val="dk1"/>
              </a:buClr>
              <a:buSzPts val="3200"/>
              <a:buNone/>
            </a:pPr>
            <a:r>
              <a:t/>
            </a:r>
            <a:endParaRPr/>
          </a:p>
        </p:txBody>
      </p:sp>
      <p:graphicFrame>
        <p:nvGraphicFramePr>
          <p:cNvPr id="801" name="Google Shape;801;p100"/>
          <p:cNvGraphicFramePr/>
          <p:nvPr/>
        </p:nvGraphicFramePr>
        <p:xfrm>
          <a:off x="628653" y="4188691"/>
          <a:ext cx="3000000" cy="3000000"/>
        </p:xfrm>
        <a:graphic>
          <a:graphicData uri="http://schemas.openxmlformats.org/drawingml/2006/table">
            <a:tbl>
              <a:tblPr bandRow="1" firstRow="1">
                <a:noFill/>
                <a:tableStyleId>{7BCB561C-A8D9-4940-A105-9EE0E4D35472}</a:tableStyleId>
              </a:tblPr>
              <a:tblGrid>
                <a:gridCol w="716975"/>
                <a:gridCol w="716975"/>
                <a:gridCol w="716975"/>
                <a:gridCol w="716975"/>
                <a:gridCol w="716975"/>
                <a:gridCol w="716975"/>
                <a:gridCol w="716975"/>
                <a:gridCol w="716975"/>
                <a:gridCol w="716975"/>
                <a:gridCol w="716975"/>
                <a:gridCol w="716975"/>
              </a:tblGrid>
              <a:tr h="278125">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Decimal</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0</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1</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2</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3</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4</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5</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6</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7</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8</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9</a:t>
                      </a:r>
                      <a:endParaRPr sz="1400" u="none" cap="none" strike="noStrike"/>
                    </a:p>
                  </a:txBody>
                  <a:tcPr marT="34300" marB="34300" marR="68575" marL="68575"/>
                </a:tc>
              </a:tr>
              <a:tr h="278125">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BCD</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0000</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0001</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0010</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0011</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0100</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0101</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0110</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0111</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1000</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1001</a:t>
                      </a:r>
                      <a:endParaRPr sz="1400" u="none" cap="none" strike="noStrike"/>
                    </a:p>
                  </a:txBody>
                  <a:tcPr marT="34300" marB="34300" marR="68575" marL="68575"/>
                </a:tc>
              </a:tr>
            </a:tbl>
          </a:graphicData>
        </a:graphic>
      </p:graphicFrame>
      <p:sp>
        <p:nvSpPr>
          <p:cNvPr id="802" name="Google Shape;802;p1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803" name="Google Shape;803;p1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10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BCD: Del 0 al 9</a:t>
            </a:r>
            <a:endParaRPr/>
          </a:p>
        </p:txBody>
      </p:sp>
      <p:graphicFrame>
        <p:nvGraphicFramePr>
          <p:cNvPr id="809" name="Google Shape;809;p101"/>
          <p:cNvGraphicFramePr/>
          <p:nvPr/>
        </p:nvGraphicFramePr>
        <p:xfrm>
          <a:off x="628650" y="2226469"/>
          <a:ext cx="3000000" cy="3000000"/>
        </p:xfrm>
        <a:graphic>
          <a:graphicData uri="http://schemas.openxmlformats.org/drawingml/2006/table">
            <a:tbl>
              <a:tblPr bandRow="1" firstRow="1">
                <a:noFill/>
                <a:tableStyleId>{7BCB561C-A8D9-4940-A105-9EE0E4D35472}</a:tableStyleId>
              </a:tblPr>
              <a:tblGrid>
                <a:gridCol w="1971675"/>
                <a:gridCol w="1971675"/>
                <a:gridCol w="1971675"/>
                <a:gridCol w="1971675"/>
              </a:tblGrid>
              <a:tr h="278125">
                <a:tc>
                  <a:txBody>
                    <a:bodyPr/>
                    <a:lstStyle/>
                    <a:p>
                      <a:pPr indent="0" lvl="0" marL="0" marR="0" rtl="0" algn="ctr">
                        <a:lnSpc>
                          <a:spcPct val="100000"/>
                        </a:lnSpc>
                        <a:spcBef>
                          <a:spcPts val="0"/>
                        </a:spcBef>
                        <a:spcAft>
                          <a:spcPts val="0"/>
                        </a:spcAft>
                        <a:buClr>
                          <a:srgbClr val="000000"/>
                        </a:buClr>
                        <a:buSzPts val="1200"/>
                        <a:buFont typeface="Arial"/>
                        <a:buNone/>
                      </a:pPr>
                      <a:r>
                        <a:rPr b="1" i="0" lang="es-MX" sz="1200" u="none" cap="none" strike="noStrike">
                          <a:solidFill>
                            <a:srgbClr val="000000"/>
                          </a:solidFill>
                          <a:latin typeface="Calibri"/>
                          <a:ea typeface="Calibri"/>
                          <a:cs typeface="Calibri"/>
                          <a:sym typeface="Calibri"/>
                        </a:rPr>
                        <a:t>Decimal</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1" i="0" lang="es-MX" sz="1200" u="none" cap="none" strike="noStrike">
                          <a:solidFill>
                            <a:srgbClr val="000000"/>
                          </a:solidFill>
                          <a:latin typeface="Calibri"/>
                          <a:ea typeface="Calibri"/>
                          <a:cs typeface="Calibri"/>
                          <a:sym typeface="Calibri"/>
                        </a:rPr>
                        <a:t>Binario</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1" i="0" lang="es-MX" sz="1200" u="none" cap="none" strike="noStrike">
                          <a:solidFill>
                            <a:srgbClr val="000000"/>
                          </a:solidFill>
                          <a:latin typeface="Calibri"/>
                          <a:ea typeface="Calibri"/>
                          <a:cs typeface="Calibri"/>
                          <a:sym typeface="Calibri"/>
                        </a:rPr>
                        <a:t> </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1" i="0" lang="es-MX" sz="1200" u="none" cap="none" strike="noStrike">
                          <a:solidFill>
                            <a:srgbClr val="000000"/>
                          </a:solidFill>
                          <a:latin typeface="Calibri"/>
                          <a:ea typeface="Calibri"/>
                          <a:cs typeface="Calibri"/>
                          <a:sym typeface="Calibri"/>
                        </a:rPr>
                        <a:t>BCD</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0000</a:t>
                      </a:r>
                      <a:endParaRPr sz="1400" u="none" cap="none" strike="noStrike"/>
                    </a:p>
                  </a:txBody>
                  <a:tcPr marT="4775" marB="0" marR="4775" marL="4775" anchor="b"/>
                </a:tc>
                <a:tc>
                  <a:txBody>
                    <a:bodyPr/>
                    <a:lstStyle/>
                    <a:p>
                      <a:pPr indent="0" lvl="0" marL="0" marR="0" rtl="0" algn="l">
                        <a:lnSpc>
                          <a:spcPct val="100000"/>
                        </a:lnSpc>
                        <a:spcBef>
                          <a:spcPts val="0"/>
                        </a:spcBef>
                        <a:spcAft>
                          <a:spcPts val="0"/>
                        </a:spcAft>
                        <a:buNone/>
                      </a:pPr>
                      <a:r>
                        <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00000000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0001</a:t>
                      </a:r>
                      <a:endParaRPr sz="1400" u="none" cap="none" strike="noStrike"/>
                    </a:p>
                  </a:txBody>
                  <a:tcPr marT="4775" marB="0" marR="4775" marL="4775" anchor="b"/>
                </a:tc>
                <a:tc>
                  <a:txBody>
                    <a:bodyPr/>
                    <a:lstStyle/>
                    <a:p>
                      <a:pPr indent="0" lvl="0" marL="0" marR="0" rtl="0" algn="l">
                        <a:lnSpc>
                          <a:spcPct val="100000"/>
                        </a:lnSpc>
                        <a:spcBef>
                          <a:spcPts val="0"/>
                        </a:spcBef>
                        <a:spcAft>
                          <a:spcPts val="0"/>
                        </a:spcAft>
                        <a:buNone/>
                      </a:pPr>
                      <a:r>
                        <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00000001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2</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0010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2</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00000010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3</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0011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3</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00000011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4</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0100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4</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00000100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5</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0101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5</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00000101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6</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0110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6</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00000110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7</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0111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7</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00000111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8</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1000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8</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00001000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9</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1001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9</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Calibri"/>
                          <a:ea typeface="Calibri"/>
                          <a:cs typeface="Calibri"/>
                          <a:sym typeface="Calibri"/>
                        </a:rPr>
                        <a:t>00001001</a:t>
                      </a:r>
                      <a:endParaRPr sz="1400" u="none" cap="none" strike="noStrike"/>
                    </a:p>
                  </a:txBody>
                  <a:tcPr marT="4775" marB="0" marR="4775" marL="4775" anchor="b"/>
                </a:tc>
              </a:tr>
            </a:tbl>
          </a:graphicData>
        </a:graphic>
      </p:graphicFrame>
      <p:sp>
        <p:nvSpPr>
          <p:cNvPr id="810" name="Google Shape;810;p1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811" name="Google Shape;811;p1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1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BCD: Del 10 al 19</a:t>
            </a:r>
            <a:endParaRPr/>
          </a:p>
        </p:txBody>
      </p:sp>
      <p:graphicFrame>
        <p:nvGraphicFramePr>
          <p:cNvPr id="817" name="Google Shape;817;p102"/>
          <p:cNvGraphicFramePr/>
          <p:nvPr/>
        </p:nvGraphicFramePr>
        <p:xfrm>
          <a:off x="628650" y="2226469"/>
          <a:ext cx="3000000" cy="3000000"/>
        </p:xfrm>
        <a:graphic>
          <a:graphicData uri="http://schemas.openxmlformats.org/drawingml/2006/table">
            <a:tbl>
              <a:tblPr bandRow="1" firstRow="1">
                <a:noFill/>
                <a:tableStyleId>{7BCB561C-A8D9-4940-A105-9EE0E4D35472}</a:tableStyleId>
              </a:tblPr>
              <a:tblGrid>
                <a:gridCol w="1971675"/>
                <a:gridCol w="1971675"/>
                <a:gridCol w="1971675"/>
                <a:gridCol w="1971675"/>
              </a:tblGrid>
              <a:tr h="278125">
                <a:tc>
                  <a:txBody>
                    <a:bodyPr/>
                    <a:lstStyle/>
                    <a:p>
                      <a:pPr indent="0" lvl="0" marL="0" marR="0" rtl="0" algn="ctr">
                        <a:lnSpc>
                          <a:spcPct val="100000"/>
                        </a:lnSpc>
                        <a:spcBef>
                          <a:spcPts val="0"/>
                        </a:spcBef>
                        <a:spcAft>
                          <a:spcPts val="0"/>
                        </a:spcAft>
                        <a:buClr>
                          <a:srgbClr val="000000"/>
                        </a:buClr>
                        <a:buSzPts val="1400"/>
                        <a:buFont typeface="Arial"/>
                        <a:buNone/>
                      </a:pPr>
                      <a:r>
                        <a:rPr b="1" i="0" lang="es-MX" sz="1400" u="none" cap="none" strike="noStrike">
                          <a:solidFill>
                            <a:srgbClr val="000000"/>
                          </a:solidFill>
                          <a:latin typeface="Calibri"/>
                          <a:ea typeface="Calibri"/>
                          <a:cs typeface="Calibri"/>
                          <a:sym typeface="Calibri"/>
                        </a:rPr>
                        <a:t>Decimal</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1" i="0" lang="es-MX" sz="1400" u="none" cap="none" strike="noStrike">
                          <a:solidFill>
                            <a:srgbClr val="000000"/>
                          </a:solidFill>
                          <a:latin typeface="Calibri"/>
                          <a:ea typeface="Calibri"/>
                          <a:cs typeface="Calibri"/>
                          <a:sym typeface="Calibri"/>
                        </a:rPr>
                        <a:t>Binario</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1" i="0" lang="es-MX" sz="1400" u="none" cap="none" strike="noStrike">
                          <a:solidFill>
                            <a:srgbClr val="000000"/>
                          </a:solidFill>
                          <a:latin typeface="Calibri"/>
                          <a:ea typeface="Calibri"/>
                          <a:cs typeface="Calibri"/>
                          <a:sym typeface="Calibri"/>
                        </a:rPr>
                        <a:t> </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1" i="0" lang="es-MX" sz="1400" u="none" cap="none" strike="noStrike">
                          <a:solidFill>
                            <a:srgbClr val="000000"/>
                          </a:solidFill>
                          <a:latin typeface="Calibri"/>
                          <a:ea typeface="Calibri"/>
                          <a:cs typeface="Calibri"/>
                          <a:sym typeface="Calibri"/>
                        </a:rPr>
                        <a:t>BCD</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1010</a:t>
                      </a:r>
                      <a:endParaRPr sz="1400" u="none" cap="none" strike="noStrike"/>
                    </a:p>
                  </a:txBody>
                  <a:tcPr marT="4775" marB="0" marR="4775" marL="4775" anchor="b"/>
                </a:tc>
                <a:tc>
                  <a:txBody>
                    <a:bodyPr/>
                    <a:lstStyle/>
                    <a:p>
                      <a:pPr indent="0" lvl="0" marL="0" marR="0" rtl="0" algn="l">
                        <a:lnSpc>
                          <a:spcPct val="100000"/>
                        </a:lnSpc>
                        <a:spcBef>
                          <a:spcPts val="0"/>
                        </a:spcBef>
                        <a:spcAft>
                          <a:spcPts val="0"/>
                        </a:spcAft>
                        <a:buNone/>
                      </a:pPr>
                      <a:r>
                        <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00010000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1011</a:t>
                      </a:r>
                      <a:endParaRPr sz="1400" u="none" cap="none" strike="noStrike"/>
                    </a:p>
                  </a:txBody>
                  <a:tcPr marT="4775" marB="0" marR="4775" marL="4775" anchor="b"/>
                </a:tc>
                <a:tc>
                  <a:txBody>
                    <a:bodyPr/>
                    <a:lstStyle/>
                    <a:p>
                      <a:pPr indent="0" lvl="0" marL="0" marR="0" rtl="0" algn="l">
                        <a:lnSpc>
                          <a:spcPct val="100000"/>
                        </a:lnSpc>
                        <a:spcBef>
                          <a:spcPts val="0"/>
                        </a:spcBef>
                        <a:spcAft>
                          <a:spcPts val="0"/>
                        </a:spcAft>
                        <a:buNone/>
                      </a:pPr>
                      <a:r>
                        <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00010001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12</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1100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18</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00010010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13</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1101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19</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00010011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14</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1110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00010100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15</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1111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00010101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16</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10000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22</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00010110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17</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10001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23</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00010111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18</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10010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24</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00011000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19</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10011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25</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00011001</a:t>
                      </a:r>
                      <a:endParaRPr sz="1400" u="none" cap="none" strike="noStrike"/>
                    </a:p>
                  </a:txBody>
                  <a:tcPr marT="4775" marB="0" marR="4775" marL="4775" anchor="b"/>
                </a:tc>
              </a:tr>
            </a:tbl>
          </a:graphicData>
        </a:graphic>
      </p:graphicFrame>
      <p:sp>
        <p:nvSpPr>
          <p:cNvPr id="818" name="Google Shape;818;p1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819" name="Google Shape;819;p1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10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BCD: Del 20 al 29</a:t>
            </a:r>
            <a:endParaRPr/>
          </a:p>
        </p:txBody>
      </p:sp>
      <p:graphicFrame>
        <p:nvGraphicFramePr>
          <p:cNvPr id="825" name="Google Shape;825;p103"/>
          <p:cNvGraphicFramePr/>
          <p:nvPr/>
        </p:nvGraphicFramePr>
        <p:xfrm>
          <a:off x="628650" y="2226469"/>
          <a:ext cx="3000000" cy="3000000"/>
        </p:xfrm>
        <a:graphic>
          <a:graphicData uri="http://schemas.openxmlformats.org/drawingml/2006/table">
            <a:tbl>
              <a:tblPr bandRow="1" firstRow="1">
                <a:noFill/>
                <a:tableStyleId>{7BCB561C-A8D9-4940-A105-9EE0E4D35472}</a:tableStyleId>
              </a:tblPr>
              <a:tblGrid>
                <a:gridCol w="1971675"/>
                <a:gridCol w="1971675"/>
                <a:gridCol w="1971675"/>
                <a:gridCol w="1971675"/>
              </a:tblGrid>
              <a:tr h="278125">
                <a:tc>
                  <a:txBody>
                    <a:bodyPr/>
                    <a:lstStyle/>
                    <a:p>
                      <a:pPr indent="0" lvl="0" marL="0" marR="0" rtl="0" algn="ctr">
                        <a:lnSpc>
                          <a:spcPct val="100000"/>
                        </a:lnSpc>
                        <a:spcBef>
                          <a:spcPts val="0"/>
                        </a:spcBef>
                        <a:spcAft>
                          <a:spcPts val="0"/>
                        </a:spcAft>
                        <a:buClr>
                          <a:srgbClr val="000000"/>
                        </a:buClr>
                        <a:buSzPts val="1400"/>
                        <a:buFont typeface="Arial"/>
                        <a:buNone/>
                      </a:pPr>
                      <a:r>
                        <a:rPr b="1" i="0" lang="es-MX" sz="1400" u="none" cap="none" strike="noStrike">
                          <a:solidFill>
                            <a:srgbClr val="000000"/>
                          </a:solidFill>
                          <a:latin typeface="Calibri"/>
                          <a:ea typeface="Calibri"/>
                          <a:cs typeface="Calibri"/>
                          <a:sym typeface="Calibri"/>
                        </a:rPr>
                        <a:t>Decimal</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1" i="0" lang="es-MX" sz="1400" u="none" cap="none" strike="noStrike">
                          <a:solidFill>
                            <a:srgbClr val="000000"/>
                          </a:solidFill>
                          <a:latin typeface="Calibri"/>
                          <a:ea typeface="Calibri"/>
                          <a:cs typeface="Calibri"/>
                          <a:sym typeface="Calibri"/>
                        </a:rPr>
                        <a:t>Binario</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1" i="0" lang="es-MX" sz="1400" u="none" cap="none" strike="noStrike">
                          <a:solidFill>
                            <a:srgbClr val="000000"/>
                          </a:solidFill>
                          <a:latin typeface="Calibri"/>
                          <a:ea typeface="Calibri"/>
                          <a:cs typeface="Calibri"/>
                          <a:sym typeface="Calibri"/>
                        </a:rPr>
                        <a:t> </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1" i="0" lang="es-MX" sz="1400" u="none" cap="none" strike="noStrike">
                          <a:solidFill>
                            <a:srgbClr val="000000"/>
                          </a:solidFill>
                          <a:latin typeface="Calibri"/>
                          <a:ea typeface="Calibri"/>
                          <a:cs typeface="Calibri"/>
                          <a:sym typeface="Calibri"/>
                        </a:rPr>
                        <a:t>BCD</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10100</a:t>
                      </a:r>
                      <a:endParaRPr sz="1400" u="none" cap="none" strike="noStrike"/>
                    </a:p>
                  </a:txBody>
                  <a:tcPr marT="4775" marB="0" marR="4775" marL="4775" anchor="b"/>
                </a:tc>
                <a:tc>
                  <a:txBody>
                    <a:bodyPr/>
                    <a:lstStyle/>
                    <a:p>
                      <a:pPr indent="0" lvl="0" marL="0" marR="0" rtl="0" algn="l">
                        <a:lnSpc>
                          <a:spcPct val="100000"/>
                        </a:lnSpc>
                        <a:spcBef>
                          <a:spcPts val="0"/>
                        </a:spcBef>
                        <a:spcAft>
                          <a:spcPts val="0"/>
                        </a:spcAft>
                        <a:buNone/>
                      </a:pPr>
                      <a:r>
                        <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00100000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10101</a:t>
                      </a:r>
                      <a:endParaRPr sz="1400" u="none" cap="none" strike="noStrike"/>
                    </a:p>
                  </a:txBody>
                  <a:tcPr marT="4775" marB="0" marR="4775" marL="4775" anchor="b"/>
                </a:tc>
                <a:tc>
                  <a:txBody>
                    <a:bodyPr/>
                    <a:lstStyle/>
                    <a:p>
                      <a:pPr indent="0" lvl="0" marL="0" marR="0" rtl="0" algn="l">
                        <a:lnSpc>
                          <a:spcPct val="100000"/>
                        </a:lnSpc>
                        <a:spcBef>
                          <a:spcPts val="0"/>
                        </a:spcBef>
                        <a:spcAft>
                          <a:spcPts val="0"/>
                        </a:spcAft>
                        <a:buNone/>
                      </a:pPr>
                      <a:r>
                        <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00100001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22</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10110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34</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00100010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23</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10111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35</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00100011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24</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11000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36</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00100100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25</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11001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37</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00100101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26</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11010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38</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00100110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27</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11011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39</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00100111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28</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11100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40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00101000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29</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11101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41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rgbClr val="000000"/>
                          </a:solidFill>
                          <a:latin typeface="Calibri"/>
                          <a:ea typeface="Calibri"/>
                          <a:cs typeface="Calibri"/>
                          <a:sym typeface="Calibri"/>
                        </a:rPr>
                        <a:t>00101001</a:t>
                      </a:r>
                      <a:endParaRPr sz="1400" u="none" cap="none" strike="noStrike"/>
                    </a:p>
                  </a:txBody>
                  <a:tcPr marT="4775" marB="0" marR="4775" marL="4775" anchor="b"/>
                </a:tc>
              </a:tr>
            </a:tbl>
          </a:graphicData>
        </a:graphic>
      </p:graphicFrame>
      <p:sp>
        <p:nvSpPr>
          <p:cNvPr id="826" name="Google Shape;826;p1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827" name="Google Shape;827;p1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BCD: Del 30 al 39</a:t>
            </a:r>
            <a:endParaRPr/>
          </a:p>
        </p:txBody>
      </p:sp>
      <p:graphicFrame>
        <p:nvGraphicFramePr>
          <p:cNvPr id="833" name="Google Shape;833;p104"/>
          <p:cNvGraphicFramePr/>
          <p:nvPr/>
        </p:nvGraphicFramePr>
        <p:xfrm>
          <a:off x="628650" y="2226469"/>
          <a:ext cx="3000000" cy="3000000"/>
        </p:xfrm>
        <a:graphic>
          <a:graphicData uri="http://schemas.openxmlformats.org/drawingml/2006/table">
            <a:tbl>
              <a:tblPr bandRow="1" firstRow="1">
                <a:noFill/>
                <a:tableStyleId>{7BCB561C-A8D9-4940-A105-9EE0E4D35472}</a:tableStyleId>
              </a:tblPr>
              <a:tblGrid>
                <a:gridCol w="1971675"/>
                <a:gridCol w="1971675"/>
                <a:gridCol w="1971675"/>
                <a:gridCol w="1971675"/>
              </a:tblGrid>
              <a:tr h="278125">
                <a:tc>
                  <a:txBody>
                    <a:bodyPr/>
                    <a:lstStyle/>
                    <a:p>
                      <a:pPr indent="0" lvl="0" marL="0" marR="0" rtl="0" algn="ctr">
                        <a:lnSpc>
                          <a:spcPct val="100000"/>
                        </a:lnSpc>
                        <a:spcBef>
                          <a:spcPts val="0"/>
                        </a:spcBef>
                        <a:spcAft>
                          <a:spcPts val="0"/>
                        </a:spcAft>
                        <a:buClr>
                          <a:srgbClr val="000000"/>
                        </a:buClr>
                        <a:buSzPts val="1500"/>
                        <a:buFont typeface="Arial"/>
                        <a:buNone/>
                      </a:pPr>
                      <a:r>
                        <a:rPr b="1" i="0" lang="es-MX" sz="1500" u="none" cap="none" strike="noStrike">
                          <a:solidFill>
                            <a:srgbClr val="000000"/>
                          </a:solidFill>
                          <a:latin typeface="Calibri"/>
                          <a:ea typeface="Calibri"/>
                          <a:cs typeface="Calibri"/>
                          <a:sym typeface="Calibri"/>
                        </a:rPr>
                        <a:t>Decimal</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1" i="0" lang="es-MX" sz="1500" u="none" cap="none" strike="noStrike">
                          <a:solidFill>
                            <a:srgbClr val="000000"/>
                          </a:solidFill>
                          <a:latin typeface="Calibri"/>
                          <a:ea typeface="Calibri"/>
                          <a:cs typeface="Calibri"/>
                          <a:sym typeface="Calibri"/>
                        </a:rPr>
                        <a:t>Binario</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1" i="0" lang="es-MX" sz="1500" u="none" cap="none" strike="noStrike">
                          <a:solidFill>
                            <a:srgbClr val="000000"/>
                          </a:solidFill>
                          <a:latin typeface="Calibri"/>
                          <a:ea typeface="Calibri"/>
                          <a:cs typeface="Calibri"/>
                          <a:sym typeface="Calibri"/>
                        </a:rPr>
                        <a:t> </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1" i="0" lang="es-MX" sz="1500" u="none" cap="none" strike="noStrike">
                          <a:solidFill>
                            <a:srgbClr val="000000"/>
                          </a:solidFill>
                          <a:latin typeface="Calibri"/>
                          <a:ea typeface="Calibri"/>
                          <a:cs typeface="Calibri"/>
                          <a:sym typeface="Calibri"/>
                        </a:rPr>
                        <a:t>BCD</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30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11110</a:t>
                      </a:r>
                      <a:endParaRPr sz="1400" u="none" cap="none" strike="noStrike"/>
                    </a:p>
                  </a:txBody>
                  <a:tcPr marT="4775" marB="0" marR="4775" marL="4775" anchor="b"/>
                </a:tc>
                <a:tc>
                  <a:txBody>
                    <a:bodyPr/>
                    <a:lstStyle/>
                    <a:p>
                      <a:pPr indent="0" lvl="0" marL="0" marR="0" rtl="0" algn="l">
                        <a:lnSpc>
                          <a:spcPct val="100000"/>
                        </a:lnSpc>
                        <a:spcBef>
                          <a:spcPts val="0"/>
                        </a:spcBef>
                        <a:spcAft>
                          <a:spcPts val="0"/>
                        </a:spcAft>
                        <a:buNone/>
                      </a:pPr>
                      <a:r>
                        <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00110000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31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11111</a:t>
                      </a:r>
                      <a:endParaRPr sz="1400" u="none" cap="none" strike="noStrike"/>
                    </a:p>
                  </a:txBody>
                  <a:tcPr marT="4775" marB="0" marR="4775" marL="4775" anchor="b"/>
                </a:tc>
                <a:tc>
                  <a:txBody>
                    <a:bodyPr/>
                    <a:lstStyle/>
                    <a:p>
                      <a:pPr indent="0" lvl="0" marL="0" marR="0" rtl="0" algn="l">
                        <a:lnSpc>
                          <a:spcPct val="100000"/>
                        </a:lnSpc>
                        <a:spcBef>
                          <a:spcPts val="0"/>
                        </a:spcBef>
                        <a:spcAft>
                          <a:spcPts val="0"/>
                        </a:spcAft>
                        <a:buNone/>
                      </a:pPr>
                      <a:r>
                        <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00110001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32</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100000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50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00110010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33</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100001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51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00110011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34</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100010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52</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00110100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35</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100011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53</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00110101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36</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100100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54</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00110110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37</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100101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55</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00110111</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38</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100110</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56</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00111000</a:t>
                      </a:r>
                      <a:endParaRPr sz="1400" u="none" cap="none" strike="noStrike"/>
                    </a:p>
                  </a:txBody>
                  <a:tcPr marT="4775" marB="0" marR="4775" marL="4775" anchor="b"/>
                </a:tc>
              </a:tr>
              <a:tr h="278125">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39</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100111</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57</a:t>
                      </a:r>
                      <a:endParaRPr sz="1400" u="none" cap="none" strike="noStrike"/>
                    </a:p>
                  </a:txBody>
                  <a:tcPr marT="4775" marB="0" marR="4775" marL="4775" anchor="b"/>
                </a:tc>
                <a:tc>
                  <a:txBody>
                    <a:bodyPr/>
                    <a:lstStyle/>
                    <a:p>
                      <a:pPr indent="0" lvl="0" marL="0" marR="0" rtl="0" algn="ctr">
                        <a:lnSpc>
                          <a:spcPct val="100000"/>
                        </a:lnSpc>
                        <a:spcBef>
                          <a:spcPts val="0"/>
                        </a:spcBef>
                        <a:spcAft>
                          <a:spcPts val="0"/>
                        </a:spcAft>
                        <a:buClr>
                          <a:srgbClr val="000000"/>
                        </a:buClr>
                        <a:buSzPts val="1500"/>
                        <a:buFont typeface="Arial"/>
                        <a:buNone/>
                      </a:pPr>
                      <a:r>
                        <a:rPr b="0" i="0" lang="es-MX" sz="1500" u="none" cap="none" strike="noStrike">
                          <a:solidFill>
                            <a:srgbClr val="000000"/>
                          </a:solidFill>
                          <a:latin typeface="Calibri"/>
                          <a:ea typeface="Calibri"/>
                          <a:cs typeface="Calibri"/>
                          <a:sym typeface="Calibri"/>
                        </a:rPr>
                        <a:t>00111001</a:t>
                      </a:r>
                      <a:endParaRPr sz="1400" u="none" cap="none" strike="noStrike"/>
                    </a:p>
                  </a:txBody>
                  <a:tcPr marT="4775" marB="0" marR="4775" marL="4775" anchor="b"/>
                </a:tc>
              </a:tr>
            </a:tbl>
          </a:graphicData>
        </a:graphic>
      </p:graphicFrame>
      <p:sp>
        <p:nvSpPr>
          <p:cNvPr id="834" name="Google Shape;834;p10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835" name="Google Shape;835;p1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0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Ajuste en ASCII</a:t>
            </a:r>
            <a:endParaRPr/>
          </a:p>
        </p:txBody>
      </p:sp>
      <p:sp>
        <p:nvSpPr>
          <p:cNvPr id="841" name="Google Shape;841;p10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AAA: </a:t>
            </a:r>
            <a:r>
              <a:rPr b="0" i="0" lang="es-MX">
                <a:solidFill>
                  <a:srgbClr val="000000"/>
                </a:solidFill>
                <a:latin typeface="Times New Roman"/>
                <a:ea typeface="Times New Roman"/>
                <a:cs typeface="Times New Roman"/>
                <a:sym typeface="Times New Roman"/>
              </a:rPr>
              <a:t>ajuste ASCII para el incremento, traduce (ASCII)</a:t>
            </a:r>
            <a:endParaRPr/>
          </a:p>
          <a:p>
            <a:pPr indent="-342900" lvl="0" marL="342900" rtl="0" algn="l">
              <a:lnSpc>
                <a:spcPct val="100000"/>
              </a:lnSpc>
              <a:spcBef>
                <a:spcPts val="640"/>
              </a:spcBef>
              <a:spcAft>
                <a:spcPts val="0"/>
              </a:spcAft>
              <a:buClr>
                <a:schemeClr val="dk1"/>
              </a:buClr>
              <a:buSzPts val="3200"/>
              <a:buChar char="•"/>
            </a:pPr>
            <a:r>
              <a:rPr lang="es-MX"/>
              <a:t>DAA: </a:t>
            </a:r>
            <a:r>
              <a:rPr b="0" i="0" lang="es-MX">
                <a:solidFill>
                  <a:srgbClr val="000000"/>
                </a:solidFill>
                <a:latin typeface="Times New Roman"/>
                <a:ea typeface="Times New Roman"/>
                <a:cs typeface="Times New Roman"/>
                <a:sym typeface="Times New Roman"/>
              </a:rPr>
              <a:t>ajuste decimal, traduce (BCD)</a:t>
            </a:r>
            <a:endParaRPr/>
          </a:p>
          <a:p>
            <a:pPr indent="-342900" lvl="0" marL="342900" rtl="0" algn="l">
              <a:lnSpc>
                <a:spcPct val="100000"/>
              </a:lnSpc>
              <a:spcBef>
                <a:spcPts val="640"/>
              </a:spcBef>
              <a:spcAft>
                <a:spcPts val="0"/>
              </a:spcAft>
              <a:buClr>
                <a:schemeClr val="dk1"/>
              </a:buClr>
              <a:buSzPts val="3200"/>
              <a:buChar char="•"/>
            </a:pPr>
            <a:r>
              <a:rPr lang="es-MX"/>
              <a:t>AAM: </a:t>
            </a:r>
            <a:r>
              <a:rPr b="0" i="0" lang="es-MX">
                <a:solidFill>
                  <a:srgbClr val="000000"/>
                </a:solidFill>
                <a:latin typeface="Times New Roman"/>
                <a:ea typeface="Times New Roman"/>
                <a:cs typeface="Times New Roman"/>
                <a:sym typeface="Times New Roman"/>
              </a:rPr>
              <a:t>ajusta ASCII, conversiones (ASCII)</a:t>
            </a:r>
            <a:endParaRPr/>
          </a:p>
          <a:p>
            <a:pPr indent="-139700" lvl="0" marL="342900" rtl="0" algn="l">
              <a:lnSpc>
                <a:spcPct val="100000"/>
              </a:lnSpc>
              <a:spcBef>
                <a:spcPts val="64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842" name="Google Shape;842;p1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843" name="Google Shape;843;p1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106"/>
          <p:cNvSpPr txBox="1"/>
          <p:nvPr/>
        </p:nvSpPr>
        <p:spPr>
          <a:xfrm>
            <a:off x="0" y="0"/>
            <a:ext cx="4932363"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ARITMETICAS (Suma).</a:t>
            </a:r>
            <a:endParaRPr b="0" i="0" sz="1400" u="none" cap="none" strike="noStrike">
              <a:solidFill>
                <a:srgbClr val="000000"/>
              </a:solidFill>
              <a:latin typeface="Arial"/>
              <a:ea typeface="Arial"/>
              <a:cs typeface="Arial"/>
              <a:sym typeface="Arial"/>
            </a:endParaRPr>
          </a:p>
        </p:txBody>
      </p:sp>
      <p:sp>
        <p:nvSpPr>
          <p:cNvPr id="850" name="Google Shape;850;p106"/>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851" name="Google Shape;851;p106"/>
          <p:cNvSpPr/>
          <p:nvPr/>
        </p:nvSpPr>
        <p:spPr>
          <a:xfrm>
            <a:off x="323850" y="484188"/>
            <a:ext cx="8351838" cy="5859462"/>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AAA (ajuste ASCII para la suma)</a:t>
            </a:r>
            <a:br>
              <a:rPr b="0" i="0" lang="es-MX" sz="1800" u="none" cap="none" strike="noStrike">
                <a:solidFill>
                  <a:srgbClr val="FF0000"/>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rgbClr val="0000FF"/>
                </a:solidFill>
                <a:latin typeface="Arial"/>
                <a:ea typeface="Arial"/>
                <a:cs typeface="Arial"/>
                <a:sym typeface="Arial"/>
              </a:rPr>
              <a:t>: AAA</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rgbClr val="0000FF"/>
                </a:solidFill>
                <a:latin typeface="Arial"/>
                <a:ea typeface="Arial"/>
                <a:cs typeface="Arial"/>
                <a:sym typeface="Arial"/>
              </a:rPr>
              <a:t> 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    ?   x    ?    x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Convierte el contenido del registro AL en un numero BCD no empaquetado. Si los cuatro bits menos significativos de AL son mayores que 9; si el indicador AF esta en 1, se suma 6 a AL, 1 a AH, AF se pone a 1, CF se iguala a AF y AL pone sus cuatro bits menos significativos a 0.</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Ejemplo:</a:t>
            </a:r>
            <a:r>
              <a:rPr b="0" i="0" lang="es-MX" sz="1800" u="none" cap="none" strike="noStrike">
                <a:solidFill>
                  <a:srgbClr val="0000FF"/>
                </a:solidFill>
                <a:latin typeface="Arial"/>
                <a:ea typeface="Arial"/>
                <a:cs typeface="Arial"/>
                <a:sym typeface="Arial"/>
              </a:rPr>
              <a:t> add al,bl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aaa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En el ejemplo, tras la suma de dos números BCD no empaquetados colocados en AL y BL, el resultado (por medio de AAA) sigue siendo un numero BCD no empaquetado.</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p:txBody>
      </p:sp>
      <p:sp>
        <p:nvSpPr>
          <p:cNvPr id="852" name="Google Shape;852;p1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853" name="Google Shape;853;p1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10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859" name="Google Shape;859;p10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3200"/>
              <a:buChar char="•"/>
            </a:pPr>
            <a:r>
              <a:rPr lang="es-MX"/>
              <a:t>Corrige el resultado en AL de una suma de dos números decimales desempaquetados, convitiéndolo en un valor decimal desempaquetado. La operación que realiza es la siguiente: </a:t>
            </a:r>
            <a:endParaRPr/>
          </a:p>
          <a:p>
            <a:pPr indent="-285750" lvl="1" marL="742950" rtl="0" algn="just">
              <a:lnSpc>
                <a:spcPct val="100000"/>
              </a:lnSpc>
              <a:spcBef>
                <a:spcPts val="560"/>
              </a:spcBef>
              <a:spcAft>
                <a:spcPts val="0"/>
              </a:spcAft>
              <a:buClr>
                <a:schemeClr val="dk1"/>
              </a:buClr>
              <a:buSzPts val="2800"/>
              <a:buChar char="–"/>
            </a:pPr>
            <a:r>
              <a:rPr lang="es-MX"/>
              <a:t>Si bits 3 a 0 de AL &gt; 9 ó AF = 1 </a:t>
            </a:r>
            <a:endParaRPr/>
          </a:p>
          <a:p>
            <a:pPr indent="-228600" lvl="2" marL="1143000" rtl="0" algn="just">
              <a:lnSpc>
                <a:spcPct val="100000"/>
              </a:lnSpc>
              <a:spcBef>
                <a:spcPts val="480"/>
              </a:spcBef>
              <a:spcAft>
                <a:spcPts val="0"/>
              </a:spcAft>
              <a:buClr>
                <a:schemeClr val="dk1"/>
              </a:buClr>
              <a:buSzPts val="2400"/>
              <a:buChar char="•"/>
            </a:pPr>
            <a:r>
              <a:rPr lang="es-MX"/>
              <a:t>AL = AL + 6 </a:t>
            </a:r>
            <a:endParaRPr/>
          </a:p>
          <a:p>
            <a:pPr indent="-228600" lvl="2" marL="1143000" rtl="0" algn="just">
              <a:lnSpc>
                <a:spcPct val="100000"/>
              </a:lnSpc>
              <a:spcBef>
                <a:spcPts val="480"/>
              </a:spcBef>
              <a:spcAft>
                <a:spcPts val="0"/>
              </a:spcAft>
              <a:buClr>
                <a:schemeClr val="dk1"/>
              </a:buClr>
              <a:buSzPts val="2400"/>
              <a:buChar char="•"/>
            </a:pPr>
            <a:r>
              <a:rPr lang="es-MX"/>
              <a:t>AH = AH + 1 </a:t>
            </a:r>
            <a:endParaRPr/>
          </a:p>
          <a:p>
            <a:pPr indent="-228600" lvl="2" marL="1143000" rtl="0" algn="just">
              <a:lnSpc>
                <a:spcPct val="100000"/>
              </a:lnSpc>
              <a:spcBef>
                <a:spcPts val="480"/>
              </a:spcBef>
              <a:spcAft>
                <a:spcPts val="0"/>
              </a:spcAft>
              <a:buClr>
                <a:schemeClr val="dk1"/>
              </a:buClr>
              <a:buSzPts val="2400"/>
              <a:buChar char="•"/>
            </a:pPr>
            <a:r>
              <a:rPr lang="es-MX"/>
              <a:t>AF = 1, CF = AF </a:t>
            </a:r>
            <a:endParaRPr/>
          </a:p>
          <a:p>
            <a:pPr indent="-228600" lvl="2" marL="1143000" rtl="0" algn="just">
              <a:lnSpc>
                <a:spcPct val="100000"/>
              </a:lnSpc>
              <a:spcBef>
                <a:spcPts val="480"/>
              </a:spcBef>
              <a:spcAft>
                <a:spcPts val="0"/>
              </a:spcAft>
              <a:buClr>
                <a:schemeClr val="dk1"/>
              </a:buClr>
              <a:buSzPts val="2400"/>
              <a:buChar char="•"/>
            </a:pPr>
            <a:r>
              <a:rPr lang="es-MX"/>
              <a:t>Bits 7 a 4 de AL = 0000b</a:t>
            </a:r>
            <a:endParaRPr/>
          </a:p>
        </p:txBody>
      </p:sp>
      <p:sp>
        <p:nvSpPr>
          <p:cNvPr id="860" name="Google Shape;860;p1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861" name="Google Shape;861;p1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0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867" name="Google Shape;867;p10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chemeClr val="dk1"/>
              </a:buClr>
              <a:buSzPct val="100000"/>
              <a:buChar char="•"/>
            </a:pPr>
            <a:r>
              <a:rPr lang="es-MX"/>
              <a:t>AAA (Adjust After Addition): </a:t>
            </a:r>
            <a:endParaRPr/>
          </a:p>
          <a:p>
            <a:pPr indent="-285750" lvl="1" marL="742950" rtl="0" algn="just">
              <a:lnSpc>
                <a:spcPct val="100000"/>
              </a:lnSpc>
              <a:spcBef>
                <a:spcPts val="476"/>
              </a:spcBef>
              <a:spcAft>
                <a:spcPts val="0"/>
              </a:spcAft>
              <a:buClr>
                <a:schemeClr val="dk1"/>
              </a:buClr>
              <a:buSzPct val="100000"/>
              <a:buChar char="–"/>
            </a:pPr>
            <a:r>
              <a:rPr lang="es-MX"/>
              <a:t>Esta instrucción se utiliza después de una operación de suma con números BCD en ASCII. Si el resultado de la suma en el registro AL tiene dígitos no válidos (es decir, no está en el rango ASCII de los dígitos), la instrucción AAA ajusta los registros AL y AH para convertir el resultado en un número BCD válido. </a:t>
            </a:r>
            <a:endParaRPr/>
          </a:p>
          <a:p>
            <a:pPr indent="0" lvl="0" marL="57150" rtl="0" algn="just">
              <a:lnSpc>
                <a:spcPct val="100000"/>
              </a:lnSpc>
              <a:spcBef>
                <a:spcPts val="544"/>
              </a:spcBef>
              <a:spcAft>
                <a:spcPts val="0"/>
              </a:spcAft>
              <a:buClr>
                <a:schemeClr val="dk1"/>
              </a:buClr>
              <a:buSzPct val="100000"/>
              <a:buNone/>
            </a:pPr>
            <a:r>
              <a:t/>
            </a:r>
            <a:endParaRPr/>
          </a:p>
          <a:p>
            <a:pPr indent="0" lvl="0" marL="57150" rtl="0" algn="just">
              <a:lnSpc>
                <a:spcPct val="100000"/>
              </a:lnSpc>
              <a:spcBef>
                <a:spcPts val="544"/>
              </a:spcBef>
              <a:spcAft>
                <a:spcPts val="0"/>
              </a:spcAft>
              <a:buClr>
                <a:schemeClr val="dk1"/>
              </a:buClr>
              <a:buSzPct val="100000"/>
              <a:buNone/>
            </a:pPr>
            <a:r>
              <a:rPr lang="es-MX"/>
              <a:t>	mov al,10</a:t>
            </a:r>
            <a:endParaRPr/>
          </a:p>
          <a:p>
            <a:pPr indent="0" lvl="0" marL="57150" rtl="0" algn="just">
              <a:lnSpc>
                <a:spcPct val="100000"/>
              </a:lnSpc>
              <a:spcBef>
                <a:spcPts val="544"/>
              </a:spcBef>
              <a:spcAft>
                <a:spcPts val="0"/>
              </a:spcAft>
              <a:buClr>
                <a:schemeClr val="dk1"/>
              </a:buClr>
              <a:buSzPct val="100000"/>
              <a:buNone/>
            </a:pPr>
            <a:r>
              <a:rPr lang="es-MX"/>
              <a:t>        	mov bl,1</a:t>
            </a:r>
            <a:endParaRPr/>
          </a:p>
          <a:p>
            <a:pPr indent="0" lvl="0" marL="57150" rtl="0" algn="just">
              <a:lnSpc>
                <a:spcPct val="100000"/>
              </a:lnSpc>
              <a:spcBef>
                <a:spcPts val="544"/>
              </a:spcBef>
              <a:spcAft>
                <a:spcPts val="0"/>
              </a:spcAft>
              <a:buClr>
                <a:schemeClr val="dk1"/>
              </a:buClr>
              <a:buSzPct val="100000"/>
              <a:buNone/>
            </a:pPr>
            <a:r>
              <a:rPr lang="es-MX"/>
              <a:t>        	add al,bl</a:t>
            </a:r>
            <a:endParaRPr/>
          </a:p>
          <a:p>
            <a:pPr indent="0" lvl="0" marL="57150" rtl="0" algn="just">
              <a:lnSpc>
                <a:spcPct val="100000"/>
              </a:lnSpc>
              <a:spcBef>
                <a:spcPts val="544"/>
              </a:spcBef>
              <a:spcAft>
                <a:spcPts val="0"/>
              </a:spcAft>
              <a:buClr>
                <a:schemeClr val="dk1"/>
              </a:buClr>
              <a:buSzPct val="100000"/>
              <a:buNone/>
            </a:pPr>
            <a:r>
              <a:rPr lang="es-MX"/>
              <a:t>        	aaa</a:t>
            </a:r>
            <a:endParaRPr/>
          </a:p>
        </p:txBody>
      </p:sp>
      <p:sp>
        <p:nvSpPr>
          <p:cNvPr id="868" name="Google Shape;868;p10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869" name="Google Shape;869;p10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09"/>
          <p:cNvSpPr txBox="1"/>
          <p:nvPr>
            <p:ph idx="1" type="body"/>
          </p:nvPr>
        </p:nvSpPr>
        <p:spPr>
          <a:xfrm>
            <a:off x="457200" y="260648"/>
            <a:ext cx="8229600" cy="58655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700"/>
              <a:buNone/>
            </a:pPr>
            <a:r>
              <a:rPr lang="es-MX" sz="1700"/>
              <a:t>org 100h</a:t>
            </a:r>
            <a:endParaRPr/>
          </a:p>
          <a:p>
            <a:pPr indent="0" lvl="0" marL="0" rtl="0" algn="l">
              <a:lnSpc>
                <a:spcPct val="100000"/>
              </a:lnSpc>
              <a:spcBef>
                <a:spcPts val="340"/>
              </a:spcBef>
              <a:spcAft>
                <a:spcPts val="0"/>
              </a:spcAft>
              <a:buClr>
                <a:schemeClr val="dk1"/>
              </a:buClr>
              <a:buSzPts val="1700"/>
              <a:buNone/>
            </a:pPr>
            <a:r>
              <a:rPr lang="es-MX" sz="1700"/>
              <a:t>jmp start</a:t>
            </a:r>
            <a:endParaRPr sz="1700"/>
          </a:p>
          <a:p>
            <a:pPr indent="0" lvl="0" marL="0" rtl="0" algn="l">
              <a:lnSpc>
                <a:spcPct val="100000"/>
              </a:lnSpc>
              <a:spcBef>
                <a:spcPts val="340"/>
              </a:spcBef>
              <a:spcAft>
                <a:spcPts val="0"/>
              </a:spcAft>
              <a:buClr>
                <a:schemeClr val="dk1"/>
              </a:buClr>
              <a:buSzPts val="1700"/>
              <a:buNone/>
            </a:pPr>
            <a:r>
              <a:rPr lang="es-MX" sz="1700"/>
              <a:t>start:  mov     ax,04h</a:t>
            </a:r>
            <a:endParaRPr/>
          </a:p>
          <a:p>
            <a:pPr indent="0" lvl="0" marL="0" rtl="0" algn="l">
              <a:lnSpc>
                <a:spcPct val="100000"/>
              </a:lnSpc>
              <a:spcBef>
                <a:spcPts val="340"/>
              </a:spcBef>
              <a:spcAft>
                <a:spcPts val="0"/>
              </a:spcAft>
              <a:buClr>
                <a:schemeClr val="dk1"/>
              </a:buClr>
              <a:buSzPts val="1700"/>
              <a:buNone/>
            </a:pPr>
            <a:r>
              <a:rPr lang="es-MX" sz="1700"/>
              <a:t>        mov     bx,01h </a:t>
            </a:r>
            <a:endParaRPr/>
          </a:p>
          <a:p>
            <a:pPr indent="0" lvl="0" marL="0" rtl="0" algn="l">
              <a:lnSpc>
                <a:spcPct val="100000"/>
              </a:lnSpc>
              <a:spcBef>
                <a:spcPts val="340"/>
              </a:spcBef>
              <a:spcAft>
                <a:spcPts val="0"/>
              </a:spcAft>
              <a:buClr>
                <a:schemeClr val="dk1"/>
              </a:buClr>
              <a:buSzPts val="1700"/>
              <a:buNone/>
            </a:pPr>
            <a:r>
              <a:rPr lang="es-MX" sz="1700"/>
              <a:t>        add     ax,bx</a:t>
            </a:r>
            <a:endParaRPr sz="1700"/>
          </a:p>
          <a:p>
            <a:pPr indent="0" lvl="0" marL="0" rtl="0" algn="l">
              <a:lnSpc>
                <a:spcPct val="100000"/>
              </a:lnSpc>
              <a:spcBef>
                <a:spcPts val="340"/>
              </a:spcBef>
              <a:spcAft>
                <a:spcPts val="0"/>
              </a:spcAft>
              <a:buClr>
                <a:schemeClr val="dk1"/>
              </a:buClr>
              <a:buSzPts val="1700"/>
              <a:buNone/>
            </a:pPr>
            <a:r>
              <a:rPr lang="es-MX" sz="1700"/>
              <a:t>        aaa         </a:t>
            </a:r>
            <a:endParaRPr/>
          </a:p>
          <a:p>
            <a:pPr indent="0" lvl="0" marL="0" rtl="0" algn="l">
              <a:lnSpc>
                <a:spcPct val="100000"/>
              </a:lnSpc>
              <a:spcBef>
                <a:spcPts val="340"/>
              </a:spcBef>
              <a:spcAft>
                <a:spcPts val="0"/>
              </a:spcAft>
              <a:buClr>
                <a:schemeClr val="dk1"/>
              </a:buClr>
              <a:buSzPts val="1700"/>
              <a:buNone/>
            </a:pPr>
            <a:r>
              <a:rPr lang="es-MX" sz="1700"/>
              <a:t>        mov     ax,05h</a:t>
            </a:r>
            <a:endParaRPr/>
          </a:p>
          <a:p>
            <a:pPr indent="0" lvl="0" marL="0" rtl="0" algn="l">
              <a:lnSpc>
                <a:spcPct val="100000"/>
              </a:lnSpc>
              <a:spcBef>
                <a:spcPts val="340"/>
              </a:spcBef>
              <a:spcAft>
                <a:spcPts val="0"/>
              </a:spcAft>
              <a:buClr>
                <a:schemeClr val="dk1"/>
              </a:buClr>
              <a:buSzPts val="1700"/>
              <a:buNone/>
            </a:pPr>
            <a:r>
              <a:rPr lang="es-MX" sz="1700"/>
              <a:t>        mov     bx,06h  </a:t>
            </a:r>
            <a:endParaRPr/>
          </a:p>
          <a:p>
            <a:pPr indent="0" lvl="0" marL="0" rtl="0" algn="l">
              <a:lnSpc>
                <a:spcPct val="100000"/>
              </a:lnSpc>
              <a:spcBef>
                <a:spcPts val="340"/>
              </a:spcBef>
              <a:spcAft>
                <a:spcPts val="0"/>
              </a:spcAft>
              <a:buClr>
                <a:schemeClr val="dk1"/>
              </a:buClr>
              <a:buSzPts val="1700"/>
              <a:buNone/>
            </a:pPr>
            <a:r>
              <a:rPr lang="es-MX" sz="1700"/>
              <a:t>        add     ax,bx        </a:t>
            </a:r>
            <a:endParaRPr/>
          </a:p>
          <a:p>
            <a:pPr indent="0" lvl="0" marL="0" rtl="0" algn="l">
              <a:lnSpc>
                <a:spcPct val="100000"/>
              </a:lnSpc>
              <a:spcBef>
                <a:spcPts val="340"/>
              </a:spcBef>
              <a:spcAft>
                <a:spcPts val="0"/>
              </a:spcAft>
              <a:buClr>
                <a:schemeClr val="dk1"/>
              </a:buClr>
              <a:buSzPts val="1700"/>
              <a:buNone/>
            </a:pPr>
            <a:r>
              <a:rPr lang="es-MX" sz="1700"/>
              <a:t>        aaa   </a:t>
            </a:r>
            <a:endParaRPr/>
          </a:p>
          <a:p>
            <a:pPr indent="0" lvl="0" marL="0" rtl="0" algn="l">
              <a:lnSpc>
                <a:spcPct val="100000"/>
              </a:lnSpc>
              <a:spcBef>
                <a:spcPts val="340"/>
              </a:spcBef>
              <a:spcAft>
                <a:spcPts val="0"/>
              </a:spcAft>
              <a:buClr>
                <a:schemeClr val="dk1"/>
              </a:buClr>
              <a:buSzPts val="1700"/>
              <a:buNone/>
            </a:pPr>
            <a:r>
              <a:rPr lang="es-MX" sz="1700"/>
              <a:t>        mov     ax,06h</a:t>
            </a:r>
            <a:endParaRPr/>
          </a:p>
          <a:p>
            <a:pPr indent="0" lvl="0" marL="0" rtl="0" algn="l">
              <a:lnSpc>
                <a:spcPct val="100000"/>
              </a:lnSpc>
              <a:spcBef>
                <a:spcPts val="340"/>
              </a:spcBef>
              <a:spcAft>
                <a:spcPts val="0"/>
              </a:spcAft>
              <a:buClr>
                <a:schemeClr val="dk1"/>
              </a:buClr>
              <a:buSzPts val="1700"/>
              <a:buNone/>
            </a:pPr>
            <a:r>
              <a:rPr lang="es-MX" sz="1700"/>
              <a:t>        mov     bx,06h  </a:t>
            </a:r>
            <a:endParaRPr/>
          </a:p>
          <a:p>
            <a:pPr indent="0" lvl="0" marL="0" rtl="0" algn="l">
              <a:lnSpc>
                <a:spcPct val="100000"/>
              </a:lnSpc>
              <a:spcBef>
                <a:spcPts val="340"/>
              </a:spcBef>
              <a:spcAft>
                <a:spcPts val="0"/>
              </a:spcAft>
              <a:buClr>
                <a:schemeClr val="dk1"/>
              </a:buClr>
              <a:buSzPts val="1700"/>
              <a:buNone/>
            </a:pPr>
            <a:r>
              <a:rPr lang="es-MX" sz="1700"/>
              <a:t>        add     ax,bx        </a:t>
            </a:r>
            <a:endParaRPr/>
          </a:p>
          <a:p>
            <a:pPr indent="0" lvl="0" marL="0" rtl="0" algn="l">
              <a:lnSpc>
                <a:spcPct val="100000"/>
              </a:lnSpc>
              <a:spcBef>
                <a:spcPts val="340"/>
              </a:spcBef>
              <a:spcAft>
                <a:spcPts val="0"/>
              </a:spcAft>
              <a:buClr>
                <a:schemeClr val="dk1"/>
              </a:buClr>
              <a:buSzPts val="1700"/>
              <a:buNone/>
            </a:pPr>
            <a:r>
              <a:rPr lang="es-MX" sz="1700"/>
              <a:t>        aaa                </a:t>
            </a:r>
            <a:endParaRPr/>
          </a:p>
          <a:p>
            <a:pPr indent="0" lvl="0" marL="0" rtl="0" algn="l">
              <a:lnSpc>
                <a:spcPct val="100000"/>
              </a:lnSpc>
              <a:spcBef>
                <a:spcPts val="340"/>
              </a:spcBef>
              <a:spcAft>
                <a:spcPts val="0"/>
              </a:spcAft>
              <a:buClr>
                <a:schemeClr val="dk1"/>
              </a:buClr>
              <a:buSzPts val="1700"/>
              <a:buNone/>
            </a:pPr>
            <a:r>
              <a:rPr lang="es-MX" sz="1700"/>
              <a:t>        mov     ah, 0 </a:t>
            </a:r>
            <a:endParaRPr/>
          </a:p>
          <a:p>
            <a:pPr indent="0" lvl="0" marL="0" rtl="0" algn="l">
              <a:lnSpc>
                <a:spcPct val="100000"/>
              </a:lnSpc>
              <a:spcBef>
                <a:spcPts val="340"/>
              </a:spcBef>
              <a:spcAft>
                <a:spcPts val="0"/>
              </a:spcAft>
              <a:buClr>
                <a:schemeClr val="dk1"/>
              </a:buClr>
              <a:buSzPts val="1700"/>
              <a:buNone/>
            </a:pPr>
            <a:r>
              <a:rPr lang="es-MX" sz="1700"/>
              <a:t>        int     16h  </a:t>
            </a:r>
            <a:endParaRPr/>
          </a:p>
          <a:p>
            <a:pPr indent="0" lvl="0" marL="0" rtl="0" algn="l">
              <a:lnSpc>
                <a:spcPct val="100000"/>
              </a:lnSpc>
              <a:spcBef>
                <a:spcPts val="340"/>
              </a:spcBef>
              <a:spcAft>
                <a:spcPts val="0"/>
              </a:spcAft>
              <a:buClr>
                <a:schemeClr val="dk1"/>
              </a:buClr>
              <a:buSzPts val="1700"/>
              <a:buNone/>
            </a:pPr>
            <a:r>
              <a:rPr lang="es-MX" sz="1700"/>
              <a:t>ret</a:t>
            </a:r>
            <a:r>
              <a:rPr lang="es-MX" sz="1550"/>
              <a:t> </a:t>
            </a:r>
            <a:endParaRPr/>
          </a:p>
        </p:txBody>
      </p:sp>
      <p:sp>
        <p:nvSpPr>
          <p:cNvPr id="875" name="Google Shape;875;p10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876" name="Google Shape;876;p10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1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882" name="Google Shape;882;p1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Clr>
                <a:schemeClr val="dk1"/>
              </a:buClr>
              <a:buSzPct val="100000"/>
              <a:buChar char="•"/>
            </a:pPr>
            <a:r>
              <a:rPr lang="es-MX"/>
              <a:t>DAA (Decimal Adjust After Addition): </a:t>
            </a:r>
            <a:endParaRPr/>
          </a:p>
          <a:p>
            <a:pPr indent="-285750" lvl="1" marL="742950" rtl="0" algn="just">
              <a:lnSpc>
                <a:spcPct val="100000"/>
              </a:lnSpc>
              <a:spcBef>
                <a:spcPts val="518"/>
              </a:spcBef>
              <a:spcAft>
                <a:spcPts val="0"/>
              </a:spcAft>
              <a:buClr>
                <a:schemeClr val="dk1"/>
              </a:buClr>
              <a:buSzPct val="100000"/>
              <a:buChar char="–"/>
            </a:pPr>
            <a:r>
              <a:rPr lang="es-MX"/>
              <a:t>Similar a AAA, pero se utiliza después de una operación de suma o resta con números BCD. Si el resultado en el registro AL después de la operación aritmética no es un dígito válido en BCD</a:t>
            </a:r>
            <a:endParaRPr/>
          </a:p>
          <a:p>
            <a:pPr indent="0" lvl="0" marL="57150" rtl="0" algn="just">
              <a:lnSpc>
                <a:spcPct val="100000"/>
              </a:lnSpc>
              <a:spcBef>
                <a:spcPts val="592"/>
              </a:spcBef>
              <a:spcAft>
                <a:spcPts val="0"/>
              </a:spcAft>
              <a:buClr>
                <a:schemeClr val="dk1"/>
              </a:buClr>
              <a:buSzPct val="100000"/>
              <a:buNone/>
            </a:pPr>
            <a:r>
              <a:t/>
            </a:r>
            <a:endParaRPr/>
          </a:p>
          <a:p>
            <a:pPr indent="0" lvl="0" marL="57150" rtl="0" algn="just">
              <a:lnSpc>
                <a:spcPct val="100000"/>
              </a:lnSpc>
              <a:spcBef>
                <a:spcPts val="592"/>
              </a:spcBef>
              <a:spcAft>
                <a:spcPts val="0"/>
              </a:spcAft>
              <a:buClr>
                <a:schemeClr val="dk1"/>
              </a:buClr>
              <a:buSzPct val="100000"/>
              <a:buNone/>
            </a:pPr>
            <a:r>
              <a:rPr lang="es-MX"/>
              <a:t>	mov al,10</a:t>
            </a:r>
            <a:endParaRPr/>
          </a:p>
          <a:p>
            <a:pPr indent="0" lvl="0" marL="57150" rtl="0" algn="just">
              <a:lnSpc>
                <a:spcPct val="100000"/>
              </a:lnSpc>
              <a:spcBef>
                <a:spcPts val="592"/>
              </a:spcBef>
              <a:spcAft>
                <a:spcPts val="0"/>
              </a:spcAft>
              <a:buClr>
                <a:schemeClr val="dk1"/>
              </a:buClr>
              <a:buSzPct val="100000"/>
              <a:buNone/>
            </a:pPr>
            <a:r>
              <a:rPr lang="es-MX"/>
              <a:t>        	mov bl,1</a:t>
            </a:r>
            <a:endParaRPr/>
          </a:p>
          <a:p>
            <a:pPr indent="0" lvl="0" marL="57150" rtl="0" algn="just">
              <a:lnSpc>
                <a:spcPct val="100000"/>
              </a:lnSpc>
              <a:spcBef>
                <a:spcPts val="592"/>
              </a:spcBef>
              <a:spcAft>
                <a:spcPts val="0"/>
              </a:spcAft>
              <a:buClr>
                <a:schemeClr val="dk1"/>
              </a:buClr>
              <a:buSzPct val="100000"/>
              <a:buNone/>
            </a:pPr>
            <a:r>
              <a:rPr lang="es-MX"/>
              <a:t>        	add al,bl</a:t>
            </a:r>
            <a:endParaRPr/>
          </a:p>
          <a:p>
            <a:pPr indent="0" lvl="0" marL="57150" rtl="0" algn="just">
              <a:lnSpc>
                <a:spcPct val="100000"/>
              </a:lnSpc>
              <a:spcBef>
                <a:spcPts val="592"/>
              </a:spcBef>
              <a:spcAft>
                <a:spcPts val="0"/>
              </a:spcAft>
              <a:buClr>
                <a:schemeClr val="dk1"/>
              </a:buClr>
              <a:buSzPct val="100000"/>
              <a:buNone/>
            </a:pPr>
            <a:r>
              <a:rPr lang="es-MX"/>
              <a:t>        	DAA</a:t>
            </a:r>
            <a:endParaRPr/>
          </a:p>
        </p:txBody>
      </p:sp>
      <p:sp>
        <p:nvSpPr>
          <p:cNvPr id="883" name="Google Shape;883;p1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884" name="Google Shape;884;p1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11"/>
          <p:cNvSpPr txBox="1"/>
          <p:nvPr/>
        </p:nvSpPr>
        <p:spPr>
          <a:xfrm>
            <a:off x="0" y="0"/>
            <a:ext cx="4932363"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ARITMETICAS (Suma).</a:t>
            </a:r>
            <a:endParaRPr b="0" i="0" sz="1400" u="none" cap="none" strike="noStrike">
              <a:solidFill>
                <a:srgbClr val="000000"/>
              </a:solidFill>
              <a:latin typeface="Arial"/>
              <a:ea typeface="Arial"/>
              <a:cs typeface="Arial"/>
              <a:sym typeface="Arial"/>
            </a:endParaRPr>
          </a:p>
        </p:txBody>
      </p:sp>
      <p:sp>
        <p:nvSpPr>
          <p:cNvPr id="891" name="Google Shape;891;p111"/>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892" name="Google Shape;892;p111"/>
          <p:cNvSpPr/>
          <p:nvPr/>
        </p:nvSpPr>
        <p:spPr>
          <a:xfrm>
            <a:off x="323850" y="484188"/>
            <a:ext cx="8351838" cy="5859462"/>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DAA (ajuste decimal para la suma)</a:t>
            </a:r>
            <a:br>
              <a:rPr b="0" i="0" lang="es-MX" sz="1800" u="none" cap="none" strike="noStrike">
                <a:solidFill>
                  <a:srgbClr val="FF0000"/>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rgbClr val="0000FF"/>
                </a:solidFill>
                <a:latin typeface="Arial"/>
                <a:ea typeface="Arial"/>
                <a:cs typeface="Arial"/>
                <a:sym typeface="Arial"/>
              </a:rPr>
              <a:t> DAA</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rgbClr val="0000FF"/>
                </a:solidFill>
                <a:latin typeface="Arial"/>
                <a:ea typeface="Arial"/>
                <a:cs typeface="Arial"/>
                <a:sym typeface="Arial"/>
              </a:rPr>
              <a:t> 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x    x    x    x    x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Convierte el contenido del registro AL en un par de valores BCD: si los cuatro bits menos significativos de AL son un numero mayor que 9, el indicador AF se pone a 1 y se suma 6 a AL. De igual forma, si los cuatro bits menos significativos de AL tras la operación anterior son un numero mayor que 9, el indicador CF se pone a 1 y se suma 60h a AL.</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Ejemplo:</a:t>
            </a:r>
            <a:r>
              <a:rPr b="0" i="0" lang="es-MX" sz="1800" u="none" cap="none" strike="noStrike">
                <a:solidFill>
                  <a:srgbClr val="0000FF"/>
                </a:solidFill>
                <a:latin typeface="Arial"/>
                <a:ea typeface="Arial"/>
                <a:cs typeface="Arial"/>
                <a:sym typeface="Arial"/>
              </a:rPr>
              <a:t> add al,cl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daa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En el ejemplo anterior, si AL y CL contienen  dos números BCD empaquetados, DAA hace que el resultado de la suma (en AL) siga siendo también un BCD empaquetado.</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p:txBody>
      </p:sp>
      <p:sp>
        <p:nvSpPr>
          <p:cNvPr id="893" name="Google Shape;893;p1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894" name="Google Shape;894;p1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900" name="Google Shape;900;p1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Realiza un ajuste del dividendo en AL antes de hacer la división de dos números decimales desempaquetados, para que el resultado de esta división (cociente) sea un valor decimal desempaquetado. La lógica que usa es la siguiente: </a:t>
            </a:r>
            <a:endParaRPr/>
          </a:p>
          <a:p>
            <a:pPr indent="0" lvl="0" marL="0" rtl="0" algn="l">
              <a:lnSpc>
                <a:spcPct val="100000"/>
              </a:lnSpc>
              <a:spcBef>
                <a:spcPts val="640"/>
              </a:spcBef>
              <a:spcAft>
                <a:spcPts val="0"/>
              </a:spcAft>
              <a:buClr>
                <a:schemeClr val="dk1"/>
              </a:buClr>
              <a:buSzPts val="3200"/>
              <a:buNone/>
            </a:pPr>
            <a:r>
              <a:rPr lang="es-MX"/>
              <a:t>	AL := 10*AH+AL </a:t>
            </a:r>
            <a:endParaRPr/>
          </a:p>
          <a:p>
            <a:pPr indent="0" lvl="0" marL="0" rtl="0" algn="l">
              <a:lnSpc>
                <a:spcPct val="100000"/>
              </a:lnSpc>
              <a:spcBef>
                <a:spcPts val="640"/>
              </a:spcBef>
              <a:spcAft>
                <a:spcPts val="0"/>
              </a:spcAft>
              <a:buClr>
                <a:schemeClr val="dk1"/>
              </a:buClr>
              <a:buSzPts val="3200"/>
              <a:buNone/>
            </a:pPr>
            <a:r>
              <a:rPr lang="es-MX"/>
              <a:t>	AH := 0</a:t>
            </a:r>
            <a:endParaRPr/>
          </a:p>
        </p:txBody>
      </p:sp>
      <p:sp>
        <p:nvSpPr>
          <p:cNvPr id="901" name="Google Shape;901;p1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02" name="Google Shape;902;p1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13"/>
          <p:cNvSpPr txBox="1"/>
          <p:nvPr>
            <p:ph idx="1" type="body"/>
          </p:nvPr>
        </p:nvSpPr>
        <p:spPr>
          <a:xfrm>
            <a:off x="457200" y="260648"/>
            <a:ext cx="8229600" cy="58655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700"/>
              <a:buNone/>
            </a:pPr>
            <a:r>
              <a:rPr lang="es-MX" sz="1700"/>
              <a:t>org 100h</a:t>
            </a:r>
            <a:endParaRPr/>
          </a:p>
          <a:p>
            <a:pPr indent="0" lvl="0" marL="0" rtl="0" algn="l">
              <a:lnSpc>
                <a:spcPct val="100000"/>
              </a:lnSpc>
              <a:spcBef>
                <a:spcPts val="340"/>
              </a:spcBef>
              <a:spcAft>
                <a:spcPts val="0"/>
              </a:spcAft>
              <a:buClr>
                <a:schemeClr val="dk1"/>
              </a:buClr>
              <a:buSzPts val="1700"/>
              <a:buNone/>
            </a:pPr>
            <a:r>
              <a:rPr lang="es-MX" sz="1700"/>
              <a:t>jmp start</a:t>
            </a:r>
            <a:endParaRPr sz="1700"/>
          </a:p>
          <a:p>
            <a:pPr indent="0" lvl="0" marL="0" rtl="0" algn="l">
              <a:lnSpc>
                <a:spcPct val="100000"/>
              </a:lnSpc>
              <a:spcBef>
                <a:spcPts val="340"/>
              </a:spcBef>
              <a:spcAft>
                <a:spcPts val="0"/>
              </a:spcAft>
              <a:buClr>
                <a:schemeClr val="dk1"/>
              </a:buClr>
              <a:buSzPts val="1700"/>
              <a:buNone/>
            </a:pPr>
            <a:r>
              <a:rPr lang="es-MX" sz="1700"/>
              <a:t>start:  mov     al,04h</a:t>
            </a:r>
            <a:endParaRPr/>
          </a:p>
          <a:p>
            <a:pPr indent="0" lvl="0" marL="0" rtl="0" algn="l">
              <a:lnSpc>
                <a:spcPct val="100000"/>
              </a:lnSpc>
              <a:spcBef>
                <a:spcPts val="340"/>
              </a:spcBef>
              <a:spcAft>
                <a:spcPts val="0"/>
              </a:spcAft>
              <a:buClr>
                <a:schemeClr val="dk1"/>
              </a:buClr>
              <a:buSzPts val="1700"/>
              <a:buNone/>
            </a:pPr>
            <a:r>
              <a:rPr lang="es-MX" sz="1700"/>
              <a:t>        mov     bl,01h </a:t>
            </a:r>
            <a:endParaRPr/>
          </a:p>
          <a:p>
            <a:pPr indent="0" lvl="0" marL="0" rtl="0" algn="l">
              <a:lnSpc>
                <a:spcPct val="100000"/>
              </a:lnSpc>
              <a:spcBef>
                <a:spcPts val="340"/>
              </a:spcBef>
              <a:spcAft>
                <a:spcPts val="0"/>
              </a:spcAft>
              <a:buClr>
                <a:schemeClr val="dk1"/>
              </a:buClr>
              <a:buSzPts val="1700"/>
              <a:buNone/>
            </a:pPr>
            <a:r>
              <a:rPr lang="es-MX" sz="1700"/>
              <a:t>        add     al,bl</a:t>
            </a:r>
            <a:endParaRPr sz="1700"/>
          </a:p>
          <a:p>
            <a:pPr indent="0" lvl="0" marL="0" rtl="0" algn="l">
              <a:lnSpc>
                <a:spcPct val="100000"/>
              </a:lnSpc>
              <a:spcBef>
                <a:spcPts val="340"/>
              </a:spcBef>
              <a:spcAft>
                <a:spcPts val="0"/>
              </a:spcAft>
              <a:buClr>
                <a:schemeClr val="dk1"/>
              </a:buClr>
              <a:buSzPts val="1700"/>
              <a:buNone/>
            </a:pPr>
            <a:r>
              <a:rPr lang="es-MX" sz="1700"/>
              <a:t>        daa</a:t>
            </a:r>
            <a:endParaRPr sz="1700"/>
          </a:p>
          <a:p>
            <a:pPr indent="0" lvl="0" marL="0" rtl="0" algn="l">
              <a:lnSpc>
                <a:spcPct val="100000"/>
              </a:lnSpc>
              <a:spcBef>
                <a:spcPts val="340"/>
              </a:spcBef>
              <a:spcAft>
                <a:spcPts val="0"/>
              </a:spcAft>
              <a:buClr>
                <a:schemeClr val="dk1"/>
              </a:buClr>
              <a:buSzPts val="1700"/>
              <a:buNone/>
            </a:pPr>
            <a:r>
              <a:rPr lang="es-MX" sz="1700"/>
              <a:t>        mov     al,05h</a:t>
            </a:r>
            <a:endParaRPr/>
          </a:p>
          <a:p>
            <a:pPr indent="0" lvl="0" marL="0" rtl="0" algn="l">
              <a:lnSpc>
                <a:spcPct val="100000"/>
              </a:lnSpc>
              <a:spcBef>
                <a:spcPts val="340"/>
              </a:spcBef>
              <a:spcAft>
                <a:spcPts val="0"/>
              </a:spcAft>
              <a:buClr>
                <a:schemeClr val="dk1"/>
              </a:buClr>
              <a:buSzPts val="1700"/>
              <a:buNone/>
            </a:pPr>
            <a:r>
              <a:rPr lang="es-MX" sz="1700"/>
              <a:t>        mov     bl,06h  </a:t>
            </a:r>
            <a:endParaRPr/>
          </a:p>
          <a:p>
            <a:pPr indent="0" lvl="0" marL="0" rtl="0" algn="l">
              <a:lnSpc>
                <a:spcPct val="100000"/>
              </a:lnSpc>
              <a:spcBef>
                <a:spcPts val="340"/>
              </a:spcBef>
              <a:spcAft>
                <a:spcPts val="0"/>
              </a:spcAft>
              <a:buClr>
                <a:schemeClr val="dk1"/>
              </a:buClr>
              <a:buSzPts val="1700"/>
              <a:buNone/>
            </a:pPr>
            <a:r>
              <a:rPr lang="es-MX" sz="1700"/>
              <a:t>        add     al,bl</a:t>
            </a:r>
            <a:endParaRPr sz="1700"/>
          </a:p>
          <a:p>
            <a:pPr indent="0" lvl="0" marL="0" rtl="0" algn="l">
              <a:lnSpc>
                <a:spcPct val="100000"/>
              </a:lnSpc>
              <a:spcBef>
                <a:spcPts val="340"/>
              </a:spcBef>
              <a:spcAft>
                <a:spcPts val="0"/>
              </a:spcAft>
              <a:buClr>
                <a:schemeClr val="dk1"/>
              </a:buClr>
              <a:buSzPts val="1700"/>
              <a:buNone/>
            </a:pPr>
            <a:r>
              <a:rPr lang="es-MX" sz="1700"/>
              <a:t>        daa   </a:t>
            </a:r>
            <a:endParaRPr/>
          </a:p>
          <a:p>
            <a:pPr indent="0" lvl="0" marL="0" rtl="0" algn="l">
              <a:lnSpc>
                <a:spcPct val="100000"/>
              </a:lnSpc>
              <a:spcBef>
                <a:spcPts val="340"/>
              </a:spcBef>
              <a:spcAft>
                <a:spcPts val="0"/>
              </a:spcAft>
              <a:buClr>
                <a:schemeClr val="dk1"/>
              </a:buClr>
              <a:buSzPts val="1700"/>
              <a:buNone/>
            </a:pPr>
            <a:r>
              <a:rPr lang="es-MX" sz="1700"/>
              <a:t>        mov     al,06h</a:t>
            </a:r>
            <a:endParaRPr/>
          </a:p>
          <a:p>
            <a:pPr indent="0" lvl="0" marL="0" rtl="0" algn="l">
              <a:lnSpc>
                <a:spcPct val="100000"/>
              </a:lnSpc>
              <a:spcBef>
                <a:spcPts val="340"/>
              </a:spcBef>
              <a:spcAft>
                <a:spcPts val="0"/>
              </a:spcAft>
              <a:buClr>
                <a:schemeClr val="dk1"/>
              </a:buClr>
              <a:buSzPts val="1700"/>
              <a:buNone/>
            </a:pPr>
            <a:r>
              <a:rPr lang="es-MX" sz="1700"/>
              <a:t>        mov     bl,06h  </a:t>
            </a:r>
            <a:endParaRPr/>
          </a:p>
          <a:p>
            <a:pPr indent="0" lvl="0" marL="0" rtl="0" algn="l">
              <a:lnSpc>
                <a:spcPct val="100000"/>
              </a:lnSpc>
              <a:spcBef>
                <a:spcPts val="340"/>
              </a:spcBef>
              <a:spcAft>
                <a:spcPts val="0"/>
              </a:spcAft>
              <a:buClr>
                <a:schemeClr val="dk1"/>
              </a:buClr>
              <a:buSzPts val="1700"/>
              <a:buNone/>
            </a:pPr>
            <a:r>
              <a:rPr lang="es-MX" sz="1700"/>
              <a:t>        add     al,bl</a:t>
            </a:r>
            <a:endParaRPr sz="1700"/>
          </a:p>
          <a:p>
            <a:pPr indent="0" lvl="0" marL="0" rtl="0" algn="l">
              <a:lnSpc>
                <a:spcPct val="100000"/>
              </a:lnSpc>
              <a:spcBef>
                <a:spcPts val="340"/>
              </a:spcBef>
              <a:spcAft>
                <a:spcPts val="0"/>
              </a:spcAft>
              <a:buClr>
                <a:schemeClr val="dk1"/>
              </a:buClr>
              <a:buSzPts val="1700"/>
              <a:buNone/>
            </a:pPr>
            <a:r>
              <a:rPr lang="es-MX" sz="1700"/>
              <a:t>        daa                </a:t>
            </a:r>
            <a:endParaRPr/>
          </a:p>
          <a:p>
            <a:pPr indent="0" lvl="0" marL="0" rtl="0" algn="l">
              <a:lnSpc>
                <a:spcPct val="100000"/>
              </a:lnSpc>
              <a:spcBef>
                <a:spcPts val="340"/>
              </a:spcBef>
              <a:spcAft>
                <a:spcPts val="0"/>
              </a:spcAft>
              <a:buClr>
                <a:schemeClr val="dk1"/>
              </a:buClr>
              <a:buSzPts val="1700"/>
              <a:buNone/>
            </a:pPr>
            <a:r>
              <a:rPr lang="es-MX" sz="1700"/>
              <a:t>        mov     ah, 0 </a:t>
            </a:r>
            <a:endParaRPr/>
          </a:p>
          <a:p>
            <a:pPr indent="0" lvl="0" marL="0" rtl="0" algn="l">
              <a:lnSpc>
                <a:spcPct val="100000"/>
              </a:lnSpc>
              <a:spcBef>
                <a:spcPts val="340"/>
              </a:spcBef>
              <a:spcAft>
                <a:spcPts val="0"/>
              </a:spcAft>
              <a:buClr>
                <a:schemeClr val="dk1"/>
              </a:buClr>
              <a:buSzPts val="1700"/>
              <a:buNone/>
            </a:pPr>
            <a:r>
              <a:rPr lang="es-MX" sz="1700"/>
              <a:t>        int     16h </a:t>
            </a:r>
            <a:endParaRPr/>
          </a:p>
          <a:p>
            <a:pPr indent="0" lvl="0" marL="0" rtl="0" algn="l">
              <a:lnSpc>
                <a:spcPct val="100000"/>
              </a:lnSpc>
              <a:spcBef>
                <a:spcPts val="340"/>
              </a:spcBef>
              <a:spcAft>
                <a:spcPts val="0"/>
              </a:spcAft>
              <a:buClr>
                <a:schemeClr val="dk1"/>
              </a:buClr>
              <a:buSzPts val="1700"/>
              <a:buNone/>
            </a:pPr>
            <a:r>
              <a:rPr lang="es-MX" sz="1700"/>
              <a:t>ret </a:t>
            </a:r>
            <a:endParaRPr/>
          </a:p>
        </p:txBody>
      </p:sp>
      <p:sp>
        <p:nvSpPr>
          <p:cNvPr id="908" name="Google Shape;908;p1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09" name="Google Shape;909;p1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915" name="Google Shape;915;p1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00000"/>
              </a:lnSpc>
              <a:spcBef>
                <a:spcPts val="0"/>
              </a:spcBef>
              <a:spcAft>
                <a:spcPts val="0"/>
              </a:spcAft>
              <a:buClr>
                <a:schemeClr val="dk1"/>
              </a:buClr>
              <a:buSzPct val="100000"/>
              <a:buChar char="•"/>
            </a:pPr>
            <a:r>
              <a:rPr lang="es-MX"/>
              <a:t>AAM (ASCII Adjust After Multiplication): </a:t>
            </a:r>
            <a:endParaRPr/>
          </a:p>
          <a:p>
            <a:pPr indent="-285750" lvl="1" marL="742950" rtl="0" algn="just">
              <a:lnSpc>
                <a:spcPct val="100000"/>
              </a:lnSpc>
              <a:spcBef>
                <a:spcPts val="518"/>
              </a:spcBef>
              <a:spcAft>
                <a:spcPts val="0"/>
              </a:spcAft>
              <a:buClr>
                <a:schemeClr val="dk1"/>
              </a:buClr>
              <a:buSzPct val="100000"/>
              <a:buChar char="–"/>
            </a:pPr>
            <a:r>
              <a:rPr lang="es-MX"/>
              <a:t>Esta instrucción se usa después de una multiplicación con números BCD en ASCII. Divide el registro AX en dos partes: AL contiene el resultado ajustado en BCD, y AH contiene el residuo. Por ejemplo, después de una operación de multiplicación en BCD, AAM ajustará AL para que contenga el resultado en BCD y AH contendrá el residuo.</a:t>
            </a:r>
            <a:endParaRPr/>
          </a:p>
          <a:p>
            <a:pPr indent="0" lvl="1" marL="457200" rtl="0" algn="just">
              <a:lnSpc>
                <a:spcPct val="100000"/>
              </a:lnSpc>
              <a:spcBef>
                <a:spcPts val="518"/>
              </a:spcBef>
              <a:spcAft>
                <a:spcPts val="0"/>
              </a:spcAft>
              <a:buClr>
                <a:schemeClr val="dk1"/>
              </a:buClr>
              <a:buSzPct val="100000"/>
              <a:buNone/>
            </a:pPr>
            <a:r>
              <a:rPr lang="es-MX"/>
              <a:t> 	mov al,8</a:t>
            </a:r>
            <a:endParaRPr/>
          </a:p>
          <a:p>
            <a:pPr indent="0" lvl="1" marL="457200" rtl="0" algn="just">
              <a:lnSpc>
                <a:spcPct val="100000"/>
              </a:lnSpc>
              <a:spcBef>
                <a:spcPts val="518"/>
              </a:spcBef>
              <a:spcAft>
                <a:spcPts val="0"/>
              </a:spcAft>
              <a:buClr>
                <a:schemeClr val="dk1"/>
              </a:buClr>
              <a:buSzPct val="100000"/>
              <a:buNone/>
            </a:pPr>
            <a:r>
              <a:rPr lang="es-MX"/>
              <a:t>      	mov bl,2</a:t>
            </a:r>
            <a:endParaRPr/>
          </a:p>
          <a:p>
            <a:pPr indent="0" lvl="1" marL="457200" rtl="0" algn="just">
              <a:lnSpc>
                <a:spcPct val="100000"/>
              </a:lnSpc>
              <a:spcBef>
                <a:spcPts val="518"/>
              </a:spcBef>
              <a:spcAft>
                <a:spcPts val="0"/>
              </a:spcAft>
              <a:buClr>
                <a:schemeClr val="dk1"/>
              </a:buClr>
              <a:buSzPct val="100000"/>
              <a:buNone/>
            </a:pPr>
            <a:r>
              <a:rPr lang="es-MX"/>
              <a:t>      mul bl</a:t>
            </a:r>
            <a:endParaRPr/>
          </a:p>
          <a:p>
            <a:pPr indent="0" lvl="1" marL="457200" rtl="0" algn="just">
              <a:lnSpc>
                <a:spcPct val="100000"/>
              </a:lnSpc>
              <a:spcBef>
                <a:spcPts val="518"/>
              </a:spcBef>
              <a:spcAft>
                <a:spcPts val="0"/>
              </a:spcAft>
              <a:buClr>
                <a:schemeClr val="dk1"/>
              </a:buClr>
              <a:buSzPct val="100000"/>
              <a:buNone/>
            </a:pPr>
            <a:r>
              <a:rPr lang="es-MX"/>
              <a:t>      AAM</a:t>
            </a:r>
            <a:endParaRPr/>
          </a:p>
        </p:txBody>
      </p:sp>
      <p:sp>
        <p:nvSpPr>
          <p:cNvPr id="916" name="Google Shape;916;p1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17" name="Google Shape;917;p1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923" name="Google Shape;923;p1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Corrige el resultado en AX del producto de dos números decimales desempaquetados, convirtiéndolo en un valor decimal desempaquetado. La lógica que emplea es la siguiente: </a:t>
            </a:r>
            <a:endParaRPr/>
          </a:p>
          <a:p>
            <a:pPr indent="0" lvl="1" marL="457200" rtl="0" algn="l">
              <a:lnSpc>
                <a:spcPct val="100000"/>
              </a:lnSpc>
              <a:spcBef>
                <a:spcPts val="560"/>
              </a:spcBef>
              <a:spcAft>
                <a:spcPts val="0"/>
              </a:spcAft>
              <a:buClr>
                <a:schemeClr val="dk1"/>
              </a:buClr>
              <a:buSzPts val="2800"/>
              <a:buNone/>
            </a:pPr>
            <a:r>
              <a:rPr lang="es-MX"/>
              <a:t>AH := AL / 10 </a:t>
            </a:r>
            <a:endParaRPr/>
          </a:p>
          <a:p>
            <a:pPr indent="0" lvl="1" marL="457200" rtl="0" algn="l">
              <a:lnSpc>
                <a:spcPct val="100000"/>
              </a:lnSpc>
              <a:spcBef>
                <a:spcPts val="560"/>
              </a:spcBef>
              <a:spcAft>
                <a:spcPts val="0"/>
              </a:spcAft>
              <a:buClr>
                <a:schemeClr val="dk1"/>
              </a:buClr>
              <a:buSzPts val="2800"/>
              <a:buNone/>
            </a:pPr>
            <a:r>
              <a:rPr lang="es-MX"/>
              <a:t>AL := AL mod 10</a:t>
            </a:r>
            <a:endParaRPr/>
          </a:p>
        </p:txBody>
      </p:sp>
      <p:sp>
        <p:nvSpPr>
          <p:cNvPr id="924" name="Google Shape;924;p1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25" name="Google Shape;925;p1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Ajusta en ASCII AX después de multiplicar</a:t>
            </a:r>
            <a:endParaRPr/>
          </a:p>
        </p:txBody>
      </p:sp>
      <p:sp>
        <p:nvSpPr>
          <p:cNvPr id="931" name="Google Shape;931;p1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lang="es-MX"/>
              <a:t>Instrucción: AAM</a:t>
            </a:r>
            <a:endParaRPr/>
          </a:p>
          <a:p>
            <a:pPr indent="-342900" lvl="0" marL="342900" rtl="0" algn="just">
              <a:lnSpc>
                <a:spcPct val="100000"/>
              </a:lnSpc>
              <a:spcBef>
                <a:spcPts val="592"/>
              </a:spcBef>
              <a:spcAft>
                <a:spcPts val="0"/>
              </a:spcAft>
              <a:buClr>
                <a:schemeClr val="dk1"/>
              </a:buClr>
              <a:buSzPct val="100000"/>
              <a:buChar char="•"/>
            </a:pPr>
            <a:r>
              <a:rPr lang="es-MX"/>
              <a:t>Descripción: Ajusta en ASCII después de la multiplicación</a:t>
            </a:r>
            <a:endParaRPr/>
          </a:p>
          <a:p>
            <a:pPr indent="-342900" lvl="0" marL="342900" rtl="0" algn="just">
              <a:lnSpc>
                <a:spcPct val="100000"/>
              </a:lnSpc>
              <a:spcBef>
                <a:spcPts val="592"/>
              </a:spcBef>
              <a:spcAft>
                <a:spcPts val="0"/>
              </a:spcAft>
              <a:buClr>
                <a:schemeClr val="dk1"/>
              </a:buClr>
              <a:buSzPct val="100000"/>
              <a:buChar char="•"/>
            </a:pPr>
            <a:r>
              <a:rPr lang="es-MX"/>
              <a:t>Operación: AAM ajusta el resultado en el registro AX después de multiplicar dos operandos decimales sin empaquetar. Esta instrucción debería ser ejecutada solamente después de una instrucción MUL. A causa de que el resultado es menor que 100, esta completamente contenido en el registro AL.</a:t>
            </a:r>
            <a:endParaRPr/>
          </a:p>
          <a:p>
            <a:pPr indent="-342900" lvl="0" marL="342900" rtl="0" algn="just">
              <a:lnSpc>
                <a:spcPct val="100000"/>
              </a:lnSpc>
              <a:spcBef>
                <a:spcPts val="592"/>
              </a:spcBef>
              <a:spcAft>
                <a:spcPts val="0"/>
              </a:spcAft>
              <a:buClr>
                <a:schemeClr val="dk1"/>
              </a:buClr>
              <a:buSzPct val="100000"/>
              <a:buChar char="•"/>
            </a:pPr>
            <a:r>
              <a:rPr lang="es-MX"/>
              <a:t>Sintaxis: AAM (no tiene operandos)</a:t>
            </a:r>
            <a:endParaRPr/>
          </a:p>
        </p:txBody>
      </p:sp>
      <p:sp>
        <p:nvSpPr>
          <p:cNvPr id="932" name="Google Shape;932;p1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33" name="Google Shape;933;p1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939" name="Google Shape;939;p1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jmp start</a:t>
            </a:r>
            <a:endParaRPr/>
          </a:p>
          <a:p>
            <a:pPr indent="0" lvl="0" marL="0" rtl="0" algn="l">
              <a:lnSpc>
                <a:spcPct val="100000"/>
              </a:lnSpc>
              <a:spcBef>
                <a:spcPts val="352"/>
              </a:spcBef>
              <a:spcAft>
                <a:spcPts val="0"/>
              </a:spcAft>
              <a:buClr>
                <a:schemeClr val="dk1"/>
              </a:buClr>
              <a:buSzPct val="100000"/>
              <a:buNone/>
            </a:pPr>
            <a:r>
              <a:rPr lang="es-MX"/>
              <a:t>start:        </a:t>
            </a:r>
            <a:endParaRPr/>
          </a:p>
          <a:p>
            <a:pPr indent="0" lvl="0" marL="0" rtl="0" algn="l">
              <a:lnSpc>
                <a:spcPct val="100000"/>
              </a:lnSpc>
              <a:spcBef>
                <a:spcPts val="352"/>
              </a:spcBef>
              <a:spcAft>
                <a:spcPts val="0"/>
              </a:spcAft>
              <a:buClr>
                <a:schemeClr val="dk1"/>
              </a:buClr>
              <a:buSzPct val="100000"/>
              <a:buNone/>
            </a:pPr>
            <a:r>
              <a:rPr lang="es-MX"/>
              <a:t>        mov     al,02h</a:t>
            </a:r>
            <a:endParaRPr/>
          </a:p>
          <a:p>
            <a:pPr indent="0" lvl="0" marL="0" rtl="0" algn="l">
              <a:lnSpc>
                <a:spcPct val="100000"/>
              </a:lnSpc>
              <a:spcBef>
                <a:spcPts val="352"/>
              </a:spcBef>
              <a:spcAft>
                <a:spcPts val="0"/>
              </a:spcAft>
              <a:buClr>
                <a:schemeClr val="dk1"/>
              </a:buClr>
              <a:buSzPct val="100000"/>
              <a:buNone/>
            </a:pPr>
            <a:r>
              <a:rPr lang="es-MX"/>
              <a:t>        mov     bl,04h </a:t>
            </a:r>
            <a:endParaRPr/>
          </a:p>
          <a:p>
            <a:pPr indent="0" lvl="0" marL="0" rtl="0" algn="l">
              <a:lnSpc>
                <a:spcPct val="100000"/>
              </a:lnSpc>
              <a:spcBef>
                <a:spcPts val="352"/>
              </a:spcBef>
              <a:spcAft>
                <a:spcPts val="0"/>
              </a:spcAft>
              <a:buClr>
                <a:schemeClr val="dk1"/>
              </a:buClr>
              <a:buSzPct val="100000"/>
              <a:buNone/>
            </a:pPr>
            <a:r>
              <a:rPr lang="es-MX"/>
              <a:t>        mul     bl</a:t>
            </a:r>
            <a:endParaRPr/>
          </a:p>
          <a:p>
            <a:pPr indent="0" lvl="0" marL="0" rtl="0" algn="l">
              <a:lnSpc>
                <a:spcPct val="100000"/>
              </a:lnSpc>
              <a:spcBef>
                <a:spcPts val="352"/>
              </a:spcBef>
              <a:spcAft>
                <a:spcPts val="0"/>
              </a:spcAft>
              <a:buClr>
                <a:schemeClr val="dk1"/>
              </a:buClr>
              <a:buSzPct val="100000"/>
              <a:buNone/>
            </a:pPr>
            <a:r>
              <a:rPr lang="es-MX"/>
              <a:t>        AAM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mov     al,02h</a:t>
            </a:r>
            <a:endParaRPr/>
          </a:p>
          <a:p>
            <a:pPr indent="0" lvl="0" marL="0" rtl="0" algn="l">
              <a:lnSpc>
                <a:spcPct val="100000"/>
              </a:lnSpc>
              <a:spcBef>
                <a:spcPts val="352"/>
              </a:spcBef>
              <a:spcAft>
                <a:spcPts val="0"/>
              </a:spcAft>
              <a:buClr>
                <a:schemeClr val="dk1"/>
              </a:buClr>
              <a:buSzPct val="100000"/>
              <a:buNone/>
            </a:pPr>
            <a:r>
              <a:rPr lang="es-MX"/>
              <a:t>        mov     bl,05h </a:t>
            </a:r>
            <a:endParaRPr/>
          </a:p>
          <a:p>
            <a:pPr indent="0" lvl="0" marL="0" rtl="0" algn="l">
              <a:lnSpc>
                <a:spcPct val="100000"/>
              </a:lnSpc>
              <a:spcBef>
                <a:spcPts val="352"/>
              </a:spcBef>
              <a:spcAft>
                <a:spcPts val="0"/>
              </a:spcAft>
              <a:buClr>
                <a:schemeClr val="dk1"/>
              </a:buClr>
              <a:buSzPct val="100000"/>
              <a:buNone/>
            </a:pPr>
            <a:r>
              <a:rPr lang="es-MX"/>
              <a:t>        mul     bl</a:t>
            </a:r>
            <a:endParaRPr/>
          </a:p>
          <a:p>
            <a:pPr indent="0" lvl="0" marL="0" rtl="0" algn="l">
              <a:lnSpc>
                <a:spcPct val="100000"/>
              </a:lnSpc>
              <a:spcBef>
                <a:spcPts val="352"/>
              </a:spcBef>
              <a:spcAft>
                <a:spcPts val="0"/>
              </a:spcAft>
              <a:buClr>
                <a:schemeClr val="dk1"/>
              </a:buClr>
              <a:buSzPct val="100000"/>
              <a:buNone/>
            </a:pPr>
            <a:r>
              <a:rPr lang="es-MX"/>
              <a:t>        AAM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ret</a:t>
            </a:r>
            <a:endParaRPr/>
          </a:p>
        </p:txBody>
      </p:sp>
      <p:sp>
        <p:nvSpPr>
          <p:cNvPr id="940" name="Google Shape;940;p1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41" name="Google Shape;941;p1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1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333333"/>
              </a:buClr>
              <a:buSzPct val="100000"/>
              <a:buFont typeface="Helvetica Neue Light"/>
              <a:buNone/>
            </a:pPr>
            <a:r>
              <a:rPr b="0" i="0" lang="es-MX" u="none" strike="noStrike">
                <a:solidFill>
                  <a:srgbClr val="333333"/>
                </a:solidFill>
                <a:latin typeface="Helvetica Neue Light"/>
                <a:ea typeface="Helvetica Neue Light"/>
                <a:cs typeface="Helvetica Neue Light"/>
                <a:sym typeface="Helvetica Neue Light"/>
              </a:rPr>
              <a:t>Imprimir un número de 3 dígitos</a:t>
            </a:r>
            <a:br>
              <a:rPr b="0" i="0" lang="es-MX">
                <a:solidFill>
                  <a:srgbClr val="333333"/>
                </a:solidFill>
                <a:latin typeface="Helvetica Neue Light"/>
                <a:ea typeface="Helvetica Neue Light"/>
                <a:cs typeface="Helvetica Neue Light"/>
                <a:sym typeface="Helvetica Neue Light"/>
              </a:rPr>
            </a:br>
            <a:endParaRPr/>
          </a:p>
        </p:txBody>
      </p:sp>
      <p:sp>
        <p:nvSpPr>
          <p:cNvPr id="947" name="Google Shape;947;p1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lnSpc>
                <a:spcPct val="100000"/>
              </a:lnSpc>
              <a:spcBef>
                <a:spcPts val="0"/>
              </a:spcBef>
              <a:spcAft>
                <a:spcPts val="0"/>
              </a:spcAft>
              <a:buClr>
                <a:srgbClr val="333333"/>
              </a:buClr>
              <a:buSzPct val="100000"/>
              <a:buChar char="•"/>
            </a:pPr>
            <a:r>
              <a:rPr b="0" i="0" lang="es-MX">
                <a:solidFill>
                  <a:srgbClr val="333333"/>
                </a:solidFill>
                <a:latin typeface="Helvetica Neue Light"/>
                <a:ea typeface="Helvetica Neue Light"/>
                <a:cs typeface="Helvetica Neue Light"/>
                <a:sym typeface="Helvetica Neue Light"/>
              </a:rPr>
              <a:t>Este programa es muy sencillo pero es bueno para saber la lógica al momento de imprimir algún número que hay algunas veces que hacemos una operación y no sabemos en donde guarda el número si son unidades, decenas o centenas.</a:t>
            </a:r>
            <a:endParaRPr/>
          </a:p>
          <a:p>
            <a:pPr indent="-342900" lvl="0" marL="342900" rtl="0" algn="l">
              <a:lnSpc>
                <a:spcPct val="100000"/>
              </a:lnSpc>
              <a:spcBef>
                <a:spcPts val="448"/>
              </a:spcBef>
              <a:spcAft>
                <a:spcPts val="0"/>
              </a:spcAft>
              <a:buClr>
                <a:srgbClr val="333333"/>
              </a:buClr>
              <a:buSzPct val="100000"/>
              <a:buChar char="•"/>
            </a:pPr>
            <a:r>
              <a:rPr b="1" i="0" lang="es-MX">
                <a:solidFill>
                  <a:srgbClr val="333333"/>
                </a:solidFill>
                <a:latin typeface="Helvetica Neue Light"/>
                <a:ea typeface="Helvetica Neue Light"/>
                <a:cs typeface="Helvetica Neue Light"/>
                <a:sym typeface="Helvetica Neue Light"/>
              </a:rPr>
              <a:t>El programa funciona de la siguiente manera: </a:t>
            </a:r>
            <a:endParaRPr/>
          </a:p>
          <a:p>
            <a:pPr indent="-285750" lvl="1" marL="742950" rtl="0" algn="l">
              <a:lnSpc>
                <a:spcPct val="100000"/>
              </a:lnSpc>
              <a:spcBef>
                <a:spcPts val="392"/>
              </a:spcBef>
              <a:spcAft>
                <a:spcPts val="0"/>
              </a:spcAft>
              <a:buClr>
                <a:srgbClr val="333333"/>
              </a:buClr>
              <a:buSzPct val="100000"/>
              <a:buChar char="–"/>
            </a:pPr>
            <a:r>
              <a:rPr b="0" i="0" lang="es-MX">
                <a:solidFill>
                  <a:srgbClr val="333333"/>
                </a:solidFill>
                <a:latin typeface="Helvetica Neue Light"/>
                <a:ea typeface="Helvetica Neue Light"/>
                <a:cs typeface="Helvetica Neue Light"/>
                <a:sym typeface="Helvetica Neue Light"/>
              </a:rPr>
              <a:t>Definimos un número de 3 dígitos en decimal.</a:t>
            </a:r>
            <a:endParaRPr/>
          </a:p>
          <a:p>
            <a:pPr indent="-285750" lvl="1" marL="742950" rtl="0" algn="l">
              <a:lnSpc>
                <a:spcPct val="100000"/>
              </a:lnSpc>
              <a:spcBef>
                <a:spcPts val="392"/>
              </a:spcBef>
              <a:spcAft>
                <a:spcPts val="0"/>
              </a:spcAft>
              <a:buClr>
                <a:srgbClr val="333333"/>
              </a:buClr>
              <a:buSzPct val="100000"/>
              <a:buChar char="–"/>
            </a:pPr>
            <a:r>
              <a:rPr b="0" i="0" lang="es-MX">
                <a:solidFill>
                  <a:srgbClr val="333333"/>
                </a:solidFill>
                <a:latin typeface="Helvetica Neue Light"/>
                <a:ea typeface="Helvetica Neue Light"/>
                <a:cs typeface="Helvetica Neue Light"/>
                <a:sym typeface="Helvetica Neue Light"/>
              </a:rPr>
              <a:t>Vamos separando con ajustes las unidades, decenas y centenas en un registro.</a:t>
            </a:r>
            <a:endParaRPr/>
          </a:p>
          <a:p>
            <a:pPr indent="-285750" lvl="1" marL="742950" rtl="0" algn="l">
              <a:lnSpc>
                <a:spcPct val="100000"/>
              </a:lnSpc>
              <a:spcBef>
                <a:spcPts val="392"/>
              </a:spcBef>
              <a:spcAft>
                <a:spcPts val="0"/>
              </a:spcAft>
              <a:buClr>
                <a:srgbClr val="333333"/>
              </a:buClr>
              <a:buSzPct val="100000"/>
              <a:buChar char="–"/>
            </a:pPr>
            <a:r>
              <a:rPr b="0" i="0" lang="es-MX">
                <a:solidFill>
                  <a:srgbClr val="333333"/>
                </a:solidFill>
                <a:latin typeface="Helvetica Neue Light"/>
                <a:ea typeface="Helvetica Neue Light"/>
                <a:cs typeface="Helvetica Neue Light"/>
                <a:sym typeface="Helvetica Neue Light"/>
              </a:rPr>
              <a:t>Hacemos respaldo en tres variables de los números que separamos.</a:t>
            </a:r>
            <a:endParaRPr/>
          </a:p>
          <a:p>
            <a:pPr indent="-285750" lvl="1" marL="742950" rtl="0" algn="l">
              <a:lnSpc>
                <a:spcPct val="100000"/>
              </a:lnSpc>
              <a:spcBef>
                <a:spcPts val="392"/>
              </a:spcBef>
              <a:spcAft>
                <a:spcPts val="0"/>
              </a:spcAft>
              <a:buClr>
                <a:srgbClr val="333333"/>
              </a:buClr>
              <a:buSzPct val="100000"/>
              <a:buChar char="–"/>
            </a:pPr>
            <a:r>
              <a:rPr b="0" i="0" lang="es-MX">
                <a:solidFill>
                  <a:srgbClr val="333333"/>
                </a:solidFill>
                <a:latin typeface="Helvetica Neue Light"/>
                <a:ea typeface="Helvetica Neue Light"/>
                <a:cs typeface="Helvetica Neue Light"/>
                <a:sym typeface="Helvetica Neue Light"/>
              </a:rPr>
              <a:t>Imprimimos las variables.</a:t>
            </a:r>
            <a:endParaRPr/>
          </a:p>
          <a:p>
            <a:pPr indent="-342900" lvl="0" marL="342900" rtl="0" algn="l">
              <a:lnSpc>
                <a:spcPct val="100000"/>
              </a:lnSpc>
              <a:spcBef>
                <a:spcPts val="448"/>
              </a:spcBef>
              <a:spcAft>
                <a:spcPts val="0"/>
              </a:spcAft>
              <a:buClr>
                <a:srgbClr val="333333"/>
              </a:buClr>
              <a:buSzPct val="100000"/>
              <a:buChar char="•"/>
            </a:pPr>
            <a:r>
              <a:rPr b="1" i="0" lang="es-MX">
                <a:solidFill>
                  <a:srgbClr val="333333"/>
                </a:solidFill>
                <a:latin typeface="Helvetica Neue Light"/>
                <a:ea typeface="Helvetica Neue Light"/>
                <a:cs typeface="Helvetica Neue Light"/>
                <a:sym typeface="Helvetica Neue Light"/>
              </a:rPr>
              <a:t>Limitaciones:</a:t>
            </a:r>
            <a:endParaRPr/>
          </a:p>
          <a:p>
            <a:pPr indent="-285750" lvl="1" marL="742950" rtl="0" algn="l">
              <a:lnSpc>
                <a:spcPct val="100000"/>
              </a:lnSpc>
              <a:spcBef>
                <a:spcPts val="392"/>
              </a:spcBef>
              <a:spcAft>
                <a:spcPts val="0"/>
              </a:spcAft>
              <a:buClr>
                <a:srgbClr val="333333"/>
              </a:buClr>
              <a:buSzPct val="100000"/>
              <a:buChar char="–"/>
            </a:pPr>
            <a:r>
              <a:rPr b="0" i="0" lang="es-MX">
                <a:solidFill>
                  <a:srgbClr val="333333"/>
                </a:solidFill>
                <a:latin typeface="Helvetica Neue Light"/>
                <a:ea typeface="Helvetica Neue Light"/>
                <a:cs typeface="Helvetica Neue Light"/>
                <a:sym typeface="Helvetica Neue Light"/>
              </a:rPr>
              <a:t>Solo se puede imprimir un número menor a 255, ya que el tamaño de bytes del registro en AL (8 bytes) no nos permite guardar un número mayo.</a:t>
            </a:r>
            <a:endParaRPr/>
          </a:p>
        </p:txBody>
      </p:sp>
      <p:sp>
        <p:nvSpPr>
          <p:cNvPr id="948" name="Google Shape;948;p1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49" name="Google Shape;949;p1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119"/>
          <p:cNvSpPr txBox="1"/>
          <p:nvPr>
            <p:ph idx="1" type="body"/>
          </p:nvPr>
        </p:nvSpPr>
        <p:spPr>
          <a:xfrm>
            <a:off x="457200" y="188640"/>
            <a:ext cx="8229600" cy="64087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.model small</a:t>
            </a:r>
            <a:endParaRPr b="0" i="0" sz="1000">
              <a:solidFill>
                <a:srgbClr val="333333"/>
              </a:solidFill>
              <a:latin typeface="Helvetica Neue Light"/>
              <a:ea typeface="Helvetica Neue Light"/>
              <a:cs typeface="Helvetica Neue Light"/>
              <a:sym typeface="Helvetica Neue Light"/>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.stack 100</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.data      ;Declaramos nuestras 3 variables, uni (unidades), dece (decenas) y cen (centenas)</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cen db 0</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dece db 0</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uni db 0</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.code</a:t>
            </a:r>
            <a:endParaRPr b="0" i="0" sz="1000">
              <a:solidFill>
                <a:srgbClr val="333333"/>
              </a:solidFill>
              <a:latin typeface="Helvetica Neue Light"/>
              <a:ea typeface="Helvetica Neue Light"/>
              <a:cs typeface="Helvetica Neue Light"/>
              <a:sym typeface="Helvetica Neue Light"/>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inicio:     mov al,255   ; asigno un valor de 3 digitos en decimal al registro AL</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aam          ;ajusta el valor en AL por: AH=23 Y AL=4</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mov uni,al   ; Respaldo 4 en unidades</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mov al,ah    ;muevo lo que tengo en AH a AL para poder volver a separar los números</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aam          ; separa lo qe hay en AL por: AH=2 Y AL=3</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mov cen,ah   ;respaldo las centenas en cen en este caso 2</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mov dece,al  ;respaldo las decenas en dec, en este caso 3</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;Imprimos los tres valores empezando por centenas, decenas y unidades.</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mov ah,02h</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mov dl,cen</a:t>
            </a:r>
            <a:endParaRPr b="0" i="0" sz="1000">
              <a:solidFill>
                <a:srgbClr val="333333"/>
              </a:solidFill>
              <a:latin typeface="Helvetica Neue Light"/>
              <a:ea typeface="Helvetica Neue Light"/>
              <a:cs typeface="Helvetica Neue Light"/>
              <a:sym typeface="Helvetica Neue Light"/>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add dl,30h    ; se suma 30h a dl para imprimir el numero real.</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int 21h</a:t>
            </a:r>
            <a:endParaRPr/>
          </a:p>
          <a:p>
            <a:pPr indent="0" lvl="0" marL="0" rtl="0" algn="l">
              <a:lnSpc>
                <a:spcPct val="100000"/>
              </a:lnSpc>
              <a:spcBef>
                <a:spcPts val="200"/>
              </a:spcBef>
              <a:spcAft>
                <a:spcPts val="0"/>
              </a:spcAft>
              <a:buClr>
                <a:schemeClr val="dk1"/>
              </a:buClr>
              <a:buSzPts val="1000"/>
              <a:buNone/>
            </a:pPr>
            <a:r>
              <a:t/>
            </a:r>
            <a:endParaRPr b="0" i="0" sz="1000">
              <a:solidFill>
                <a:srgbClr val="333333"/>
              </a:solidFill>
              <a:latin typeface="Helvetica Neue Light"/>
              <a:ea typeface="Helvetica Neue Light"/>
              <a:cs typeface="Helvetica Neue Light"/>
              <a:sym typeface="Helvetica Neue Light"/>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mov dl,dece</a:t>
            </a:r>
            <a:endParaRPr b="0" i="0" sz="1000">
              <a:solidFill>
                <a:srgbClr val="333333"/>
              </a:solidFill>
              <a:latin typeface="Helvetica Neue Light"/>
              <a:ea typeface="Helvetica Neue Light"/>
              <a:cs typeface="Helvetica Neue Light"/>
              <a:sym typeface="Helvetica Neue Light"/>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add dl,30h</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int 21h</a:t>
            </a:r>
            <a:endParaRPr/>
          </a:p>
          <a:p>
            <a:pPr indent="0" lvl="0" marL="0" rtl="0" algn="l">
              <a:lnSpc>
                <a:spcPct val="100000"/>
              </a:lnSpc>
              <a:spcBef>
                <a:spcPts val="200"/>
              </a:spcBef>
              <a:spcAft>
                <a:spcPts val="0"/>
              </a:spcAft>
              <a:buClr>
                <a:schemeClr val="dk1"/>
              </a:buClr>
              <a:buSzPts val="1000"/>
              <a:buNone/>
            </a:pPr>
            <a:r>
              <a:t/>
            </a:r>
            <a:endParaRPr b="0" i="0" sz="1000">
              <a:solidFill>
                <a:srgbClr val="333333"/>
              </a:solidFill>
              <a:latin typeface="Helvetica Neue Light"/>
              <a:ea typeface="Helvetica Neue Light"/>
              <a:cs typeface="Helvetica Neue Light"/>
              <a:sym typeface="Helvetica Neue Light"/>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mov dl,uni</a:t>
            </a:r>
            <a:endParaRPr b="0" i="0" sz="1000">
              <a:solidFill>
                <a:srgbClr val="333333"/>
              </a:solidFill>
              <a:latin typeface="Helvetica Neue Light"/>
              <a:ea typeface="Helvetica Neue Light"/>
              <a:cs typeface="Helvetica Neue Light"/>
              <a:sym typeface="Helvetica Neue Light"/>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add dl,30h</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int 21h</a:t>
            </a:r>
            <a:endParaRPr/>
          </a:p>
          <a:p>
            <a:pPr indent="0" lvl="0" marL="0" rtl="0" algn="l">
              <a:lnSpc>
                <a:spcPct val="100000"/>
              </a:lnSpc>
              <a:spcBef>
                <a:spcPts val="200"/>
              </a:spcBef>
              <a:spcAft>
                <a:spcPts val="0"/>
              </a:spcAft>
              <a:buClr>
                <a:schemeClr val="dk1"/>
              </a:buClr>
              <a:buSzPts val="1000"/>
              <a:buNone/>
            </a:pPr>
            <a:r>
              <a:t/>
            </a:r>
            <a:endParaRPr b="0" i="0" sz="1000">
              <a:solidFill>
                <a:srgbClr val="333333"/>
              </a:solidFill>
              <a:latin typeface="Helvetica Neue Light"/>
              <a:ea typeface="Helvetica Neue Light"/>
              <a:cs typeface="Helvetica Neue Light"/>
              <a:sym typeface="Helvetica Neue Light"/>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;Termina programa</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mov ah,04ch</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int 21h</a:t>
            </a:r>
            <a:endParaRPr/>
          </a:p>
          <a:p>
            <a:pPr indent="0" lvl="0" marL="0" rtl="0" algn="l">
              <a:lnSpc>
                <a:spcPct val="100000"/>
              </a:lnSpc>
              <a:spcBef>
                <a:spcPts val="200"/>
              </a:spcBef>
              <a:spcAft>
                <a:spcPts val="0"/>
              </a:spcAft>
              <a:buClr>
                <a:srgbClr val="333333"/>
              </a:buClr>
              <a:buSzPts val="1000"/>
              <a:buNone/>
            </a:pPr>
            <a:r>
              <a:rPr b="0" i="0" lang="es-MX" sz="1000">
                <a:solidFill>
                  <a:srgbClr val="333333"/>
                </a:solidFill>
                <a:latin typeface="Helvetica Neue Light"/>
                <a:ea typeface="Helvetica Neue Light"/>
                <a:cs typeface="Helvetica Neue Light"/>
                <a:sym typeface="Helvetica Neue Light"/>
              </a:rPr>
              <a:t>            end</a:t>
            </a:r>
            <a:endParaRPr sz="1000"/>
          </a:p>
        </p:txBody>
      </p:sp>
      <p:sp>
        <p:nvSpPr>
          <p:cNvPr id="955" name="Google Shape;955;p1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56" name="Google Shape;956;p1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1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t>Algoritmo de la División Entera</a:t>
            </a:r>
            <a:endParaRPr/>
          </a:p>
        </p:txBody>
      </p:sp>
      <p:sp>
        <p:nvSpPr>
          <p:cNvPr id="962" name="Google Shape;962;p120"/>
          <p:cNvSpPr txBox="1"/>
          <p:nvPr>
            <p:ph idx="1" type="body"/>
          </p:nvPr>
        </p:nvSpPr>
        <p:spPr>
          <a:xfrm>
            <a:off x="457200" y="1600200"/>
            <a:ext cx="8229600" cy="4525963"/>
          </a:xfrm>
          <a:prstGeom prst="rect">
            <a:avLst/>
          </a:prstGeom>
          <a:blipFill rotWithShape="1">
            <a:blip r:embed="rId3">
              <a:alphaModFix/>
            </a:blip>
            <a:stretch>
              <a:fillRect b="0" l="-1182" r="-1181" t="-2559"/>
            </a:stretch>
          </a:blip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3200"/>
              <a:buChar char="•"/>
            </a:pPr>
            <a:r>
              <a:rPr lang="es-MX"/>
              <a:t> </a:t>
            </a:r>
            <a:endParaRPr/>
          </a:p>
        </p:txBody>
      </p:sp>
      <p:sp>
        <p:nvSpPr>
          <p:cNvPr id="963" name="Google Shape;963;p1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64" name="Google Shape;964;p1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21"/>
          <p:cNvSpPr txBox="1"/>
          <p:nvPr>
            <p:ph idx="1" type="body"/>
          </p:nvPr>
        </p:nvSpPr>
        <p:spPr>
          <a:xfrm>
            <a:off x="457200" y="44624"/>
            <a:ext cx="8229600" cy="631172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None/>
            </a:pPr>
            <a:r>
              <a:rPr lang="es-MX" sz="1100"/>
              <a:t> .model small</a:t>
            </a:r>
            <a:endParaRPr sz="1100"/>
          </a:p>
          <a:p>
            <a:pPr indent="0" lvl="0" marL="0" rtl="0" algn="l">
              <a:lnSpc>
                <a:spcPct val="100000"/>
              </a:lnSpc>
              <a:spcBef>
                <a:spcPts val="220"/>
              </a:spcBef>
              <a:spcAft>
                <a:spcPts val="0"/>
              </a:spcAft>
              <a:buClr>
                <a:schemeClr val="dk1"/>
              </a:buClr>
              <a:buSzPts val="1100"/>
              <a:buNone/>
            </a:pPr>
            <a:r>
              <a:rPr lang="es-MX" sz="1100"/>
              <a:t>            .stack 100</a:t>
            </a:r>
            <a:endParaRPr/>
          </a:p>
          <a:p>
            <a:pPr indent="0" lvl="0" marL="0" rtl="0" algn="l">
              <a:lnSpc>
                <a:spcPct val="100000"/>
              </a:lnSpc>
              <a:spcBef>
                <a:spcPts val="220"/>
              </a:spcBef>
              <a:spcAft>
                <a:spcPts val="0"/>
              </a:spcAft>
              <a:buClr>
                <a:schemeClr val="dk1"/>
              </a:buClr>
              <a:buSzPts val="1100"/>
              <a:buNone/>
            </a:pPr>
            <a:r>
              <a:rPr lang="es-MX" sz="1100"/>
              <a:t>            .data      </a:t>
            </a:r>
            <a:endParaRPr/>
          </a:p>
          <a:p>
            <a:pPr indent="0" lvl="0" marL="0" rtl="0" algn="l">
              <a:lnSpc>
                <a:spcPct val="100000"/>
              </a:lnSpc>
              <a:spcBef>
                <a:spcPts val="220"/>
              </a:spcBef>
              <a:spcAft>
                <a:spcPts val="0"/>
              </a:spcAft>
              <a:buClr>
                <a:schemeClr val="dk1"/>
              </a:buClr>
              <a:buSzPts val="1100"/>
              <a:buNone/>
            </a:pPr>
            <a:r>
              <a:rPr lang="es-MX" sz="1100"/>
              <a:t>            cen db 0</a:t>
            </a:r>
            <a:endParaRPr/>
          </a:p>
          <a:p>
            <a:pPr indent="0" lvl="0" marL="0" rtl="0" algn="l">
              <a:lnSpc>
                <a:spcPct val="100000"/>
              </a:lnSpc>
              <a:spcBef>
                <a:spcPts val="220"/>
              </a:spcBef>
              <a:spcAft>
                <a:spcPts val="0"/>
              </a:spcAft>
              <a:buClr>
                <a:schemeClr val="dk1"/>
              </a:buClr>
              <a:buSzPts val="1100"/>
              <a:buNone/>
            </a:pPr>
            <a:r>
              <a:rPr lang="es-MX" sz="1100"/>
              <a:t>            dece db 0</a:t>
            </a:r>
            <a:endParaRPr/>
          </a:p>
          <a:p>
            <a:pPr indent="0" lvl="0" marL="0" rtl="0" algn="l">
              <a:lnSpc>
                <a:spcPct val="100000"/>
              </a:lnSpc>
              <a:spcBef>
                <a:spcPts val="220"/>
              </a:spcBef>
              <a:spcAft>
                <a:spcPts val="0"/>
              </a:spcAft>
              <a:buClr>
                <a:schemeClr val="dk1"/>
              </a:buClr>
              <a:buSzPts val="1100"/>
              <a:buNone/>
            </a:pPr>
            <a:r>
              <a:rPr lang="es-MX" sz="1100"/>
              <a:t>            uni db 0</a:t>
            </a:r>
            <a:endParaRPr/>
          </a:p>
          <a:p>
            <a:pPr indent="0" lvl="0" marL="0" rtl="0" algn="l">
              <a:lnSpc>
                <a:spcPct val="100000"/>
              </a:lnSpc>
              <a:spcBef>
                <a:spcPts val="220"/>
              </a:spcBef>
              <a:spcAft>
                <a:spcPts val="0"/>
              </a:spcAft>
              <a:buClr>
                <a:schemeClr val="dk1"/>
              </a:buClr>
              <a:buSzPts val="1100"/>
              <a:buNone/>
            </a:pPr>
            <a:r>
              <a:rPr lang="es-MX" sz="1100"/>
              <a:t>            mil db 0</a:t>
            </a:r>
            <a:endParaRPr/>
          </a:p>
          <a:p>
            <a:pPr indent="0" lvl="0" marL="0" rtl="0" algn="l">
              <a:lnSpc>
                <a:spcPct val="100000"/>
              </a:lnSpc>
              <a:spcBef>
                <a:spcPts val="220"/>
              </a:spcBef>
              <a:spcAft>
                <a:spcPts val="0"/>
              </a:spcAft>
              <a:buClr>
                <a:schemeClr val="dk1"/>
              </a:buClr>
              <a:buSzPts val="1100"/>
              <a:buNone/>
            </a:pPr>
            <a:r>
              <a:rPr lang="es-MX" sz="1100"/>
              <a:t>            .code</a:t>
            </a:r>
            <a:endParaRPr sz="1100"/>
          </a:p>
          <a:p>
            <a:pPr indent="0" lvl="0" marL="0" rtl="0" algn="l">
              <a:lnSpc>
                <a:spcPct val="100000"/>
              </a:lnSpc>
              <a:spcBef>
                <a:spcPts val="220"/>
              </a:spcBef>
              <a:spcAft>
                <a:spcPts val="0"/>
              </a:spcAft>
              <a:buClr>
                <a:schemeClr val="dk1"/>
              </a:buClr>
              <a:buSzPts val="1100"/>
              <a:buNone/>
            </a:pPr>
            <a:r>
              <a:rPr lang="es-MX" sz="1100"/>
              <a:t>inicio:     mov ax,1234</a:t>
            </a:r>
            <a:endParaRPr/>
          </a:p>
          <a:p>
            <a:pPr indent="0" lvl="0" marL="0" rtl="0" algn="l">
              <a:lnSpc>
                <a:spcPct val="100000"/>
              </a:lnSpc>
              <a:spcBef>
                <a:spcPts val="220"/>
              </a:spcBef>
              <a:spcAft>
                <a:spcPts val="0"/>
              </a:spcAft>
              <a:buClr>
                <a:schemeClr val="dk1"/>
              </a:buClr>
              <a:buSzPts val="1100"/>
              <a:buNone/>
            </a:pPr>
            <a:r>
              <a:rPr lang="es-MX" sz="1100"/>
              <a:t>            mov bl,10</a:t>
            </a:r>
            <a:endParaRPr/>
          </a:p>
          <a:p>
            <a:pPr indent="0" lvl="0" marL="0" rtl="0" algn="l">
              <a:lnSpc>
                <a:spcPct val="100000"/>
              </a:lnSpc>
              <a:spcBef>
                <a:spcPts val="220"/>
              </a:spcBef>
              <a:spcAft>
                <a:spcPts val="0"/>
              </a:spcAft>
              <a:buClr>
                <a:schemeClr val="dk1"/>
              </a:buClr>
              <a:buSzPts val="1100"/>
              <a:buNone/>
            </a:pPr>
            <a:r>
              <a:rPr lang="es-MX" sz="1100"/>
              <a:t>            div bl    </a:t>
            </a:r>
            <a:endParaRPr/>
          </a:p>
          <a:p>
            <a:pPr indent="0" lvl="0" marL="0" rtl="0" algn="l">
              <a:lnSpc>
                <a:spcPct val="100000"/>
              </a:lnSpc>
              <a:spcBef>
                <a:spcPts val="220"/>
              </a:spcBef>
              <a:spcAft>
                <a:spcPts val="0"/>
              </a:spcAft>
              <a:buClr>
                <a:schemeClr val="dk1"/>
              </a:buClr>
              <a:buSzPts val="1100"/>
              <a:buNone/>
            </a:pPr>
            <a:r>
              <a:rPr lang="es-MX" sz="1100"/>
              <a:t>            mov uni,ah</a:t>
            </a:r>
            <a:endParaRPr sz="1100"/>
          </a:p>
          <a:p>
            <a:pPr indent="0" lvl="0" marL="0" rtl="0" algn="l">
              <a:lnSpc>
                <a:spcPct val="100000"/>
              </a:lnSpc>
              <a:spcBef>
                <a:spcPts val="220"/>
              </a:spcBef>
              <a:spcAft>
                <a:spcPts val="0"/>
              </a:spcAft>
              <a:buClr>
                <a:schemeClr val="dk1"/>
              </a:buClr>
              <a:buSzPts val="1100"/>
              <a:buNone/>
            </a:pPr>
            <a:r>
              <a:rPr lang="es-MX" sz="1100"/>
              <a:t>            xor ah,ah             </a:t>
            </a:r>
            <a:endParaRPr/>
          </a:p>
          <a:p>
            <a:pPr indent="0" lvl="0" marL="0" rtl="0" algn="l">
              <a:lnSpc>
                <a:spcPct val="100000"/>
              </a:lnSpc>
              <a:spcBef>
                <a:spcPts val="220"/>
              </a:spcBef>
              <a:spcAft>
                <a:spcPts val="0"/>
              </a:spcAft>
              <a:buClr>
                <a:schemeClr val="dk1"/>
              </a:buClr>
              <a:buSzPts val="1100"/>
              <a:buNone/>
            </a:pPr>
            <a:r>
              <a:rPr lang="es-MX" sz="1100"/>
              <a:t>            div bl    </a:t>
            </a:r>
            <a:endParaRPr/>
          </a:p>
          <a:p>
            <a:pPr indent="0" lvl="0" marL="0" rtl="0" algn="l">
              <a:lnSpc>
                <a:spcPct val="100000"/>
              </a:lnSpc>
              <a:spcBef>
                <a:spcPts val="220"/>
              </a:spcBef>
              <a:spcAft>
                <a:spcPts val="0"/>
              </a:spcAft>
              <a:buClr>
                <a:schemeClr val="dk1"/>
              </a:buClr>
              <a:buSzPts val="1100"/>
              <a:buNone/>
            </a:pPr>
            <a:r>
              <a:rPr lang="es-MX" sz="1100"/>
              <a:t>            mov dece,ah</a:t>
            </a:r>
            <a:endParaRPr sz="1100"/>
          </a:p>
          <a:p>
            <a:pPr indent="0" lvl="0" marL="0" rtl="0" algn="l">
              <a:lnSpc>
                <a:spcPct val="100000"/>
              </a:lnSpc>
              <a:spcBef>
                <a:spcPts val="220"/>
              </a:spcBef>
              <a:spcAft>
                <a:spcPts val="0"/>
              </a:spcAft>
              <a:buClr>
                <a:schemeClr val="dk1"/>
              </a:buClr>
              <a:buSzPts val="1100"/>
              <a:buNone/>
            </a:pPr>
            <a:r>
              <a:rPr lang="es-MX" sz="1100"/>
              <a:t>            xor ah,ah            </a:t>
            </a:r>
            <a:endParaRPr/>
          </a:p>
          <a:p>
            <a:pPr indent="0" lvl="0" marL="0" rtl="0" algn="l">
              <a:lnSpc>
                <a:spcPct val="100000"/>
              </a:lnSpc>
              <a:spcBef>
                <a:spcPts val="220"/>
              </a:spcBef>
              <a:spcAft>
                <a:spcPts val="0"/>
              </a:spcAft>
              <a:buClr>
                <a:schemeClr val="dk1"/>
              </a:buClr>
              <a:buSzPts val="1100"/>
              <a:buNone/>
            </a:pPr>
            <a:r>
              <a:rPr lang="es-MX" sz="1100"/>
              <a:t>            div bl    </a:t>
            </a:r>
            <a:endParaRPr/>
          </a:p>
          <a:p>
            <a:pPr indent="0" lvl="0" marL="0" rtl="0" algn="l">
              <a:lnSpc>
                <a:spcPct val="100000"/>
              </a:lnSpc>
              <a:spcBef>
                <a:spcPts val="220"/>
              </a:spcBef>
              <a:spcAft>
                <a:spcPts val="0"/>
              </a:spcAft>
              <a:buClr>
                <a:schemeClr val="dk1"/>
              </a:buClr>
              <a:buSzPts val="1100"/>
              <a:buNone/>
            </a:pPr>
            <a:r>
              <a:rPr lang="es-MX" sz="1100"/>
              <a:t>            mov cen,ah </a:t>
            </a:r>
            <a:endParaRPr/>
          </a:p>
          <a:p>
            <a:pPr indent="0" lvl="0" marL="0" rtl="0" algn="l">
              <a:lnSpc>
                <a:spcPct val="100000"/>
              </a:lnSpc>
              <a:spcBef>
                <a:spcPts val="220"/>
              </a:spcBef>
              <a:spcAft>
                <a:spcPts val="0"/>
              </a:spcAft>
              <a:buClr>
                <a:schemeClr val="dk1"/>
              </a:buClr>
              <a:buSzPts val="1100"/>
              <a:buNone/>
            </a:pPr>
            <a:r>
              <a:rPr lang="es-MX" sz="1100"/>
              <a:t>            mov mil,al             </a:t>
            </a:r>
            <a:endParaRPr/>
          </a:p>
          <a:p>
            <a:pPr indent="0" lvl="0" marL="0" rtl="0" algn="l">
              <a:lnSpc>
                <a:spcPct val="100000"/>
              </a:lnSpc>
              <a:spcBef>
                <a:spcPts val="220"/>
              </a:spcBef>
              <a:spcAft>
                <a:spcPts val="0"/>
              </a:spcAft>
              <a:buClr>
                <a:schemeClr val="dk1"/>
              </a:buClr>
              <a:buSzPts val="1100"/>
              <a:buNone/>
            </a:pPr>
            <a:r>
              <a:rPr lang="es-MX" sz="1100"/>
              <a:t>            mov ah,02h               </a:t>
            </a:r>
            <a:endParaRPr/>
          </a:p>
          <a:p>
            <a:pPr indent="0" lvl="0" marL="0" rtl="0" algn="l">
              <a:lnSpc>
                <a:spcPct val="100000"/>
              </a:lnSpc>
              <a:spcBef>
                <a:spcPts val="220"/>
              </a:spcBef>
              <a:spcAft>
                <a:spcPts val="0"/>
              </a:spcAft>
              <a:buClr>
                <a:schemeClr val="dk1"/>
              </a:buClr>
              <a:buSzPts val="1100"/>
              <a:buNone/>
            </a:pPr>
            <a:r>
              <a:rPr lang="es-MX" sz="1100"/>
              <a:t>            mov dl,mil</a:t>
            </a:r>
            <a:endParaRPr sz="1100"/>
          </a:p>
          <a:p>
            <a:pPr indent="0" lvl="0" marL="0" rtl="0" algn="l">
              <a:lnSpc>
                <a:spcPct val="100000"/>
              </a:lnSpc>
              <a:spcBef>
                <a:spcPts val="220"/>
              </a:spcBef>
              <a:spcAft>
                <a:spcPts val="0"/>
              </a:spcAft>
              <a:buClr>
                <a:schemeClr val="dk1"/>
              </a:buClr>
              <a:buSzPts val="1100"/>
              <a:buNone/>
            </a:pPr>
            <a:r>
              <a:rPr lang="es-MX" sz="1100"/>
              <a:t>            add dl,30h    ; se suma 30h a dl para imprimir el numero real.</a:t>
            </a:r>
            <a:endParaRPr/>
          </a:p>
          <a:p>
            <a:pPr indent="0" lvl="0" marL="0" rtl="0" algn="l">
              <a:lnSpc>
                <a:spcPct val="100000"/>
              </a:lnSpc>
              <a:spcBef>
                <a:spcPts val="220"/>
              </a:spcBef>
              <a:spcAft>
                <a:spcPts val="0"/>
              </a:spcAft>
              <a:buClr>
                <a:schemeClr val="dk1"/>
              </a:buClr>
              <a:buSzPts val="1100"/>
              <a:buNone/>
            </a:pPr>
            <a:r>
              <a:rPr lang="es-MX" sz="1100"/>
              <a:t>            int 21h        </a:t>
            </a:r>
            <a:endParaRPr/>
          </a:p>
          <a:p>
            <a:pPr indent="0" lvl="0" marL="0" rtl="0" algn="l">
              <a:lnSpc>
                <a:spcPct val="100000"/>
              </a:lnSpc>
              <a:spcBef>
                <a:spcPts val="220"/>
              </a:spcBef>
              <a:spcAft>
                <a:spcPts val="0"/>
              </a:spcAft>
              <a:buClr>
                <a:schemeClr val="dk1"/>
              </a:buClr>
              <a:buSzPts val="1100"/>
              <a:buNone/>
            </a:pPr>
            <a:r>
              <a:rPr lang="es-MX" sz="1100"/>
              <a:t>            mov dl,cen</a:t>
            </a:r>
            <a:endParaRPr sz="1100"/>
          </a:p>
          <a:p>
            <a:pPr indent="0" lvl="0" marL="0" rtl="0" algn="l">
              <a:lnSpc>
                <a:spcPct val="100000"/>
              </a:lnSpc>
              <a:spcBef>
                <a:spcPts val="220"/>
              </a:spcBef>
              <a:spcAft>
                <a:spcPts val="0"/>
              </a:spcAft>
              <a:buClr>
                <a:schemeClr val="dk1"/>
              </a:buClr>
              <a:buSzPts val="1100"/>
              <a:buNone/>
            </a:pPr>
            <a:r>
              <a:rPr lang="es-MX" sz="1100"/>
              <a:t>            add dl,30h    ; se suma 30h a dl para imprimir el numero real.</a:t>
            </a:r>
            <a:endParaRPr/>
          </a:p>
          <a:p>
            <a:pPr indent="0" lvl="0" marL="0" rtl="0" algn="l">
              <a:lnSpc>
                <a:spcPct val="100000"/>
              </a:lnSpc>
              <a:spcBef>
                <a:spcPts val="220"/>
              </a:spcBef>
              <a:spcAft>
                <a:spcPts val="0"/>
              </a:spcAft>
              <a:buClr>
                <a:schemeClr val="dk1"/>
              </a:buClr>
              <a:buSzPts val="1100"/>
              <a:buNone/>
            </a:pPr>
            <a:r>
              <a:rPr lang="es-MX" sz="1100"/>
              <a:t>            int 21h</a:t>
            </a:r>
            <a:endParaRPr/>
          </a:p>
          <a:p>
            <a:pPr indent="0" lvl="0" marL="0" rtl="0" algn="l">
              <a:lnSpc>
                <a:spcPct val="100000"/>
              </a:lnSpc>
              <a:spcBef>
                <a:spcPts val="220"/>
              </a:spcBef>
              <a:spcAft>
                <a:spcPts val="0"/>
              </a:spcAft>
              <a:buClr>
                <a:schemeClr val="dk1"/>
              </a:buClr>
              <a:buSzPts val="1100"/>
              <a:buNone/>
            </a:pPr>
            <a:r>
              <a:rPr lang="es-MX" sz="1100"/>
              <a:t>            mov dl,dece</a:t>
            </a:r>
            <a:endParaRPr sz="1100"/>
          </a:p>
          <a:p>
            <a:pPr indent="0" lvl="0" marL="0" rtl="0" algn="l">
              <a:lnSpc>
                <a:spcPct val="100000"/>
              </a:lnSpc>
              <a:spcBef>
                <a:spcPts val="220"/>
              </a:spcBef>
              <a:spcAft>
                <a:spcPts val="0"/>
              </a:spcAft>
              <a:buClr>
                <a:schemeClr val="dk1"/>
              </a:buClr>
              <a:buSzPts val="1100"/>
              <a:buNone/>
            </a:pPr>
            <a:r>
              <a:rPr lang="es-MX" sz="1100"/>
              <a:t>            add dl,30h</a:t>
            </a:r>
            <a:endParaRPr/>
          </a:p>
          <a:p>
            <a:pPr indent="0" lvl="0" marL="0" rtl="0" algn="l">
              <a:lnSpc>
                <a:spcPct val="100000"/>
              </a:lnSpc>
              <a:spcBef>
                <a:spcPts val="220"/>
              </a:spcBef>
              <a:spcAft>
                <a:spcPts val="0"/>
              </a:spcAft>
              <a:buClr>
                <a:schemeClr val="dk1"/>
              </a:buClr>
              <a:buSzPts val="1100"/>
              <a:buNone/>
            </a:pPr>
            <a:r>
              <a:rPr lang="es-MX" sz="1100"/>
              <a:t>            int 21h</a:t>
            </a:r>
            <a:endParaRPr/>
          </a:p>
          <a:p>
            <a:pPr indent="0" lvl="0" marL="0" rtl="0" algn="l">
              <a:lnSpc>
                <a:spcPct val="100000"/>
              </a:lnSpc>
              <a:spcBef>
                <a:spcPts val="220"/>
              </a:spcBef>
              <a:spcAft>
                <a:spcPts val="0"/>
              </a:spcAft>
              <a:buClr>
                <a:schemeClr val="dk1"/>
              </a:buClr>
              <a:buSzPts val="1100"/>
              <a:buNone/>
            </a:pPr>
            <a:r>
              <a:rPr lang="es-MX" sz="1100"/>
              <a:t>            mov dl,uni</a:t>
            </a:r>
            <a:endParaRPr sz="1100"/>
          </a:p>
          <a:p>
            <a:pPr indent="0" lvl="0" marL="0" rtl="0" algn="l">
              <a:lnSpc>
                <a:spcPct val="100000"/>
              </a:lnSpc>
              <a:spcBef>
                <a:spcPts val="220"/>
              </a:spcBef>
              <a:spcAft>
                <a:spcPts val="0"/>
              </a:spcAft>
              <a:buClr>
                <a:schemeClr val="dk1"/>
              </a:buClr>
              <a:buSzPts val="1100"/>
              <a:buNone/>
            </a:pPr>
            <a:r>
              <a:rPr lang="es-MX" sz="1100"/>
              <a:t>            add dl,30h</a:t>
            </a:r>
            <a:endParaRPr/>
          </a:p>
          <a:p>
            <a:pPr indent="0" lvl="0" marL="0" rtl="0" algn="l">
              <a:lnSpc>
                <a:spcPct val="100000"/>
              </a:lnSpc>
              <a:spcBef>
                <a:spcPts val="220"/>
              </a:spcBef>
              <a:spcAft>
                <a:spcPts val="0"/>
              </a:spcAft>
              <a:buClr>
                <a:schemeClr val="dk1"/>
              </a:buClr>
              <a:buSzPts val="1100"/>
              <a:buNone/>
            </a:pPr>
            <a:r>
              <a:rPr lang="es-MX" sz="1100"/>
              <a:t>            int 21h</a:t>
            </a:r>
            <a:endParaRPr/>
          </a:p>
          <a:p>
            <a:pPr indent="0" lvl="0" marL="0" rtl="0" algn="l">
              <a:lnSpc>
                <a:spcPct val="100000"/>
              </a:lnSpc>
              <a:spcBef>
                <a:spcPts val="220"/>
              </a:spcBef>
              <a:spcAft>
                <a:spcPts val="0"/>
              </a:spcAft>
              <a:buClr>
                <a:schemeClr val="dk1"/>
              </a:buClr>
              <a:buSzPts val="1100"/>
              <a:buNone/>
            </a:pPr>
            <a:r>
              <a:rPr lang="es-MX" sz="1100"/>
              <a:t>            end</a:t>
            </a:r>
            <a:endParaRPr sz="1100"/>
          </a:p>
        </p:txBody>
      </p:sp>
      <p:sp>
        <p:nvSpPr>
          <p:cNvPr id="970" name="Google Shape;970;p1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71" name="Google Shape;971;p1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
        <p:nvSpPr>
          <p:cNvPr id="972" name="Google Shape;972;p121"/>
          <p:cNvSpPr/>
          <p:nvPr/>
        </p:nvSpPr>
        <p:spPr>
          <a:xfrm>
            <a:off x="3823462" y="568998"/>
            <a:ext cx="4076180" cy="15696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s-MX" sz="3200" u="none" cap="none" strike="noStrike">
                <a:solidFill>
                  <a:schemeClr val="dk1"/>
                </a:solidFill>
                <a:latin typeface="Calibri"/>
                <a:ea typeface="Calibri"/>
                <a:cs typeface="Calibri"/>
                <a:sym typeface="Calibri"/>
              </a:rPr>
              <a:t>Usando la División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1" i="0" lang="es-MX" sz="3200" u="none" cap="none" strike="noStrike">
                <a:solidFill>
                  <a:schemeClr val="dk1"/>
                </a:solidFill>
                <a:latin typeface="Calibri"/>
                <a:ea typeface="Calibri"/>
                <a:cs typeface="Calibri"/>
                <a:sym typeface="Calibri"/>
              </a:rPr>
              <a:t> euclídea </a:t>
            </a:r>
            <a:endParaRPr b="1" i="0" sz="3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200"/>
              <a:buFont typeface="Arial"/>
              <a:buNone/>
            </a:pPr>
            <a:r>
              <a:rPr b="1" i="0" lang="es-MX" sz="3200" u="none" cap="none" strike="noStrike">
                <a:solidFill>
                  <a:schemeClr val="dk1"/>
                </a:solidFill>
                <a:latin typeface="Calibri"/>
                <a:ea typeface="Calibri"/>
                <a:cs typeface="Calibri"/>
                <a:sym typeface="Calibri"/>
              </a:rPr>
              <a:t>con números naturales</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22"/>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Otra forma de imprimir 3 dígitos</a:t>
            </a:r>
            <a:endParaRPr/>
          </a:p>
        </p:txBody>
      </p:sp>
      <p:sp>
        <p:nvSpPr>
          <p:cNvPr id="978" name="Google Shape;978;p122"/>
          <p:cNvSpPr txBox="1"/>
          <p:nvPr>
            <p:ph idx="1" type="body"/>
          </p:nvPr>
        </p:nvSpPr>
        <p:spPr>
          <a:xfrm>
            <a:off x="457200" y="764704"/>
            <a:ext cx="8229600" cy="5361459"/>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208"/>
              </a:spcBef>
              <a:spcAft>
                <a:spcPts val="0"/>
              </a:spcAft>
              <a:buClr>
                <a:schemeClr val="dk1"/>
              </a:buClr>
              <a:buSzPct val="100000"/>
              <a:buNone/>
            </a:pPr>
            <a:r>
              <a:rPr lang="es-MX"/>
              <a:t>        .data</a:t>
            </a:r>
            <a:endParaRPr/>
          </a:p>
          <a:p>
            <a:pPr indent="0" lvl="0" marL="0" rtl="0" algn="l">
              <a:lnSpc>
                <a:spcPct val="100000"/>
              </a:lnSpc>
              <a:spcBef>
                <a:spcPts val="208"/>
              </a:spcBef>
              <a:spcAft>
                <a:spcPts val="0"/>
              </a:spcAft>
              <a:buClr>
                <a:schemeClr val="dk1"/>
              </a:buClr>
              <a:buSzPct val="100000"/>
              <a:buNone/>
            </a:pPr>
            <a:r>
              <a:rPr lang="es-MX"/>
              <a:t>        msg: db "la respuesta es: $$$$$$$$$$$$$$"</a:t>
            </a:r>
            <a:endParaRPr/>
          </a:p>
          <a:p>
            <a:pPr indent="0" lvl="0" marL="0" rtl="0" algn="l">
              <a:lnSpc>
                <a:spcPct val="100000"/>
              </a:lnSpc>
              <a:spcBef>
                <a:spcPts val="208"/>
              </a:spcBef>
              <a:spcAft>
                <a:spcPts val="0"/>
              </a:spcAft>
              <a:buClr>
                <a:schemeClr val="dk1"/>
              </a:buClr>
              <a:buSzPct val="100000"/>
              <a:buNone/>
            </a:pPr>
            <a:r>
              <a:rPr lang="es-MX"/>
              <a:t>        unid db 0</a:t>
            </a:r>
            <a:endParaRPr/>
          </a:p>
          <a:p>
            <a:pPr indent="0" lvl="0" marL="0" rtl="0" algn="l">
              <a:lnSpc>
                <a:spcPct val="100000"/>
              </a:lnSpc>
              <a:spcBef>
                <a:spcPts val="208"/>
              </a:spcBef>
              <a:spcAft>
                <a:spcPts val="0"/>
              </a:spcAft>
              <a:buClr>
                <a:schemeClr val="dk1"/>
              </a:buClr>
              <a:buSzPct val="100000"/>
              <a:buNone/>
            </a:pPr>
            <a:r>
              <a:rPr lang="es-MX"/>
              <a:t>        dece db 0</a:t>
            </a:r>
            <a:endParaRPr/>
          </a:p>
          <a:p>
            <a:pPr indent="0" lvl="0" marL="0" rtl="0" algn="l">
              <a:lnSpc>
                <a:spcPct val="100000"/>
              </a:lnSpc>
              <a:spcBef>
                <a:spcPts val="208"/>
              </a:spcBef>
              <a:spcAft>
                <a:spcPts val="0"/>
              </a:spcAft>
              <a:buClr>
                <a:schemeClr val="dk1"/>
              </a:buClr>
              <a:buSzPct val="100000"/>
              <a:buNone/>
            </a:pPr>
            <a:r>
              <a:rPr lang="es-MX"/>
              <a:t>        cent db 0</a:t>
            </a:r>
            <a:endParaRPr/>
          </a:p>
          <a:p>
            <a:pPr indent="0" lvl="0" marL="0" rtl="0" algn="l">
              <a:lnSpc>
                <a:spcPct val="100000"/>
              </a:lnSpc>
              <a:spcBef>
                <a:spcPts val="208"/>
              </a:spcBef>
              <a:spcAft>
                <a:spcPts val="0"/>
              </a:spcAft>
              <a:buClr>
                <a:schemeClr val="dk1"/>
              </a:buClr>
              <a:buSzPct val="100000"/>
              <a:buNone/>
            </a:pPr>
            <a:r>
              <a:rPr lang="es-MX"/>
              <a:t>        .code  </a:t>
            </a:r>
            <a:endParaRPr/>
          </a:p>
          <a:p>
            <a:pPr indent="0" lvl="0" marL="0" rtl="0" algn="l">
              <a:lnSpc>
                <a:spcPct val="100000"/>
              </a:lnSpc>
              <a:spcBef>
                <a:spcPts val="208"/>
              </a:spcBef>
              <a:spcAft>
                <a:spcPts val="0"/>
              </a:spcAft>
              <a:buClr>
                <a:schemeClr val="dk1"/>
              </a:buClr>
              <a:buSzPct val="100000"/>
              <a:buNone/>
            </a:pPr>
            <a:r>
              <a:rPr lang="es-MX"/>
              <a:t>        mov ax,@data</a:t>
            </a:r>
            <a:endParaRPr/>
          </a:p>
          <a:p>
            <a:pPr indent="0" lvl="0" marL="0" rtl="0" algn="l">
              <a:lnSpc>
                <a:spcPct val="100000"/>
              </a:lnSpc>
              <a:spcBef>
                <a:spcPts val="208"/>
              </a:spcBef>
              <a:spcAft>
                <a:spcPts val="0"/>
              </a:spcAft>
              <a:buClr>
                <a:schemeClr val="dk1"/>
              </a:buClr>
              <a:buSzPct val="100000"/>
              <a:buNone/>
            </a:pPr>
            <a:r>
              <a:rPr lang="es-MX"/>
              <a:t>        mov ds,ax</a:t>
            </a:r>
            <a:endParaRPr/>
          </a:p>
          <a:p>
            <a:pPr indent="0" lvl="0" marL="0" rtl="0" algn="l">
              <a:lnSpc>
                <a:spcPct val="100000"/>
              </a:lnSpc>
              <a:spcBef>
                <a:spcPts val="208"/>
              </a:spcBef>
              <a:spcAft>
                <a:spcPts val="0"/>
              </a:spcAft>
              <a:buClr>
                <a:schemeClr val="dk1"/>
              </a:buClr>
              <a:buSzPct val="100000"/>
              <a:buNone/>
            </a:pPr>
            <a:r>
              <a:rPr lang="es-MX"/>
              <a:t>        mov al,255</a:t>
            </a:r>
            <a:endParaRPr/>
          </a:p>
          <a:p>
            <a:pPr indent="0" lvl="0" marL="0" rtl="0" algn="l">
              <a:lnSpc>
                <a:spcPct val="100000"/>
              </a:lnSpc>
              <a:spcBef>
                <a:spcPts val="208"/>
              </a:spcBef>
              <a:spcAft>
                <a:spcPts val="0"/>
              </a:spcAft>
              <a:buClr>
                <a:schemeClr val="dk1"/>
              </a:buClr>
              <a:buSzPct val="100000"/>
              <a:buNone/>
            </a:pPr>
            <a:r>
              <a:rPr lang="es-MX"/>
              <a:t>        aam</a:t>
            </a:r>
            <a:endParaRPr/>
          </a:p>
          <a:p>
            <a:pPr indent="0" lvl="0" marL="0" rtl="0" algn="l">
              <a:lnSpc>
                <a:spcPct val="100000"/>
              </a:lnSpc>
              <a:spcBef>
                <a:spcPts val="208"/>
              </a:spcBef>
              <a:spcAft>
                <a:spcPts val="0"/>
              </a:spcAft>
              <a:buClr>
                <a:schemeClr val="dk1"/>
              </a:buClr>
              <a:buSzPct val="100000"/>
              <a:buNone/>
            </a:pPr>
            <a:r>
              <a:rPr lang="es-MX"/>
              <a:t>        mov unid,al </a:t>
            </a:r>
            <a:endParaRPr/>
          </a:p>
          <a:p>
            <a:pPr indent="0" lvl="0" marL="0" rtl="0" algn="l">
              <a:lnSpc>
                <a:spcPct val="100000"/>
              </a:lnSpc>
              <a:spcBef>
                <a:spcPts val="208"/>
              </a:spcBef>
              <a:spcAft>
                <a:spcPts val="0"/>
              </a:spcAft>
              <a:buClr>
                <a:schemeClr val="dk1"/>
              </a:buClr>
              <a:buSzPct val="100000"/>
              <a:buNone/>
            </a:pPr>
            <a:r>
              <a:rPr lang="es-MX"/>
              <a:t>         mov al,ah</a:t>
            </a:r>
            <a:endParaRPr/>
          </a:p>
          <a:p>
            <a:pPr indent="0" lvl="0" marL="0" rtl="0" algn="l">
              <a:lnSpc>
                <a:spcPct val="100000"/>
              </a:lnSpc>
              <a:spcBef>
                <a:spcPts val="208"/>
              </a:spcBef>
              <a:spcAft>
                <a:spcPts val="0"/>
              </a:spcAft>
              <a:buClr>
                <a:schemeClr val="dk1"/>
              </a:buClr>
              <a:buSzPct val="100000"/>
              <a:buNone/>
            </a:pPr>
            <a:r>
              <a:rPr lang="es-MX"/>
              <a:t>        aam     </a:t>
            </a:r>
            <a:endParaRPr/>
          </a:p>
          <a:p>
            <a:pPr indent="0" lvl="0" marL="0" rtl="0" algn="l">
              <a:lnSpc>
                <a:spcPct val="100000"/>
              </a:lnSpc>
              <a:spcBef>
                <a:spcPts val="208"/>
              </a:spcBef>
              <a:spcAft>
                <a:spcPts val="0"/>
              </a:spcAft>
              <a:buClr>
                <a:schemeClr val="dk1"/>
              </a:buClr>
              <a:buSzPct val="100000"/>
              <a:buNone/>
            </a:pPr>
            <a:r>
              <a:rPr lang="es-MX"/>
              <a:t>        mov dece,al</a:t>
            </a:r>
            <a:endParaRPr/>
          </a:p>
          <a:p>
            <a:pPr indent="0" lvl="0" marL="0" rtl="0" algn="l">
              <a:lnSpc>
                <a:spcPct val="100000"/>
              </a:lnSpc>
              <a:spcBef>
                <a:spcPts val="208"/>
              </a:spcBef>
              <a:spcAft>
                <a:spcPts val="0"/>
              </a:spcAft>
              <a:buClr>
                <a:schemeClr val="dk1"/>
              </a:buClr>
              <a:buSzPct val="100000"/>
              <a:buNone/>
            </a:pPr>
            <a:r>
              <a:rPr lang="es-MX"/>
              <a:t>        mov cent,ah</a:t>
            </a:r>
            <a:endParaRPr/>
          </a:p>
          <a:p>
            <a:pPr indent="0" lvl="0" marL="0" rtl="0" algn="l">
              <a:lnSpc>
                <a:spcPct val="100000"/>
              </a:lnSpc>
              <a:spcBef>
                <a:spcPts val="208"/>
              </a:spcBef>
              <a:spcAft>
                <a:spcPts val="0"/>
              </a:spcAft>
              <a:buClr>
                <a:schemeClr val="dk1"/>
              </a:buClr>
              <a:buSzPct val="100000"/>
              <a:buNone/>
            </a:pPr>
            <a:r>
              <a:rPr lang="es-MX"/>
              <a:t>        xor ax,ax</a:t>
            </a:r>
            <a:endParaRPr/>
          </a:p>
          <a:p>
            <a:pPr indent="0" lvl="0" marL="0" rtl="0" algn="l">
              <a:lnSpc>
                <a:spcPct val="100000"/>
              </a:lnSpc>
              <a:spcBef>
                <a:spcPts val="208"/>
              </a:spcBef>
              <a:spcAft>
                <a:spcPts val="0"/>
              </a:spcAft>
              <a:buClr>
                <a:schemeClr val="dk1"/>
              </a:buClr>
              <a:buSzPct val="100000"/>
              <a:buNone/>
            </a:pPr>
            <a:r>
              <a:rPr lang="es-MX"/>
              <a:t>        mov al,cent</a:t>
            </a:r>
            <a:endParaRPr/>
          </a:p>
          <a:p>
            <a:pPr indent="0" lvl="0" marL="0" rtl="0" algn="l">
              <a:lnSpc>
                <a:spcPct val="100000"/>
              </a:lnSpc>
              <a:spcBef>
                <a:spcPts val="208"/>
              </a:spcBef>
              <a:spcAft>
                <a:spcPts val="0"/>
              </a:spcAft>
              <a:buClr>
                <a:schemeClr val="dk1"/>
              </a:buClr>
              <a:buSzPct val="100000"/>
              <a:buNone/>
            </a:pPr>
            <a:r>
              <a:rPr lang="es-MX"/>
              <a:t>        add al,30h</a:t>
            </a:r>
            <a:endParaRPr/>
          </a:p>
          <a:p>
            <a:pPr indent="0" lvl="0" marL="0" rtl="0" algn="l">
              <a:lnSpc>
                <a:spcPct val="100000"/>
              </a:lnSpc>
              <a:spcBef>
                <a:spcPts val="208"/>
              </a:spcBef>
              <a:spcAft>
                <a:spcPts val="0"/>
              </a:spcAft>
              <a:buClr>
                <a:schemeClr val="dk1"/>
              </a:buClr>
              <a:buSzPct val="100000"/>
              <a:buNone/>
            </a:pPr>
            <a:r>
              <a:rPr lang="es-MX"/>
              <a:t>        mov bx,17 </a:t>
            </a:r>
            <a:endParaRPr/>
          </a:p>
          <a:p>
            <a:pPr indent="0" lvl="0" marL="0" rtl="0" algn="l">
              <a:lnSpc>
                <a:spcPct val="100000"/>
              </a:lnSpc>
              <a:spcBef>
                <a:spcPts val="208"/>
              </a:spcBef>
              <a:spcAft>
                <a:spcPts val="0"/>
              </a:spcAft>
              <a:buClr>
                <a:schemeClr val="dk1"/>
              </a:buClr>
              <a:buSzPct val="100000"/>
              <a:buNone/>
            </a:pPr>
            <a:r>
              <a:rPr lang="es-MX"/>
              <a:t>        mov msg(bx),al</a:t>
            </a:r>
            <a:endParaRPr/>
          </a:p>
          <a:p>
            <a:pPr indent="0" lvl="0" marL="0" rtl="0" algn="l">
              <a:lnSpc>
                <a:spcPct val="100000"/>
              </a:lnSpc>
              <a:spcBef>
                <a:spcPts val="208"/>
              </a:spcBef>
              <a:spcAft>
                <a:spcPts val="0"/>
              </a:spcAft>
              <a:buClr>
                <a:schemeClr val="dk1"/>
              </a:buClr>
              <a:buSzPct val="100000"/>
              <a:buNone/>
            </a:pPr>
            <a:r>
              <a:rPr lang="es-MX"/>
              <a:t>        mov al,dece</a:t>
            </a:r>
            <a:endParaRPr/>
          </a:p>
          <a:p>
            <a:pPr indent="0" lvl="0" marL="0" rtl="0" algn="l">
              <a:lnSpc>
                <a:spcPct val="100000"/>
              </a:lnSpc>
              <a:spcBef>
                <a:spcPts val="208"/>
              </a:spcBef>
              <a:spcAft>
                <a:spcPts val="0"/>
              </a:spcAft>
              <a:buClr>
                <a:schemeClr val="dk1"/>
              </a:buClr>
              <a:buSzPct val="100000"/>
              <a:buNone/>
            </a:pPr>
            <a:r>
              <a:rPr lang="es-MX"/>
              <a:t>        add al,30h</a:t>
            </a:r>
            <a:endParaRPr/>
          </a:p>
          <a:p>
            <a:pPr indent="0" lvl="0" marL="0" rtl="0" algn="l">
              <a:lnSpc>
                <a:spcPct val="100000"/>
              </a:lnSpc>
              <a:spcBef>
                <a:spcPts val="208"/>
              </a:spcBef>
              <a:spcAft>
                <a:spcPts val="0"/>
              </a:spcAft>
              <a:buClr>
                <a:schemeClr val="dk1"/>
              </a:buClr>
              <a:buSzPct val="100000"/>
              <a:buNone/>
            </a:pPr>
            <a:r>
              <a:rPr lang="es-MX"/>
              <a:t>        mov msg(bx+1),al</a:t>
            </a:r>
            <a:endParaRPr/>
          </a:p>
          <a:p>
            <a:pPr indent="0" lvl="0" marL="0" rtl="0" algn="l">
              <a:lnSpc>
                <a:spcPct val="100000"/>
              </a:lnSpc>
              <a:spcBef>
                <a:spcPts val="208"/>
              </a:spcBef>
              <a:spcAft>
                <a:spcPts val="0"/>
              </a:spcAft>
              <a:buClr>
                <a:schemeClr val="dk1"/>
              </a:buClr>
              <a:buSzPct val="100000"/>
              <a:buNone/>
            </a:pPr>
            <a:r>
              <a:rPr lang="es-MX"/>
              <a:t>        mov al,unid</a:t>
            </a:r>
            <a:endParaRPr/>
          </a:p>
          <a:p>
            <a:pPr indent="0" lvl="0" marL="0" rtl="0" algn="l">
              <a:lnSpc>
                <a:spcPct val="100000"/>
              </a:lnSpc>
              <a:spcBef>
                <a:spcPts val="208"/>
              </a:spcBef>
              <a:spcAft>
                <a:spcPts val="0"/>
              </a:spcAft>
              <a:buClr>
                <a:schemeClr val="dk1"/>
              </a:buClr>
              <a:buSzPct val="100000"/>
              <a:buNone/>
            </a:pPr>
            <a:r>
              <a:rPr lang="es-MX"/>
              <a:t>        add al,30h</a:t>
            </a:r>
            <a:endParaRPr/>
          </a:p>
          <a:p>
            <a:pPr indent="0" lvl="0" marL="0" rtl="0" algn="l">
              <a:lnSpc>
                <a:spcPct val="100000"/>
              </a:lnSpc>
              <a:spcBef>
                <a:spcPts val="208"/>
              </a:spcBef>
              <a:spcAft>
                <a:spcPts val="0"/>
              </a:spcAft>
              <a:buClr>
                <a:schemeClr val="dk1"/>
              </a:buClr>
              <a:buSzPct val="100000"/>
              <a:buNone/>
            </a:pPr>
            <a:r>
              <a:rPr lang="es-MX"/>
              <a:t>        mov msg(bx+2),al</a:t>
            </a:r>
            <a:endParaRPr/>
          </a:p>
          <a:p>
            <a:pPr indent="0" lvl="0" marL="0" rtl="0" algn="l">
              <a:lnSpc>
                <a:spcPct val="100000"/>
              </a:lnSpc>
              <a:spcBef>
                <a:spcPts val="208"/>
              </a:spcBef>
              <a:spcAft>
                <a:spcPts val="0"/>
              </a:spcAft>
              <a:buClr>
                <a:schemeClr val="dk1"/>
              </a:buClr>
              <a:buSzPct val="100000"/>
              <a:buNone/>
            </a:pPr>
            <a:r>
              <a:rPr lang="es-MX"/>
              <a:t>        xor ax,ax</a:t>
            </a:r>
            <a:endParaRPr/>
          </a:p>
          <a:p>
            <a:pPr indent="0" lvl="0" marL="0" rtl="0" algn="l">
              <a:lnSpc>
                <a:spcPct val="100000"/>
              </a:lnSpc>
              <a:spcBef>
                <a:spcPts val="208"/>
              </a:spcBef>
              <a:spcAft>
                <a:spcPts val="0"/>
              </a:spcAft>
              <a:buClr>
                <a:schemeClr val="dk1"/>
              </a:buClr>
              <a:buSzPct val="100000"/>
              <a:buNone/>
            </a:pPr>
            <a:r>
              <a:rPr lang="es-MX"/>
              <a:t>        mov ah,9h</a:t>
            </a:r>
            <a:endParaRPr/>
          </a:p>
          <a:p>
            <a:pPr indent="0" lvl="0" marL="0" rtl="0" algn="l">
              <a:lnSpc>
                <a:spcPct val="100000"/>
              </a:lnSpc>
              <a:spcBef>
                <a:spcPts val="208"/>
              </a:spcBef>
              <a:spcAft>
                <a:spcPts val="0"/>
              </a:spcAft>
              <a:buClr>
                <a:schemeClr val="dk1"/>
              </a:buClr>
              <a:buSzPct val="100000"/>
              <a:buNone/>
            </a:pPr>
            <a:r>
              <a:rPr lang="es-MX"/>
              <a:t>        mov dx,msg</a:t>
            </a:r>
            <a:endParaRPr/>
          </a:p>
          <a:p>
            <a:pPr indent="0" lvl="0" marL="0" rtl="0" algn="l">
              <a:lnSpc>
                <a:spcPct val="100000"/>
              </a:lnSpc>
              <a:spcBef>
                <a:spcPts val="208"/>
              </a:spcBef>
              <a:spcAft>
                <a:spcPts val="0"/>
              </a:spcAft>
              <a:buClr>
                <a:schemeClr val="dk1"/>
              </a:buClr>
              <a:buSzPct val="100000"/>
              <a:buNone/>
            </a:pPr>
            <a:r>
              <a:rPr lang="es-MX"/>
              <a:t>        int 21h</a:t>
            </a:r>
            <a:endParaRPr/>
          </a:p>
          <a:p>
            <a:pPr indent="0" lvl="0" marL="0" rtl="0" algn="l">
              <a:lnSpc>
                <a:spcPct val="100000"/>
              </a:lnSpc>
              <a:spcBef>
                <a:spcPts val="208"/>
              </a:spcBef>
              <a:spcAft>
                <a:spcPts val="0"/>
              </a:spcAft>
              <a:buClr>
                <a:schemeClr val="dk1"/>
              </a:buClr>
              <a:buSzPct val="100000"/>
              <a:buNone/>
            </a:pPr>
            <a:r>
              <a:rPr lang="es-MX"/>
              <a:t>        ret</a:t>
            </a:r>
            <a:endParaRPr/>
          </a:p>
          <a:p>
            <a:pPr indent="0" lvl="0" marL="0" rtl="0" algn="l">
              <a:lnSpc>
                <a:spcPct val="100000"/>
              </a:lnSpc>
              <a:spcBef>
                <a:spcPts val="208"/>
              </a:spcBef>
              <a:spcAft>
                <a:spcPts val="0"/>
              </a:spcAft>
              <a:buClr>
                <a:schemeClr val="dk1"/>
              </a:buClr>
              <a:buSzPct val="100000"/>
              <a:buNone/>
            </a:pPr>
            <a:r>
              <a:t/>
            </a:r>
            <a:endParaRPr/>
          </a:p>
          <a:p>
            <a:pPr indent="0" lvl="0" marL="0" rtl="0" algn="l">
              <a:lnSpc>
                <a:spcPct val="100000"/>
              </a:lnSpc>
              <a:spcBef>
                <a:spcPts val="208"/>
              </a:spcBef>
              <a:spcAft>
                <a:spcPts val="0"/>
              </a:spcAft>
              <a:buClr>
                <a:schemeClr val="dk1"/>
              </a:buClr>
              <a:buSzPct val="100000"/>
              <a:buNone/>
            </a:pPr>
            <a:r>
              <a:t/>
            </a:r>
            <a:endParaRPr/>
          </a:p>
          <a:p>
            <a:pPr indent="0" lvl="0" marL="0" rtl="0" algn="l">
              <a:lnSpc>
                <a:spcPct val="100000"/>
              </a:lnSpc>
              <a:spcBef>
                <a:spcPts val="208"/>
              </a:spcBef>
              <a:spcAft>
                <a:spcPts val="0"/>
              </a:spcAft>
              <a:buClr>
                <a:schemeClr val="dk1"/>
              </a:buClr>
              <a:buSzPct val="100000"/>
              <a:buNone/>
            </a:pPr>
            <a:r>
              <a:t/>
            </a:r>
            <a:endParaRPr/>
          </a:p>
          <a:p>
            <a:pPr indent="0" lvl="0" marL="0" rtl="0" algn="l">
              <a:lnSpc>
                <a:spcPct val="100000"/>
              </a:lnSpc>
              <a:spcBef>
                <a:spcPts val="208"/>
              </a:spcBef>
              <a:spcAft>
                <a:spcPts val="0"/>
              </a:spcAft>
              <a:buClr>
                <a:schemeClr val="dk1"/>
              </a:buClr>
              <a:buSzPct val="100000"/>
              <a:buNone/>
            </a:pPr>
            <a:r>
              <a:t/>
            </a:r>
            <a:endParaRPr/>
          </a:p>
          <a:p>
            <a:pPr indent="0" lvl="0" marL="0" rtl="0" algn="l">
              <a:lnSpc>
                <a:spcPct val="100000"/>
              </a:lnSpc>
              <a:spcBef>
                <a:spcPts val="208"/>
              </a:spcBef>
              <a:spcAft>
                <a:spcPts val="0"/>
              </a:spcAft>
              <a:buClr>
                <a:schemeClr val="dk1"/>
              </a:buClr>
              <a:buSzPct val="100000"/>
              <a:buNone/>
            </a:pPr>
            <a:r>
              <a:t/>
            </a:r>
            <a:endParaRPr/>
          </a:p>
        </p:txBody>
      </p:sp>
      <p:sp>
        <p:nvSpPr>
          <p:cNvPr id="979" name="Google Shape;979;p1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80" name="Google Shape;980;p1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s-MX"/>
              <a:t>Imprimir 5 dígitos</a:t>
            </a:r>
            <a:endParaRPr/>
          </a:p>
        </p:txBody>
      </p:sp>
      <p:sp>
        <p:nvSpPr>
          <p:cNvPr id="986" name="Google Shape;986;p1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32500" lnSpcReduction="20000"/>
          </a:bodyPr>
          <a:lstStyle/>
          <a:p>
            <a:pPr indent="0" lvl="0" marL="114300" rtl="0" algn="l">
              <a:lnSpc>
                <a:spcPct val="100000"/>
              </a:lnSpc>
              <a:spcBef>
                <a:spcPts val="360"/>
              </a:spcBef>
              <a:spcAft>
                <a:spcPts val="0"/>
              </a:spcAft>
              <a:buSzPct val="173076"/>
              <a:buNone/>
            </a:pPr>
            <a:r>
              <a:rPr lang="es-MX"/>
              <a:t> ORG 100h      </a:t>
            </a:r>
            <a:endParaRPr/>
          </a:p>
          <a:p>
            <a:pPr indent="0" lvl="0" marL="114300" rtl="0" algn="l">
              <a:lnSpc>
                <a:spcPct val="100000"/>
              </a:lnSpc>
              <a:spcBef>
                <a:spcPts val="360"/>
              </a:spcBef>
              <a:spcAft>
                <a:spcPts val="0"/>
              </a:spcAft>
              <a:buSzPct val="173076"/>
              <a:buNone/>
            </a:pPr>
            <a:r>
              <a:rPr lang="es-MX"/>
              <a:t>    jmp inicio</a:t>
            </a:r>
            <a:endParaRPr/>
          </a:p>
          <a:p>
            <a:pPr indent="0" lvl="0" marL="114300" rtl="0" algn="l">
              <a:lnSpc>
                <a:spcPct val="100000"/>
              </a:lnSpc>
              <a:spcBef>
                <a:spcPts val="360"/>
              </a:spcBef>
              <a:spcAft>
                <a:spcPts val="0"/>
              </a:spcAft>
              <a:buSzPct val="173076"/>
              <a:buNone/>
            </a:pPr>
            <a:r>
              <a:rPr lang="es-MX"/>
              <a:t>        BUFFER DB '00000$'  ; Buffer de 6 caracteres (5 dígitos + '$')</a:t>
            </a:r>
            <a:endParaRPr/>
          </a:p>
          <a:p>
            <a:pPr indent="0" lvl="0" marL="114300" rtl="0" algn="l">
              <a:lnSpc>
                <a:spcPct val="100000"/>
              </a:lnSpc>
              <a:spcBef>
                <a:spcPts val="360"/>
              </a:spcBef>
              <a:spcAft>
                <a:spcPts val="0"/>
              </a:spcAft>
              <a:buSzPct val="173076"/>
              <a:buNone/>
            </a:pPr>
            <a:r>
              <a:rPr lang="es-MX"/>
              <a:t>inicio:    </a:t>
            </a:r>
            <a:endParaRPr/>
          </a:p>
          <a:p>
            <a:pPr indent="0" lvl="0" marL="114300" rtl="0" algn="l">
              <a:lnSpc>
                <a:spcPct val="100000"/>
              </a:lnSpc>
              <a:spcBef>
                <a:spcPts val="360"/>
              </a:spcBef>
              <a:spcAft>
                <a:spcPts val="0"/>
              </a:spcAft>
              <a:buSzPct val="173076"/>
              <a:buNone/>
            </a:pPr>
            <a:r>
              <a:rPr lang="es-MX"/>
              <a:t>    MOV AX, 12345  ; Cargar el numero máximo de 5 dígitos en AX</a:t>
            </a:r>
            <a:endParaRPr/>
          </a:p>
          <a:p>
            <a:pPr indent="0" lvl="0" marL="114300" rtl="0" algn="l">
              <a:lnSpc>
                <a:spcPct val="100000"/>
              </a:lnSpc>
              <a:spcBef>
                <a:spcPts val="360"/>
              </a:spcBef>
              <a:spcAft>
                <a:spcPts val="0"/>
              </a:spcAft>
              <a:buSzPct val="173076"/>
              <a:buNone/>
            </a:pPr>
            <a:r>
              <a:rPr lang="es-MX"/>
              <a:t>    CALL PRINT_DEC ; Llamar subrutina para imprimir</a:t>
            </a:r>
            <a:endParaRPr/>
          </a:p>
          <a:p>
            <a:pPr indent="0" lvl="0" marL="114300" rtl="0" algn="l">
              <a:lnSpc>
                <a:spcPct val="100000"/>
              </a:lnSpc>
              <a:spcBef>
                <a:spcPts val="360"/>
              </a:spcBef>
              <a:spcAft>
                <a:spcPts val="0"/>
              </a:spcAft>
              <a:buSzPct val="173076"/>
              <a:buNone/>
            </a:pPr>
            <a:r>
              <a:rPr lang="es-MX"/>
              <a:t>    RET            ; Terminar el programa</a:t>
            </a:r>
            <a:endParaRPr/>
          </a:p>
          <a:p>
            <a:pPr indent="0" lvl="0" marL="114300" rtl="0" algn="l">
              <a:lnSpc>
                <a:spcPct val="100000"/>
              </a:lnSpc>
              <a:spcBef>
                <a:spcPts val="360"/>
              </a:spcBef>
              <a:spcAft>
                <a:spcPts val="0"/>
              </a:spcAft>
              <a:buSzPct val="173076"/>
              <a:buNone/>
            </a:pPr>
            <a:r>
              <a:rPr lang="es-MX"/>
              <a:t>PRINT_DEC:</a:t>
            </a:r>
            <a:endParaRPr/>
          </a:p>
          <a:p>
            <a:pPr indent="0" lvl="0" marL="114300" rtl="0" algn="l">
              <a:lnSpc>
                <a:spcPct val="100000"/>
              </a:lnSpc>
              <a:spcBef>
                <a:spcPts val="360"/>
              </a:spcBef>
              <a:spcAft>
                <a:spcPts val="0"/>
              </a:spcAft>
              <a:buSzPct val="173076"/>
              <a:buNone/>
            </a:pPr>
            <a:r>
              <a:rPr lang="es-MX"/>
              <a:t>        MOV CX, 10            ; Divisor para conversión decimal</a:t>
            </a:r>
            <a:endParaRPr/>
          </a:p>
          <a:p>
            <a:pPr indent="0" lvl="0" marL="114300" rtl="0" algn="l">
              <a:lnSpc>
                <a:spcPct val="100000"/>
              </a:lnSpc>
              <a:spcBef>
                <a:spcPts val="360"/>
              </a:spcBef>
              <a:spcAft>
                <a:spcPts val="0"/>
              </a:spcAft>
              <a:buSzPct val="173076"/>
              <a:buNone/>
            </a:pPr>
            <a:r>
              <a:rPr lang="es-MX"/>
              <a:t>        MOV SI, OFFSET BUFFER + 6  ; Apunta al final del buffer</a:t>
            </a:r>
            <a:endParaRPr/>
          </a:p>
          <a:p>
            <a:pPr indent="0" lvl="0" marL="114300" rtl="0" algn="l">
              <a:lnSpc>
                <a:spcPct val="100000"/>
              </a:lnSpc>
              <a:spcBef>
                <a:spcPts val="360"/>
              </a:spcBef>
              <a:spcAft>
                <a:spcPts val="0"/>
              </a:spcAft>
              <a:buSzPct val="173076"/>
              <a:buNone/>
            </a:pPr>
            <a:r>
              <a:rPr lang="es-MX"/>
              <a:t>        MOV [SI], '$' ; Agregar terminador de cadena</a:t>
            </a:r>
            <a:endParaRPr/>
          </a:p>
          <a:p>
            <a:pPr indent="0" lvl="0" marL="114300" rtl="0" algn="l">
              <a:lnSpc>
                <a:spcPct val="100000"/>
              </a:lnSpc>
              <a:spcBef>
                <a:spcPts val="360"/>
              </a:spcBef>
              <a:spcAft>
                <a:spcPts val="0"/>
              </a:spcAft>
              <a:buSzPct val="173076"/>
              <a:buNone/>
            </a:pPr>
            <a:r>
              <a:t/>
            </a:r>
            <a:endParaRPr/>
          </a:p>
          <a:p>
            <a:pPr indent="0" lvl="0" marL="114300" rtl="0" algn="l">
              <a:lnSpc>
                <a:spcPct val="100000"/>
              </a:lnSpc>
              <a:spcBef>
                <a:spcPts val="360"/>
              </a:spcBef>
              <a:spcAft>
                <a:spcPts val="0"/>
              </a:spcAft>
              <a:buSzPct val="173076"/>
              <a:buNone/>
            </a:pPr>
            <a:r>
              <a:rPr lang="es-MX"/>
              <a:t>CONVERTIR:</a:t>
            </a:r>
            <a:endParaRPr/>
          </a:p>
          <a:p>
            <a:pPr indent="0" lvl="0" marL="114300" rtl="0" algn="l">
              <a:lnSpc>
                <a:spcPct val="100000"/>
              </a:lnSpc>
              <a:spcBef>
                <a:spcPts val="360"/>
              </a:spcBef>
              <a:spcAft>
                <a:spcPts val="0"/>
              </a:spcAft>
              <a:buSzPct val="173076"/>
              <a:buNone/>
            </a:pPr>
            <a:r>
              <a:rPr lang="es-MX"/>
              <a:t>        DEC SI                ; Moverse hacia atrás en el buffer</a:t>
            </a:r>
            <a:endParaRPr/>
          </a:p>
          <a:p>
            <a:pPr indent="0" lvl="0" marL="114300" rtl="0" algn="l">
              <a:lnSpc>
                <a:spcPct val="100000"/>
              </a:lnSpc>
              <a:spcBef>
                <a:spcPts val="360"/>
              </a:spcBef>
              <a:spcAft>
                <a:spcPts val="0"/>
              </a:spcAft>
              <a:buSzPct val="173076"/>
              <a:buNone/>
            </a:pPr>
            <a:r>
              <a:rPr lang="es-MX"/>
              <a:t>        XOR DX, DX            ; Limpiar DX antes de la división</a:t>
            </a:r>
            <a:endParaRPr/>
          </a:p>
          <a:p>
            <a:pPr indent="0" lvl="0" marL="114300" rtl="0" algn="l">
              <a:lnSpc>
                <a:spcPct val="100000"/>
              </a:lnSpc>
              <a:spcBef>
                <a:spcPts val="360"/>
              </a:spcBef>
              <a:spcAft>
                <a:spcPts val="0"/>
              </a:spcAft>
              <a:buSzPct val="173076"/>
              <a:buNone/>
            </a:pPr>
            <a:r>
              <a:rPr lang="es-MX"/>
              <a:t>        DIV CX                ; AX / 10 ? Cociente en AX, residuo en DX</a:t>
            </a:r>
            <a:endParaRPr/>
          </a:p>
          <a:p>
            <a:pPr indent="0" lvl="0" marL="114300" rtl="0" algn="l">
              <a:lnSpc>
                <a:spcPct val="100000"/>
              </a:lnSpc>
              <a:spcBef>
                <a:spcPts val="360"/>
              </a:spcBef>
              <a:spcAft>
                <a:spcPts val="0"/>
              </a:spcAft>
              <a:buSzPct val="173076"/>
              <a:buNone/>
            </a:pPr>
            <a:r>
              <a:rPr lang="es-MX"/>
              <a:t>        ADD DL, '0'           ; Convertir residuo a ASCII</a:t>
            </a:r>
            <a:endParaRPr/>
          </a:p>
          <a:p>
            <a:pPr indent="0" lvl="0" marL="114300" rtl="0" algn="l">
              <a:lnSpc>
                <a:spcPct val="100000"/>
              </a:lnSpc>
              <a:spcBef>
                <a:spcPts val="360"/>
              </a:spcBef>
              <a:spcAft>
                <a:spcPts val="0"/>
              </a:spcAft>
              <a:buSzPct val="173076"/>
              <a:buNone/>
            </a:pPr>
            <a:r>
              <a:rPr lang="es-MX"/>
              <a:t>        MOV [SI], DL          ; Almacenar digito en el buffer</a:t>
            </a:r>
            <a:endParaRPr/>
          </a:p>
          <a:p>
            <a:pPr indent="0" lvl="0" marL="114300" rtl="0" algn="l">
              <a:lnSpc>
                <a:spcPct val="100000"/>
              </a:lnSpc>
              <a:spcBef>
                <a:spcPts val="360"/>
              </a:spcBef>
              <a:spcAft>
                <a:spcPts val="0"/>
              </a:spcAft>
              <a:buSzPct val="173076"/>
              <a:buNone/>
            </a:pPr>
            <a:r>
              <a:rPr lang="es-MX"/>
              <a:t>        CMP AX, 0             ; Si AX no es 0, seguir dividiendo</a:t>
            </a:r>
            <a:endParaRPr/>
          </a:p>
          <a:p>
            <a:pPr indent="0" lvl="0" marL="114300" rtl="0" algn="l">
              <a:lnSpc>
                <a:spcPct val="100000"/>
              </a:lnSpc>
              <a:spcBef>
                <a:spcPts val="360"/>
              </a:spcBef>
              <a:spcAft>
                <a:spcPts val="0"/>
              </a:spcAft>
              <a:buSzPct val="173076"/>
              <a:buNone/>
            </a:pPr>
            <a:r>
              <a:rPr lang="es-MX"/>
              <a:t>        JNE CONVERTIR</a:t>
            </a:r>
            <a:endParaRPr/>
          </a:p>
          <a:p>
            <a:pPr indent="0" lvl="0" marL="114300" rtl="0" algn="l">
              <a:lnSpc>
                <a:spcPct val="100000"/>
              </a:lnSpc>
              <a:spcBef>
                <a:spcPts val="360"/>
              </a:spcBef>
              <a:spcAft>
                <a:spcPts val="0"/>
              </a:spcAft>
              <a:buSzPct val="173076"/>
              <a:buNone/>
            </a:pPr>
            <a:r>
              <a:rPr lang="es-MX"/>
              <a:t>        MOV DX, SI            ; Mostrar en pantalla</a:t>
            </a:r>
            <a:endParaRPr/>
          </a:p>
          <a:p>
            <a:pPr indent="0" lvl="0" marL="114300" rtl="0" algn="l">
              <a:lnSpc>
                <a:spcPct val="100000"/>
              </a:lnSpc>
              <a:spcBef>
                <a:spcPts val="360"/>
              </a:spcBef>
              <a:spcAft>
                <a:spcPts val="0"/>
              </a:spcAft>
              <a:buSzPct val="173076"/>
              <a:buNone/>
            </a:pPr>
            <a:r>
              <a:rPr lang="es-MX"/>
              <a:t>        MOV AH, 09h</a:t>
            </a:r>
            <a:endParaRPr/>
          </a:p>
          <a:p>
            <a:pPr indent="0" lvl="0" marL="114300" rtl="0" algn="l">
              <a:lnSpc>
                <a:spcPct val="100000"/>
              </a:lnSpc>
              <a:spcBef>
                <a:spcPts val="360"/>
              </a:spcBef>
              <a:spcAft>
                <a:spcPts val="0"/>
              </a:spcAft>
              <a:buSzPct val="173076"/>
              <a:buNone/>
            </a:pPr>
            <a:r>
              <a:rPr lang="es-MX"/>
              <a:t>        INT 21h</a:t>
            </a:r>
            <a:endParaRPr/>
          </a:p>
          <a:p>
            <a:pPr indent="0" lvl="0" marL="114300" rtl="0" algn="l">
              <a:lnSpc>
                <a:spcPct val="100000"/>
              </a:lnSpc>
              <a:spcBef>
                <a:spcPts val="360"/>
              </a:spcBef>
              <a:spcAft>
                <a:spcPts val="0"/>
              </a:spcAft>
              <a:buSzPct val="173076"/>
              <a:buNone/>
            </a:pPr>
            <a:r>
              <a:rPr lang="es-MX"/>
              <a:t>        RET</a:t>
            </a:r>
            <a:endParaRPr/>
          </a:p>
        </p:txBody>
      </p:sp>
      <p:sp>
        <p:nvSpPr>
          <p:cNvPr id="987" name="Google Shape;987;p1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t>Sistema de numeración decimal</a:t>
            </a:r>
            <a:endParaRPr/>
          </a:p>
        </p:txBody>
      </p:sp>
      <p:sp>
        <p:nvSpPr>
          <p:cNvPr id="993" name="Google Shape;993;p124"/>
          <p:cNvSpPr txBox="1"/>
          <p:nvPr>
            <p:ph idx="1" type="body"/>
          </p:nvPr>
        </p:nvSpPr>
        <p:spPr>
          <a:xfrm>
            <a:off x="457200" y="1600200"/>
            <a:ext cx="8229600" cy="4525963"/>
          </a:xfrm>
          <a:prstGeom prst="rect">
            <a:avLst/>
          </a:prstGeom>
          <a:blipFill rotWithShape="1">
            <a:blip r:embed="rId3">
              <a:alphaModFix/>
            </a:blip>
            <a:stretch>
              <a:fillRect b="0" l="-1701" r="0" t="-1749"/>
            </a:stretch>
          </a:blip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3200"/>
              <a:buChar char="•"/>
            </a:pPr>
            <a:r>
              <a:rPr lang="es-MX"/>
              <a:t> </a:t>
            </a:r>
            <a:endParaRPr/>
          </a:p>
        </p:txBody>
      </p:sp>
      <p:sp>
        <p:nvSpPr>
          <p:cNvPr id="994" name="Google Shape;994;p1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995" name="Google Shape;995;p1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25"/>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000"/>
              <a:buFont typeface="Roboto"/>
              <a:buNone/>
            </a:pPr>
            <a:r>
              <a:rPr b="0" i="0" lang="es-MX" sz="3000">
                <a:latin typeface="Roboto"/>
                <a:ea typeface="Roboto"/>
                <a:cs typeface="Roboto"/>
                <a:sym typeface="Roboto"/>
              </a:rPr>
              <a:t>Capturar números de 2 cifras en ensamblador </a:t>
            </a:r>
            <a:endParaRPr sz="3000"/>
          </a:p>
        </p:txBody>
      </p:sp>
      <p:sp>
        <p:nvSpPr>
          <p:cNvPr id="1001" name="Google Shape;1001;p125"/>
          <p:cNvSpPr txBox="1"/>
          <p:nvPr>
            <p:ph idx="1" type="body"/>
          </p:nvPr>
        </p:nvSpPr>
        <p:spPr>
          <a:xfrm>
            <a:off x="457200" y="836712"/>
            <a:ext cx="8229600" cy="5746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000"/>
              <a:buNone/>
            </a:pPr>
            <a:r>
              <a:rPr lang="es-MX" sz="1000"/>
              <a:t>       .model</a:t>
            </a:r>
            <a:endParaRPr sz="1000"/>
          </a:p>
          <a:p>
            <a:pPr indent="0" lvl="0" marL="0" rtl="0" algn="l">
              <a:lnSpc>
                <a:spcPct val="100000"/>
              </a:lnSpc>
              <a:spcBef>
                <a:spcPts val="200"/>
              </a:spcBef>
              <a:spcAft>
                <a:spcPts val="0"/>
              </a:spcAft>
              <a:buClr>
                <a:schemeClr val="dk1"/>
              </a:buClr>
              <a:buSzPts val="1000"/>
              <a:buNone/>
            </a:pPr>
            <a:r>
              <a:rPr lang="es-MX" sz="1000"/>
              <a:t>        .stack</a:t>
            </a:r>
            <a:endParaRPr sz="1000"/>
          </a:p>
          <a:p>
            <a:pPr indent="0" lvl="0" marL="0" rtl="0" algn="l">
              <a:lnSpc>
                <a:spcPct val="100000"/>
              </a:lnSpc>
              <a:spcBef>
                <a:spcPts val="200"/>
              </a:spcBef>
              <a:spcAft>
                <a:spcPts val="0"/>
              </a:spcAft>
              <a:buClr>
                <a:schemeClr val="dk1"/>
              </a:buClr>
              <a:buSzPts val="1000"/>
              <a:buNone/>
            </a:pPr>
            <a:r>
              <a:rPr lang="es-MX" sz="1000"/>
              <a:t>        .data</a:t>
            </a:r>
            <a:endParaRPr/>
          </a:p>
          <a:p>
            <a:pPr indent="0" lvl="0" marL="0" rtl="0" algn="l">
              <a:lnSpc>
                <a:spcPct val="100000"/>
              </a:lnSpc>
              <a:spcBef>
                <a:spcPts val="200"/>
              </a:spcBef>
              <a:spcAft>
                <a:spcPts val="0"/>
              </a:spcAft>
              <a:buClr>
                <a:schemeClr val="dk1"/>
              </a:buClr>
              <a:buSzPts val="1000"/>
              <a:buNone/>
            </a:pPr>
            <a:r>
              <a:rPr lang="es-MX" sz="1000"/>
              <a:t>        u db 0</a:t>
            </a:r>
            <a:endParaRPr/>
          </a:p>
          <a:p>
            <a:pPr indent="0" lvl="0" marL="0" rtl="0" algn="l">
              <a:lnSpc>
                <a:spcPct val="100000"/>
              </a:lnSpc>
              <a:spcBef>
                <a:spcPts val="200"/>
              </a:spcBef>
              <a:spcAft>
                <a:spcPts val="0"/>
              </a:spcAft>
              <a:buClr>
                <a:schemeClr val="dk1"/>
              </a:buClr>
              <a:buSzPts val="1000"/>
              <a:buNone/>
            </a:pPr>
            <a:r>
              <a:rPr lang="es-MX" sz="1000"/>
              <a:t>        d db 0</a:t>
            </a:r>
            <a:endParaRPr/>
          </a:p>
          <a:p>
            <a:pPr indent="0" lvl="0" marL="0" rtl="0" algn="l">
              <a:lnSpc>
                <a:spcPct val="100000"/>
              </a:lnSpc>
              <a:spcBef>
                <a:spcPts val="200"/>
              </a:spcBef>
              <a:spcAft>
                <a:spcPts val="0"/>
              </a:spcAft>
              <a:buClr>
                <a:schemeClr val="dk1"/>
              </a:buClr>
              <a:buSzPts val="1000"/>
              <a:buNone/>
            </a:pPr>
            <a:r>
              <a:rPr lang="es-MX" sz="1000"/>
              <a:t>        n db 0  </a:t>
            </a:r>
            <a:endParaRPr/>
          </a:p>
          <a:p>
            <a:pPr indent="0" lvl="0" marL="0" rtl="0" algn="l">
              <a:lnSpc>
                <a:spcPct val="100000"/>
              </a:lnSpc>
              <a:spcBef>
                <a:spcPts val="200"/>
              </a:spcBef>
              <a:spcAft>
                <a:spcPts val="0"/>
              </a:spcAft>
              <a:buClr>
                <a:schemeClr val="dk1"/>
              </a:buClr>
              <a:buSzPts val="1000"/>
              <a:buNone/>
            </a:pPr>
            <a:r>
              <a:rPr lang="es-MX" sz="1000"/>
              <a:t>        msg db 10,13,17,'Ingrese un numero:','$'</a:t>
            </a:r>
            <a:endParaRPr/>
          </a:p>
          <a:p>
            <a:pPr indent="0" lvl="0" marL="0" rtl="0" algn="l">
              <a:lnSpc>
                <a:spcPct val="100000"/>
              </a:lnSpc>
              <a:spcBef>
                <a:spcPts val="200"/>
              </a:spcBef>
              <a:spcAft>
                <a:spcPts val="0"/>
              </a:spcAft>
              <a:buClr>
                <a:schemeClr val="dk1"/>
              </a:buClr>
              <a:buSzPts val="1000"/>
              <a:buNone/>
            </a:pPr>
            <a:r>
              <a:rPr lang="es-MX" sz="1000"/>
              <a:t>        .code</a:t>
            </a:r>
            <a:endParaRPr sz="1000"/>
          </a:p>
          <a:p>
            <a:pPr indent="0" lvl="0" marL="0" rtl="0" algn="l">
              <a:lnSpc>
                <a:spcPct val="100000"/>
              </a:lnSpc>
              <a:spcBef>
                <a:spcPts val="200"/>
              </a:spcBef>
              <a:spcAft>
                <a:spcPts val="0"/>
              </a:spcAft>
              <a:buClr>
                <a:schemeClr val="dk1"/>
              </a:buClr>
              <a:buSzPts val="1000"/>
              <a:buNone/>
            </a:pPr>
            <a:r>
              <a:rPr lang="es-MX" sz="1000"/>
              <a:t>        mov ax,data</a:t>
            </a:r>
            <a:endParaRPr sz="1000"/>
          </a:p>
          <a:p>
            <a:pPr indent="0" lvl="0" marL="0" rtl="0" algn="l">
              <a:lnSpc>
                <a:spcPct val="100000"/>
              </a:lnSpc>
              <a:spcBef>
                <a:spcPts val="200"/>
              </a:spcBef>
              <a:spcAft>
                <a:spcPts val="0"/>
              </a:spcAft>
              <a:buClr>
                <a:schemeClr val="dk1"/>
              </a:buClr>
              <a:buSzPts val="1000"/>
              <a:buNone/>
            </a:pPr>
            <a:r>
              <a:rPr lang="es-MX" sz="1000"/>
              <a:t>        mov ds,ax</a:t>
            </a:r>
            <a:endParaRPr sz="1000"/>
          </a:p>
          <a:p>
            <a:pPr indent="0" lvl="0" marL="0" rtl="0" algn="l">
              <a:lnSpc>
                <a:spcPct val="100000"/>
              </a:lnSpc>
              <a:spcBef>
                <a:spcPts val="200"/>
              </a:spcBef>
              <a:spcAft>
                <a:spcPts val="0"/>
              </a:spcAft>
              <a:buClr>
                <a:schemeClr val="dk1"/>
              </a:buClr>
              <a:buSzPts val="1000"/>
              <a:buNone/>
            </a:pPr>
            <a:r>
              <a:rPr lang="es-MX" sz="1000"/>
              <a:t>        mov ah,09h</a:t>
            </a:r>
            <a:endParaRPr/>
          </a:p>
          <a:p>
            <a:pPr indent="0" lvl="0" marL="0" rtl="0" algn="l">
              <a:lnSpc>
                <a:spcPct val="100000"/>
              </a:lnSpc>
              <a:spcBef>
                <a:spcPts val="200"/>
              </a:spcBef>
              <a:spcAft>
                <a:spcPts val="0"/>
              </a:spcAft>
              <a:buClr>
                <a:schemeClr val="dk1"/>
              </a:buClr>
              <a:buSzPts val="1000"/>
              <a:buNone/>
            </a:pPr>
            <a:r>
              <a:rPr lang="es-MX" sz="1000"/>
              <a:t>        lea dx,msg  </a:t>
            </a:r>
            <a:endParaRPr/>
          </a:p>
          <a:p>
            <a:pPr indent="0" lvl="0" marL="0" rtl="0" algn="l">
              <a:lnSpc>
                <a:spcPct val="100000"/>
              </a:lnSpc>
              <a:spcBef>
                <a:spcPts val="200"/>
              </a:spcBef>
              <a:spcAft>
                <a:spcPts val="0"/>
              </a:spcAft>
              <a:buClr>
                <a:schemeClr val="dk1"/>
              </a:buClr>
              <a:buSzPts val="1000"/>
              <a:buNone/>
            </a:pPr>
            <a:r>
              <a:rPr lang="es-MX" sz="1000"/>
              <a:t>        int 21h </a:t>
            </a:r>
            <a:endParaRPr/>
          </a:p>
          <a:p>
            <a:pPr indent="0" lvl="0" marL="0" rtl="0" algn="l">
              <a:lnSpc>
                <a:spcPct val="100000"/>
              </a:lnSpc>
              <a:spcBef>
                <a:spcPts val="200"/>
              </a:spcBef>
              <a:spcAft>
                <a:spcPts val="0"/>
              </a:spcAft>
              <a:buClr>
                <a:schemeClr val="dk1"/>
              </a:buClr>
              <a:buSzPts val="1000"/>
              <a:buNone/>
            </a:pPr>
            <a:r>
              <a:rPr lang="es-MX" sz="1000"/>
              <a:t>        </a:t>
            </a:r>
            <a:endParaRPr/>
          </a:p>
          <a:p>
            <a:pPr indent="0" lvl="0" marL="0" rtl="0" algn="l">
              <a:lnSpc>
                <a:spcPct val="100000"/>
              </a:lnSpc>
              <a:spcBef>
                <a:spcPts val="200"/>
              </a:spcBef>
              <a:spcAft>
                <a:spcPts val="0"/>
              </a:spcAft>
              <a:buClr>
                <a:schemeClr val="dk1"/>
              </a:buClr>
              <a:buSzPts val="1000"/>
              <a:buNone/>
            </a:pPr>
            <a:r>
              <a:rPr lang="es-MX" sz="1000"/>
              <a:t>        mov ah,01h       ;Introduzco las decenas</a:t>
            </a:r>
            <a:endParaRPr/>
          </a:p>
          <a:p>
            <a:pPr indent="0" lvl="0" marL="0" rtl="0" algn="l">
              <a:lnSpc>
                <a:spcPct val="100000"/>
              </a:lnSpc>
              <a:spcBef>
                <a:spcPts val="200"/>
              </a:spcBef>
              <a:spcAft>
                <a:spcPts val="0"/>
              </a:spcAft>
              <a:buClr>
                <a:schemeClr val="dk1"/>
              </a:buClr>
              <a:buSzPts val="1000"/>
              <a:buNone/>
            </a:pPr>
            <a:r>
              <a:rPr lang="es-MX" sz="1000"/>
              <a:t>        int 21h       </a:t>
            </a:r>
            <a:endParaRPr/>
          </a:p>
          <a:p>
            <a:pPr indent="0" lvl="0" marL="0" rtl="0" algn="l">
              <a:lnSpc>
                <a:spcPct val="100000"/>
              </a:lnSpc>
              <a:spcBef>
                <a:spcPts val="200"/>
              </a:spcBef>
              <a:spcAft>
                <a:spcPts val="0"/>
              </a:spcAft>
              <a:buClr>
                <a:schemeClr val="dk1"/>
              </a:buClr>
              <a:buSzPts val="1000"/>
              <a:buNone/>
            </a:pPr>
            <a:r>
              <a:rPr lang="es-MX" sz="1000"/>
              <a:t>        sub al,30h</a:t>
            </a:r>
            <a:endParaRPr/>
          </a:p>
          <a:p>
            <a:pPr indent="0" lvl="0" marL="0" rtl="0" algn="l">
              <a:lnSpc>
                <a:spcPct val="100000"/>
              </a:lnSpc>
              <a:spcBef>
                <a:spcPts val="200"/>
              </a:spcBef>
              <a:spcAft>
                <a:spcPts val="0"/>
              </a:spcAft>
              <a:buClr>
                <a:schemeClr val="dk1"/>
              </a:buClr>
              <a:buSzPts val="1000"/>
              <a:buNone/>
            </a:pPr>
            <a:r>
              <a:rPr lang="es-MX" sz="1000"/>
              <a:t>        mov d,al    </a:t>
            </a:r>
            <a:endParaRPr/>
          </a:p>
          <a:p>
            <a:pPr indent="0" lvl="0" marL="0" rtl="0" algn="l">
              <a:lnSpc>
                <a:spcPct val="100000"/>
              </a:lnSpc>
              <a:spcBef>
                <a:spcPts val="200"/>
              </a:spcBef>
              <a:spcAft>
                <a:spcPts val="0"/>
              </a:spcAft>
              <a:buClr>
                <a:schemeClr val="dk1"/>
              </a:buClr>
              <a:buSzPts val="1000"/>
              <a:buNone/>
            </a:pPr>
            <a:r>
              <a:rPr lang="es-MX" sz="1000"/>
              <a:t>        </a:t>
            </a:r>
            <a:endParaRPr/>
          </a:p>
          <a:p>
            <a:pPr indent="0" lvl="0" marL="0" rtl="0" algn="l">
              <a:lnSpc>
                <a:spcPct val="100000"/>
              </a:lnSpc>
              <a:spcBef>
                <a:spcPts val="200"/>
              </a:spcBef>
              <a:spcAft>
                <a:spcPts val="0"/>
              </a:spcAft>
              <a:buClr>
                <a:schemeClr val="dk1"/>
              </a:buClr>
              <a:buSzPts val="1000"/>
              <a:buNone/>
            </a:pPr>
            <a:r>
              <a:rPr lang="es-MX" sz="1000"/>
              <a:t>        mov ah,01h       ;Introduzco las unidades</a:t>
            </a:r>
            <a:endParaRPr/>
          </a:p>
          <a:p>
            <a:pPr indent="0" lvl="0" marL="0" rtl="0" algn="l">
              <a:lnSpc>
                <a:spcPct val="100000"/>
              </a:lnSpc>
              <a:spcBef>
                <a:spcPts val="200"/>
              </a:spcBef>
              <a:spcAft>
                <a:spcPts val="0"/>
              </a:spcAft>
              <a:buClr>
                <a:schemeClr val="dk1"/>
              </a:buClr>
              <a:buSzPts val="1000"/>
              <a:buNone/>
            </a:pPr>
            <a:r>
              <a:rPr lang="es-MX" sz="1000"/>
              <a:t>        int 21h       </a:t>
            </a:r>
            <a:endParaRPr/>
          </a:p>
          <a:p>
            <a:pPr indent="0" lvl="0" marL="0" rtl="0" algn="l">
              <a:lnSpc>
                <a:spcPct val="100000"/>
              </a:lnSpc>
              <a:spcBef>
                <a:spcPts val="200"/>
              </a:spcBef>
              <a:spcAft>
                <a:spcPts val="0"/>
              </a:spcAft>
              <a:buClr>
                <a:schemeClr val="dk1"/>
              </a:buClr>
              <a:buSzPts val="1000"/>
              <a:buNone/>
            </a:pPr>
            <a:r>
              <a:rPr lang="es-MX" sz="1000"/>
              <a:t>        sub al,30h</a:t>
            </a:r>
            <a:endParaRPr/>
          </a:p>
          <a:p>
            <a:pPr indent="0" lvl="0" marL="0" rtl="0" algn="l">
              <a:lnSpc>
                <a:spcPct val="100000"/>
              </a:lnSpc>
              <a:spcBef>
                <a:spcPts val="200"/>
              </a:spcBef>
              <a:spcAft>
                <a:spcPts val="0"/>
              </a:spcAft>
              <a:buClr>
                <a:schemeClr val="dk1"/>
              </a:buClr>
              <a:buSzPts val="1000"/>
              <a:buNone/>
            </a:pPr>
            <a:r>
              <a:rPr lang="es-MX" sz="1000"/>
              <a:t>        mov u,al</a:t>
            </a:r>
            <a:endParaRPr sz="1000"/>
          </a:p>
          <a:p>
            <a:pPr indent="0" lvl="0" marL="0" rtl="0" algn="l">
              <a:lnSpc>
                <a:spcPct val="100000"/>
              </a:lnSpc>
              <a:spcBef>
                <a:spcPts val="200"/>
              </a:spcBef>
              <a:spcAft>
                <a:spcPts val="0"/>
              </a:spcAft>
              <a:buClr>
                <a:schemeClr val="dk1"/>
              </a:buClr>
              <a:buSzPts val="1000"/>
              <a:buNone/>
            </a:pPr>
            <a:r>
              <a:rPr lang="es-MX" sz="1000"/>
              <a:t>        </a:t>
            </a:r>
            <a:endParaRPr/>
          </a:p>
          <a:p>
            <a:pPr indent="0" lvl="0" marL="0" rtl="0" algn="l">
              <a:lnSpc>
                <a:spcPct val="100000"/>
              </a:lnSpc>
              <a:spcBef>
                <a:spcPts val="200"/>
              </a:spcBef>
              <a:spcAft>
                <a:spcPts val="0"/>
              </a:spcAft>
              <a:buClr>
                <a:schemeClr val="dk1"/>
              </a:buClr>
              <a:buSzPts val="1000"/>
              <a:buNone/>
            </a:pPr>
            <a:r>
              <a:rPr lang="es-MX" sz="1000"/>
              <a:t>        mov al,d         </a:t>
            </a:r>
            <a:endParaRPr/>
          </a:p>
          <a:p>
            <a:pPr indent="0" lvl="0" marL="0" rtl="0" algn="l">
              <a:lnSpc>
                <a:spcPct val="100000"/>
              </a:lnSpc>
              <a:spcBef>
                <a:spcPts val="200"/>
              </a:spcBef>
              <a:spcAft>
                <a:spcPts val="0"/>
              </a:spcAft>
              <a:buClr>
                <a:schemeClr val="dk1"/>
              </a:buClr>
              <a:buSzPts val="1000"/>
              <a:buNone/>
            </a:pPr>
            <a:r>
              <a:rPr lang="es-MX" sz="1000"/>
              <a:t>        mov bl,10</a:t>
            </a:r>
            <a:endParaRPr/>
          </a:p>
          <a:p>
            <a:pPr indent="0" lvl="0" marL="0" rtl="0" algn="l">
              <a:lnSpc>
                <a:spcPct val="100000"/>
              </a:lnSpc>
              <a:spcBef>
                <a:spcPts val="200"/>
              </a:spcBef>
              <a:spcAft>
                <a:spcPts val="0"/>
              </a:spcAft>
              <a:buClr>
                <a:schemeClr val="dk1"/>
              </a:buClr>
              <a:buSzPts val="1000"/>
              <a:buNone/>
            </a:pPr>
            <a:r>
              <a:rPr lang="es-MX" sz="1000"/>
              <a:t>        mul bl           ; al = d * 10</a:t>
            </a:r>
            <a:endParaRPr/>
          </a:p>
          <a:p>
            <a:pPr indent="0" lvl="0" marL="0" rtl="0" algn="l">
              <a:lnSpc>
                <a:spcPct val="100000"/>
              </a:lnSpc>
              <a:spcBef>
                <a:spcPts val="200"/>
              </a:spcBef>
              <a:spcAft>
                <a:spcPts val="0"/>
              </a:spcAft>
              <a:buClr>
                <a:schemeClr val="dk1"/>
              </a:buClr>
              <a:buSzPts val="1000"/>
              <a:buNone/>
            </a:pPr>
            <a:r>
              <a:rPr lang="es-MX" sz="1000"/>
              <a:t>        add al,u         ; al = d * 10  + u</a:t>
            </a:r>
            <a:endParaRPr/>
          </a:p>
          <a:p>
            <a:pPr indent="0" lvl="0" marL="0" rtl="0" algn="l">
              <a:lnSpc>
                <a:spcPct val="100000"/>
              </a:lnSpc>
              <a:spcBef>
                <a:spcPts val="200"/>
              </a:spcBef>
              <a:spcAft>
                <a:spcPts val="0"/>
              </a:spcAft>
              <a:buClr>
                <a:schemeClr val="dk1"/>
              </a:buClr>
              <a:buSzPts val="1000"/>
              <a:buNone/>
            </a:pPr>
            <a:r>
              <a:rPr lang="es-MX" sz="1000"/>
              <a:t>        mov n,al</a:t>
            </a:r>
            <a:endParaRPr sz="1000"/>
          </a:p>
          <a:p>
            <a:pPr indent="0" lvl="0" marL="0" rtl="0" algn="l">
              <a:lnSpc>
                <a:spcPct val="100000"/>
              </a:lnSpc>
              <a:spcBef>
                <a:spcPts val="200"/>
              </a:spcBef>
              <a:spcAft>
                <a:spcPts val="0"/>
              </a:spcAft>
              <a:buClr>
                <a:schemeClr val="dk1"/>
              </a:buClr>
              <a:buSzPts val="1000"/>
              <a:buNone/>
            </a:pPr>
            <a:r>
              <a:rPr lang="es-MX" sz="1000"/>
              <a:t>        end</a:t>
            </a:r>
            <a:endParaRPr sz="1000"/>
          </a:p>
        </p:txBody>
      </p:sp>
      <p:sp>
        <p:nvSpPr>
          <p:cNvPr id="1002" name="Google Shape;1002;p1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003" name="Google Shape;1003;p1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126"/>
          <p:cNvSpPr txBox="1"/>
          <p:nvPr>
            <p:ph idx="1" type="body"/>
          </p:nvPr>
        </p:nvSpPr>
        <p:spPr>
          <a:xfrm>
            <a:off x="457200" y="260648"/>
            <a:ext cx="8229600" cy="6264696"/>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00000"/>
              </a:lnSpc>
              <a:spcBef>
                <a:spcPts val="0"/>
              </a:spcBef>
              <a:spcAft>
                <a:spcPts val="0"/>
              </a:spcAft>
              <a:buClr>
                <a:schemeClr val="dk1"/>
              </a:buClr>
              <a:buSzPct val="100000"/>
              <a:buNone/>
            </a:pPr>
            <a:r>
              <a:rPr lang="es-MX"/>
              <a:t> .model</a:t>
            </a:r>
            <a:endParaRPr/>
          </a:p>
          <a:p>
            <a:pPr indent="0" lvl="0" marL="0" rtl="0" algn="l">
              <a:lnSpc>
                <a:spcPct val="100000"/>
              </a:lnSpc>
              <a:spcBef>
                <a:spcPts val="160"/>
              </a:spcBef>
              <a:spcAft>
                <a:spcPts val="0"/>
              </a:spcAft>
              <a:buClr>
                <a:schemeClr val="dk1"/>
              </a:buClr>
              <a:buSzPct val="100000"/>
              <a:buNone/>
            </a:pPr>
            <a:r>
              <a:rPr lang="es-MX"/>
              <a:t>        .stack</a:t>
            </a:r>
            <a:endParaRPr/>
          </a:p>
          <a:p>
            <a:pPr indent="0" lvl="0" marL="0" rtl="0" algn="l">
              <a:lnSpc>
                <a:spcPct val="100000"/>
              </a:lnSpc>
              <a:spcBef>
                <a:spcPts val="160"/>
              </a:spcBef>
              <a:spcAft>
                <a:spcPts val="0"/>
              </a:spcAft>
              <a:buClr>
                <a:schemeClr val="dk1"/>
              </a:buClr>
              <a:buSzPct val="100000"/>
              <a:buNone/>
            </a:pPr>
            <a:r>
              <a:rPr lang="es-MX"/>
              <a:t>        .data</a:t>
            </a:r>
            <a:endParaRPr/>
          </a:p>
          <a:p>
            <a:pPr indent="0" lvl="0" marL="0" rtl="0" algn="l">
              <a:lnSpc>
                <a:spcPct val="100000"/>
              </a:lnSpc>
              <a:spcBef>
                <a:spcPts val="160"/>
              </a:spcBef>
              <a:spcAft>
                <a:spcPts val="0"/>
              </a:spcAft>
              <a:buClr>
                <a:schemeClr val="dk1"/>
              </a:buClr>
              <a:buSzPct val="100000"/>
              <a:buNone/>
            </a:pPr>
            <a:r>
              <a:rPr lang="es-MX"/>
              <a:t>        u db 0</a:t>
            </a:r>
            <a:endParaRPr/>
          </a:p>
          <a:p>
            <a:pPr indent="0" lvl="0" marL="0" rtl="0" algn="l">
              <a:lnSpc>
                <a:spcPct val="100000"/>
              </a:lnSpc>
              <a:spcBef>
                <a:spcPts val="160"/>
              </a:spcBef>
              <a:spcAft>
                <a:spcPts val="0"/>
              </a:spcAft>
              <a:buClr>
                <a:schemeClr val="dk1"/>
              </a:buClr>
              <a:buSzPct val="100000"/>
              <a:buNone/>
            </a:pPr>
            <a:r>
              <a:rPr lang="es-MX"/>
              <a:t>        d db 0</a:t>
            </a:r>
            <a:endParaRPr/>
          </a:p>
          <a:p>
            <a:pPr indent="0" lvl="0" marL="0" rtl="0" algn="l">
              <a:lnSpc>
                <a:spcPct val="100000"/>
              </a:lnSpc>
              <a:spcBef>
                <a:spcPts val="160"/>
              </a:spcBef>
              <a:spcAft>
                <a:spcPts val="0"/>
              </a:spcAft>
              <a:buClr>
                <a:schemeClr val="dk1"/>
              </a:buClr>
              <a:buSzPct val="100000"/>
              <a:buNone/>
            </a:pPr>
            <a:r>
              <a:rPr lang="es-MX"/>
              <a:t>        n db 0  </a:t>
            </a:r>
            <a:endParaRPr/>
          </a:p>
          <a:p>
            <a:pPr indent="0" lvl="0" marL="0" rtl="0" algn="l">
              <a:lnSpc>
                <a:spcPct val="100000"/>
              </a:lnSpc>
              <a:spcBef>
                <a:spcPts val="160"/>
              </a:spcBef>
              <a:spcAft>
                <a:spcPts val="0"/>
              </a:spcAft>
              <a:buClr>
                <a:schemeClr val="dk1"/>
              </a:buClr>
              <a:buSzPct val="100000"/>
              <a:buNone/>
            </a:pPr>
            <a:r>
              <a:rPr lang="es-MX"/>
              <a:t>        msg db 10,13,17,'Ingrese un numero:','$'      </a:t>
            </a:r>
            <a:endParaRPr/>
          </a:p>
          <a:p>
            <a:pPr indent="0" lvl="0" marL="0" rtl="0" algn="l">
              <a:lnSpc>
                <a:spcPct val="100000"/>
              </a:lnSpc>
              <a:spcBef>
                <a:spcPts val="160"/>
              </a:spcBef>
              <a:spcAft>
                <a:spcPts val="0"/>
              </a:spcAft>
              <a:buClr>
                <a:schemeClr val="dk1"/>
              </a:buClr>
              <a:buSzPct val="100000"/>
              <a:buNone/>
            </a:pPr>
            <a:r>
              <a:rPr lang="es-MX"/>
              <a:t>        msg1 db 10,13,17,'Numero Ingresado:','$'</a:t>
            </a:r>
            <a:endParaRPr/>
          </a:p>
          <a:p>
            <a:pPr indent="0" lvl="0" marL="0" rtl="0" algn="l">
              <a:lnSpc>
                <a:spcPct val="100000"/>
              </a:lnSpc>
              <a:spcBef>
                <a:spcPts val="160"/>
              </a:spcBef>
              <a:spcAft>
                <a:spcPts val="0"/>
              </a:spcAft>
              <a:buClr>
                <a:schemeClr val="dk1"/>
              </a:buClr>
              <a:buSzPct val="100000"/>
              <a:buNone/>
            </a:pPr>
            <a:r>
              <a:rPr lang="es-MX"/>
              <a:t>        .code</a:t>
            </a:r>
            <a:endParaRPr/>
          </a:p>
          <a:p>
            <a:pPr indent="0" lvl="0" marL="0" rtl="0" algn="l">
              <a:lnSpc>
                <a:spcPct val="100000"/>
              </a:lnSpc>
              <a:spcBef>
                <a:spcPts val="160"/>
              </a:spcBef>
              <a:spcAft>
                <a:spcPts val="0"/>
              </a:spcAft>
              <a:buClr>
                <a:schemeClr val="dk1"/>
              </a:buClr>
              <a:buSzPct val="100000"/>
              <a:buNone/>
            </a:pPr>
            <a:r>
              <a:rPr lang="es-MX"/>
              <a:t>        mov ax,data</a:t>
            </a:r>
            <a:endParaRPr/>
          </a:p>
          <a:p>
            <a:pPr indent="0" lvl="0" marL="0" rtl="0" algn="l">
              <a:lnSpc>
                <a:spcPct val="100000"/>
              </a:lnSpc>
              <a:spcBef>
                <a:spcPts val="160"/>
              </a:spcBef>
              <a:spcAft>
                <a:spcPts val="0"/>
              </a:spcAft>
              <a:buClr>
                <a:schemeClr val="dk1"/>
              </a:buClr>
              <a:buSzPct val="100000"/>
              <a:buNone/>
            </a:pPr>
            <a:r>
              <a:rPr lang="es-MX"/>
              <a:t>        mov ds,ax</a:t>
            </a:r>
            <a:endParaRPr/>
          </a:p>
          <a:p>
            <a:pPr indent="0" lvl="0" marL="0" rtl="0" algn="l">
              <a:lnSpc>
                <a:spcPct val="100000"/>
              </a:lnSpc>
              <a:spcBef>
                <a:spcPts val="160"/>
              </a:spcBef>
              <a:spcAft>
                <a:spcPts val="0"/>
              </a:spcAft>
              <a:buClr>
                <a:schemeClr val="dk1"/>
              </a:buClr>
              <a:buSzPct val="100000"/>
              <a:buNone/>
            </a:pPr>
            <a:r>
              <a:rPr lang="es-MX"/>
              <a:t>        mov ah,09h</a:t>
            </a:r>
            <a:endParaRPr/>
          </a:p>
          <a:p>
            <a:pPr indent="0" lvl="0" marL="0" rtl="0" algn="l">
              <a:lnSpc>
                <a:spcPct val="100000"/>
              </a:lnSpc>
              <a:spcBef>
                <a:spcPts val="160"/>
              </a:spcBef>
              <a:spcAft>
                <a:spcPts val="0"/>
              </a:spcAft>
              <a:buClr>
                <a:schemeClr val="dk1"/>
              </a:buClr>
              <a:buSzPct val="100000"/>
              <a:buNone/>
            </a:pPr>
            <a:r>
              <a:rPr lang="es-MX"/>
              <a:t>        lea dx,msg  </a:t>
            </a:r>
            <a:endParaRPr/>
          </a:p>
          <a:p>
            <a:pPr indent="0" lvl="0" marL="0" rtl="0" algn="l">
              <a:lnSpc>
                <a:spcPct val="100000"/>
              </a:lnSpc>
              <a:spcBef>
                <a:spcPts val="160"/>
              </a:spcBef>
              <a:spcAft>
                <a:spcPts val="0"/>
              </a:spcAft>
              <a:buClr>
                <a:schemeClr val="dk1"/>
              </a:buClr>
              <a:buSzPct val="100000"/>
              <a:buNone/>
            </a:pPr>
            <a:r>
              <a:rPr lang="es-MX"/>
              <a:t>        int 21h </a:t>
            </a:r>
            <a:endParaRPr/>
          </a:p>
          <a:p>
            <a:pPr indent="0" lvl="0" marL="0" rtl="0" algn="l">
              <a:lnSpc>
                <a:spcPct val="100000"/>
              </a:lnSpc>
              <a:spcBef>
                <a:spcPts val="160"/>
              </a:spcBef>
              <a:spcAft>
                <a:spcPts val="0"/>
              </a:spcAft>
              <a:buClr>
                <a:schemeClr val="dk1"/>
              </a:buClr>
              <a:buSzPct val="100000"/>
              <a:buNone/>
            </a:pPr>
            <a:r>
              <a:rPr lang="es-MX"/>
              <a:t>        </a:t>
            </a:r>
            <a:endParaRPr/>
          </a:p>
          <a:p>
            <a:pPr indent="0" lvl="0" marL="0" rtl="0" algn="l">
              <a:lnSpc>
                <a:spcPct val="100000"/>
              </a:lnSpc>
              <a:spcBef>
                <a:spcPts val="160"/>
              </a:spcBef>
              <a:spcAft>
                <a:spcPts val="0"/>
              </a:spcAft>
              <a:buClr>
                <a:schemeClr val="dk1"/>
              </a:buClr>
              <a:buSzPct val="100000"/>
              <a:buNone/>
            </a:pPr>
            <a:r>
              <a:rPr lang="es-MX"/>
              <a:t>        mov ah,01h       ;Introdusco las decenas</a:t>
            </a:r>
            <a:endParaRPr/>
          </a:p>
          <a:p>
            <a:pPr indent="0" lvl="0" marL="0" rtl="0" algn="l">
              <a:lnSpc>
                <a:spcPct val="100000"/>
              </a:lnSpc>
              <a:spcBef>
                <a:spcPts val="160"/>
              </a:spcBef>
              <a:spcAft>
                <a:spcPts val="0"/>
              </a:spcAft>
              <a:buClr>
                <a:schemeClr val="dk1"/>
              </a:buClr>
              <a:buSzPct val="100000"/>
              <a:buNone/>
            </a:pPr>
            <a:r>
              <a:rPr lang="es-MX"/>
              <a:t>        int 21h       </a:t>
            </a:r>
            <a:endParaRPr/>
          </a:p>
          <a:p>
            <a:pPr indent="0" lvl="0" marL="0" rtl="0" algn="l">
              <a:lnSpc>
                <a:spcPct val="100000"/>
              </a:lnSpc>
              <a:spcBef>
                <a:spcPts val="160"/>
              </a:spcBef>
              <a:spcAft>
                <a:spcPts val="0"/>
              </a:spcAft>
              <a:buClr>
                <a:schemeClr val="dk1"/>
              </a:buClr>
              <a:buSzPct val="100000"/>
              <a:buNone/>
            </a:pPr>
            <a:r>
              <a:rPr lang="es-MX"/>
              <a:t>        sub al,30h</a:t>
            </a:r>
            <a:endParaRPr/>
          </a:p>
          <a:p>
            <a:pPr indent="0" lvl="0" marL="0" rtl="0" algn="l">
              <a:lnSpc>
                <a:spcPct val="100000"/>
              </a:lnSpc>
              <a:spcBef>
                <a:spcPts val="160"/>
              </a:spcBef>
              <a:spcAft>
                <a:spcPts val="0"/>
              </a:spcAft>
              <a:buClr>
                <a:schemeClr val="dk1"/>
              </a:buClr>
              <a:buSzPct val="100000"/>
              <a:buNone/>
            </a:pPr>
            <a:r>
              <a:rPr lang="es-MX"/>
              <a:t>        mov d,al    </a:t>
            </a:r>
            <a:endParaRPr/>
          </a:p>
          <a:p>
            <a:pPr indent="0" lvl="0" marL="0" rtl="0" algn="l">
              <a:lnSpc>
                <a:spcPct val="100000"/>
              </a:lnSpc>
              <a:spcBef>
                <a:spcPts val="160"/>
              </a:spcBef>
              <a:spcAft>
                <a:spcPts val="0"/>
              </a:spcAft>
              <a:buClr>
                <a:schemeClr val="dk1"/>
              </a:buClr>
              <a:buSzPct val="100000"/>
              <a:buNone/>
            </a:pPr>
            <a:r>
              <a:rPr lang="es-MX"/>
              <a:t>        </a:t>
            </a:r>
            <a:endParaRPr/>
          </a:p>
          <a:p>
            <a:pPr indent="0" lvl="0" marL="0" rtl="0" algn="l">
              <a:lnSpc>
                <a:spcPct val="100000"/>
              </a:lnSpc>
              <a:spcBef>
                <a:spcPts val="160"/>
              </a:spcBef>
              <a:spcAft>
                <a:spcPts val="0"/>
              </a:spcAft>
              <a:buClr>
                <a:schemeClr val="dk1"/>
              </a:buClr>
              <a:buSzPct val="100000"/>
              <a:buNone/>
            </a:pPr>
            <a:r>
              <a:rPr lang="es-MX"/>
              <a:t>        mov ah,01h       ;Introdusco las unidades</a:t>
            </a:r>
            <a:endParaRPr/>
          </a:p>
          <a:p>
            <a:pPr indent="0" lvl="0" marL="0" rtl="0" algn="l">
              <a:lnSpc>
                <a:spcPct val="100000"/>
              </a:lnSpc>
              <a:spcBef>
                <a:spcPts val="160"/>
              </a:spcBef>
              <a:spcAft>
                <a:spcPts val="0"/>
              </a:spcAft>
              <a:buClr>
                <a:schemeClr val="dk1"/>
              </a:buClr>
              <a:buSzPct val="100000"/>
              <a:buNone/>
            </a:pPr>
            <a:r>
              <a:rPr lang="es-MX"/>
              <a:t>        int 21h       </a:t>
            </a:r>
            <a:endParaRPr/>
          </a:p>
          <a:p>
            <a:pPr indent="0" lvl="0" marL="0" rtl="0" algn="l">
              <a:lnSpc>
                <a:spcPct val="100000"/>
              </a:lnSpc>
              <a:spcBef>
                <a:spcPts val="160"/>
              </a:spcBef>
              <a:spcAft>
                <a:spcPts val="0"/>
              </a:spcAft>
              <a:buClr>
                <a:schemeClr val="dk1"/>
              </a:buClr>
              <a:buSzPct val="100000"/>
              <a:buNone/>
            </a:pPr>
            <a:r>
              <a:rPr lang="es-MX"/>
              <a:t>        sub al,30h</a:t>
            </a:r>
            <a:endParaRPr/>
          </a:p>
          <a:p>
            <a:pPr indent="0" lvl="0" marL="0" rtl="0" algn="l">
              <a:lnSpc>
                <a:spcPct val="100000"/>
              </a:lnSpc>
              <a:spcBef>
                <a:spcPts val="160"/>
              </a:spcBef>
              <a:spcAft>
                <a:spcPts val="0"/>
              </a:spcAft>
              <a:buClr>
                <a:schemeClr val="dk1"/>
              </a:buClr>
              <a:buSzPct val="100000"/>
              <a:buNone/>
            </a:pPr>
            <a:r>
              <a:rPr lang="es-MX"/>
              <a:t>        mov u,al</a:t>
            </a:r>
            <a:endParaRPr/>
          </a:p>
          <a:p>
            <a:pPr indent="0" lvl="0" marL="0" rtl="0" algn="l">
              <a:lnSpc>
                <a:spcPct val="100000"/>
              </a:lnSpc>
              <a:spcBef>
                <a:spcPts val="160"/>
              </a:spcBef>
              <a:spcAft>
                <a:spcPts val="0"/>
              </a:spcAft>
              <a:buClr>
                <a:schemeClr val="dk1"/>
              </a:buClr>
              <a:buSzPct val="100000"/>
              <a:buNone/>
            </a:pPr>
            <a:r>
              <a:rPr lang="es-MX"/>
              <a:t>        </a:t>
            </a:r>
            <a:endParaRPr/>
          </a:p>
          <a:p>
            <a:pPr indent="0" lvl="0" marL="0" rtl="0" algn="l">
              <a:lnSpc>
                <a:spcPct val="100000"/>
              </a:lnSpc>
              <a:spcBef>
                <a:spcPts val="160"/>
              </a:spcBef>
              <a:spcAft>
                <a:spcPts val="0"/>
              </a:spcAft>
              <a:buClr>
                <a:schemeClr val="dk1"/>
              </a:buClr>
              <a:buSzPct val="100000"/>
              <a:buNone/>
            </a:pPr>
            <a:r>
              <a:rPr lang="es-MX"/>
              <a:t>        mov al,d         </a:t>
            </a:r>
            <a:endParaRPr/>
          </a:p>
          <a:p>
            <a:pPr indent="0" lvl="0" marL="0" rtl="0" algn="l">
              <a:lnSpc>
                <a:spcPct val="100000"/>
              </a:lnSpc>
              <a:spcBef>
                <a:spcPts val="160"/>
              </a:spcBef>
              <a:spcAft>
                <a:spcPts val="0"/>
              </a:spcAft>
              <a:buClr>
                <a:schemeClr val="dk1"/>
              </a:buClr>
              <a:buSzPct val="100000"/>
              <a:buNone/>
            </a:pPr>
            <a:r>
              <a:rPr lang="es-MX"/>
              <a:t>        mov bl,10</a:t>
            </a:r>
            <a:endParaRPr/>
          </a:p>
          <a:p>
            <a:pPr indent="0" lvl="0" marL="0" rtl="0" algn="l">
              <a:lnSpc>
                <a:spcPct val="100000"/>
              </a:lnSpc>
              <a:spcBef>
                <a:spcPts val="160"/>
              </a:spcBef>
              <a:spcAft>
                <a:spcPts val="0"/>
              </a:spcAft>
              <a:buClr>
                <a:schemeClr val="dk1"/>
              </a:buClr>
              <a:buSzPct val="100000"/>
              <a:buNone/>
            </a:pPr>
            <a:r>
              <a:rPr lang="es-MX"/>
              <a:t>        mul bl           ; al = d * 10</a:t>
            </a:r>
            <a:endParaRPr/>
          </a:p>
          <a:p>
            <a:pPr indent="0" lvl="0" marL="0" rtl="0" algn="l">
              <a:lnSpc>
                <a:spcPct val="100000"/>
              </a:lnSpc>
              <a:spcBef>
                <a:spcPts val="160"/>
              </a:spcBef>
              <a:spcAft>
                <a:spcPts val="0"/>
              </a:spcAft>
              <a:buClr>
                <a:schemeClr val="dk1"/>
              </a:buClr>
              <a:buSzPct val="100000"/>
              <a:buNone/>
            </a:pPr>
            <a:r>
              <a:rPr lang="es-MX"/>
              <a:t>        add al,u         ; al = d * 10  + u</a:t>
            </a:r>
            <a:endParaRPr/>
          </a:p>
          <a:p>
            <a:pPr indent="0" lvl="0" marL="0" rtl="0" algn="l">
              <a:lnSpc>
                <a:spcPct val="100000"/>
              </a:lnSpc>
              <a:spcBef>
                <a:spcPts val="160"/>
              </a:spcBef>
              <a:spcAft>
                <a:spcPts val="0"/>
              </a:spcAft>
              <a:buClr>
                <a:schemeClr val="dk1"/>
              </a:buClr>
              <a:buSzPct val="100000"/>
              <a:buNone/>
            </a:pPr>
            <a:r>
              <a:rPr lang="es-MX"/>
              <a:t>        mov n,al  </a:t>
            </a:r>
            <a:endParaRPr/>
          </a:p>
          <a:p>
            <a:pPr indent="0" lvl="0" marL="0" rtl="0" algn="l">
              <a:lnSpc>
                <a:spcPct val="100000"/>
              </a:lnSpc>
              <a:spcBef>
                <a:spcPts val="160"/>
              </a:spcBef>
              <a:spcAft>
                <a:spcPts val="0"/>
              </a:spcAft>
              <a:buClr>
                <a:schemeClr val="dk1"/>
              </a:buClr>
              <a:buSzPct val="100000"/>
              <a:buNone/>
            </a:pPr>
            <a:r>
              <a:rPr lang="es-MX"/>
              <a:t>        </a:t>
            </a:r>
            <a:endParaRPr/>
          </a:p>
          <a:p>
            <a:pPr indent="0" lvl="0" marL="0" rtl="0" algn="l">
              <a:lnSpc>
                <a:spcPct val="100000"/>
              </a:lnSpc>
              <a:spcBef>
                <a:spcPts val="160"/>
              </a:spcBef>
              <a:spcAft>
                <a:spcPts val="0"/>
              </a:spcAft>
              <a:buClr>
                <a:schemeClr val="dk1"/>
              </a:buClr>
              <a:buSzPct val="100000"/>
              <a:buNone/>
            </a:pPr>
            <a:r>
              <a:rPr lang="es-MX"/>
              <a:t>        mov ah,09h</a:t>
            </a:r>
            <a:endParaRPr/>
          </a:p>
          <a:p>
            <a:pPr indent="0" lvl="0" marL="0" rtl="0" algn="l">
              <a:lnSpc>
                <a:spcPct val="100000"/>
              </a:lnSpc>
              <a:spcBef>
                <a:spcPts val="160"/>
              </a:spcBef>
              <a:spcAft>
                <a:spcPts val="0"/>
              </a:spcAft>
              <a:buClr>
                <a:schemeClr val="dk1"/>
              </a:buClr>
              <a:buSzPct val="100000"/>
              <a:buNone/>
            </a:pPr>
            <a:r>
              <a:rPr lang="es-MX"/>
              <a:t>        lea dx,msg1</a:t>
            </a:r>
            <a:endParaRPr/>
          </a:p>
          <a:p>
            <a:pPr indent="0" lvl="0" marL="0" rtl="0" algn="l">
              <a:lnSpc>
                <a:spcPct val="100000"/>
              </a:lnSpc>
              <a:spcBef>
                <a:spcPts val="160"/>
              </a:spcBef>
              <a:spcAft>
                <a:spcPts val="0"/>
              </a:spcAft>
              <a:buClr>
                <a:schemeClr val="dk1"/>
              </a:buClr>
              <a:buSzPct val="100000"/>
              <a:buNone/>
            </a:pPr>
            <a:r>
              <a:rPr lang="es-MX"/>
              <a:t>        int 21h</a:t>
            </a:r>
            <a:endParaRPr/>
          </a:p>
          <a:p>
            <a:pPr indent="0" lvl="0" marL="0" rtl="0" algn="l">
              <a:lnSpc>
                <a:spcPct val="100000"/>
              </a:lnSpc>
              <a:spcBef>
                <a:spcPts val="160"/>
              </a:spcBef>
              <a:spcAft>
                <a:spcPts val="0"/>
              </a:spcAft>
              <a:buClr>
                <a:schemeClr val="dk1"/>
              </a:buClr>
              <a:buSzPct val="100000"/>
              <a:buNone/>
            </a:pPr>
            <a:r>
              <a:rPr lang="es-MX"/>
              <a:t>        </a:t>
            </a:r>
            <a:endParaRPr/>
          </a:p>
          <a:p>
            <a:pPr indent="0" lvl="0" marL="0" rtl="0" algn="l">
              <a:lnSpc>
                <a:spcPct val="100000"/>
              </a:lnSpc>
              <a:spcBef>
                <a:spcPts val="160"/>
              </a:spcBef>
              <a:spcAft>
                <a:spcPts val="0"/>
              </a:spcAft>
              <a:buClr>
                <a:schemeClr val="dk1"/>
              </a:buClr>
              <a:buSzPct val="100000"/>
              <a:buNone/>
            </a:pPr>
            <a:r>
              <a:rPr lang="es-MX"/>
              <a:t>        mov al,n</a:t>
            </a:r>
            <a:endParaRPr/>
          </a:p>
          <a:p>
            <a:pPr indent="0" lvl="0" marL="0" rtl="0" algn="l">
              <a:lnSpc>
                <a:spcPct val="100000"/>
              </a:lnSpc>
              <a:spcBef>
                <a:spcPts val="160"/>
              </a:spcBef>
              <a:spcAft>
                <a:spcPts val="0"/>
              </a:spcAft>
              <a:buClr>
                <a:schemeClr val="dk1"/>
              </a:buClr>
              <a:buSzPct val="100000"/>
              <a:buNone/>
            </a:pPr>
            <a:r>
              <a:rPr lang="es-MX"/>
              <a:t>        AAM</a:t>
            </a:r>
            <a:endParaRPr/>
          </a:p>
          <a:p>
            <a:pPr indent="0" lvl="0" marL="0" rtl="0" algn="l">
              <a:lnSpc>
                <a:spcPct val="100000"/>
              </a:lnSpc>
              <a:spcBef>
                <a:spcPts val="160"/>
              </a:spcBef>
              <a:spcAft>
                <a:spcPts val="0"/>
              </a:spcAft>
              <a:buClr>
                <a:schemeClr val="dk1"/>
              </a:buClr>
              <a:buSzPct val="100000"/>
              <a:buNone/>
            </a:pPr>
            <a:r>
              <a:rPr lang="es-MX"/>
              <a:t>        mov bx,ax</a:t>
            </a:r>
            <a:endParaRPr/>
          </a:p>
          <a:p>
            <a:pPr indent="0" lvl="0" marL="0" rtl="0" algn="l">
              <a:lnSpc>
                <a:spcPct val="100000"/>
              </a:lnSpc>
              <a:spcBef>
                <a:spcPts val="160"/>
              </a:spcBef>
              <a:spcAft>
                <a:spcPts val="0"/>
              </a:spcAft>
              <a:buClr>
                <a:schemeClr val="dk1"/>
              </a:buClr>
              <a:buSzPct val="100000"/>
              <a:buNone/>
            </a:pPr>
            <a:r>
              <a:rPr lang="es-MX"/>
              <a:t>        mov ah,02h</a:t>
            </a:r>
            <a:endParaRPr/>
          </a:p>
          <a:p>
            <a:pPr indent="0" lvl="0" marL="0" rtl="0" algn="l">
              <a:lnSpc>
                <a:spcPct val="100000"/>
              </a:lnSpc>
              <a:spcBef>
                <a:spcPts val="160"/>
              </a:spcBef>
              <a:spcAft>
                <a:spcPts val="0"/>
              </a:spcAft>
              <a:buClr>
                <a:schemeClr val="dk1"/>
              </a:buClr>
              <a:buSzPct val="100000"/>
              <a:buNone/>
            </a:pPr>
            <a:r>
              <a:rPr lang="es-MX"/>
              <a:t>        mov dl,bh</a:t>
            </a:r>
            <a:endParaRPr/>
          </a:p>
          <a:p>
            <a:pPr indent="0" lvl="0" marL="0" rtl="0" algn="l">
              <a:lnSpc>
                <a:spcPct val="100000"/>
              </a:lnSpc>
              <a:spcBef>
                <a:spcPts val="160"/>
              </a:spcBef>
              <a:spcAft>
                <a:spcPts val="0"/>
              </a:spcAft>
              <a:buClr>
                <a:schemeClr val="dk1"/>
              </a:buClr>
              <a:buSzPct val="100000"/>
              <a:buNone/>
            </a:pPr>
            <a:r>
              <a:rPr lang="es-MX"/>
              <a:t>        add dl,30h       </a:t>
            </a:r>
            <a:endParaRPr/>
          </a:p>
          <a:p>
            <a:pPr indent="0" lvl="0" marL="0" rtl="0" algn="l">
              <a:lnSpc>
                <a:spcPct val="100000"/>
              </a:lnSpc>
              <a:spcBef>
                <a:spcPts val="160"/>
              </a:spcBef>
              <a:spcAft>
                <a:spcPts val="0"/>
              </a:spcAft>
              <a:buClr>
                <a:schemeClr val="dk1"/>
              </a:buClr>
              <a:buSzPct val="100000"/>
              <a:buNone/>
            </a:pPr>
            <a:r>
              <a:rPr lang="es-MX"/>
              <a:t>        int 21h          ; imprime decena</a:t>
            </a:r>
            <a:endParaRPr/>
          </a:p>
          <a:p>
            <a:pPr indent="0" lvl="0" marL="0" rtl="0" algn="l">
              <a:lnSpc>
                <a:spcPct val="100000"/>
              </a:lnSpc>
              <a:spcBef>
                <a:spcPts val="160"/>
              </a:spcBef>
              <a:spcAft>
                <a:spcPts val="0"/>
              </a:spcAft>
              <a:buClr>
                <a:schemeClr val="dk1"/>
              </a:buClr>
              <a:buSzPct val="100000"/>
              <a:buNone/>
            </a:pPr>
            <a:r>
              <a:rPr lang="es-MX"/>
              <a:t>        </a:t>
            </a:r>
            <a:endParaRPr/>
          </a:p>
          <a:p>
            <a:pPr indent="0" lvl="0" marL="0" rtl="0" algn="l">
              <a:lnSpc>
                <a:spcPct val="100000"/>
              </a:lnSpc>
              <a:spcBef>
                <a:spcPts val="160"/>
              </a:spcBef>
              <a:spcAft>
                <a:spcPts val="0"/>
              </a:spcAft>
              <a:buClr>
                <a:schemeClr val="dk1"/>
              </a:buClr>
              <a:buSzPct val="100000"/>
              <a:buNone/>
            </a:pPr>
            <a:r>
              <a:rPr lang="es-MX"/>
              <a:t>        mov ah,02h</a:t>
            </a:r>
            <a:endParaRPr/>
          </a:p>
          <a:p>
            <a:pPr indent="0" lvl="0" marL="0" rtl="0" algn="l">
              <a:lnSpc>
                <a:spcPct val="100000"/>
              </a:lnSpc>
              <a:spcBef>
                <a:spcPts val="160"/>
              </a:spcBef>
              <a:spcAft>
                <a:spcPts val="0"/>
              </a:spcAft>
              <a:buClr>
                <a:schemeClr val="dk1"/>
              </a:buClr>
              <a:buSzPct val="100000"/>
              <a:buNone/>
            </a:pPr>
            <a:r>
              <a:rPr lang="es-MX"/>
              <a:t>        mov dl,bl</a:t>
            </a:r>
            <a:endParaRPr/>
          </a:p>
          <a:p>
            <a:pPr indent="0" lvl="0" marL="0" rtl="0" algn="l">
              <a:lnSpc>
                <a:spcPct val="100000"/>
              </a:lnSpc>
              <a:spcBef>
                <a:spcPts val="160"/>
              </a:spcBef>
              <a:spcAft>
                <a:spcPts val="0"/>
              </a:spcAft>
              <a:buClr>
                <a:schemeClr val="dk1"/>
              </a:buClr>
              <a:buSzPct val="100000"/>
              <a:buNone/>
            </a:pPr>
            <a:r>
              <a:rPr lang="es-MX"/>
              <a:t>        add dl,30h</a:t>
            </a:r>
            <a:endParaRPr/>
          </a:p>
          <a:p>
            <a:pPr indent="0" lvl="0" marL="0" rtl="0" algn="l">
              <a:lnSpc>
                <a:spcPct val="100000"/>
              </a:lnSpc>
              <a:spcBef>
                <a:spcPts val="160"/>
              </a:spcBef>
              <a:spcAft>
                <a:spcPts val="0"/>
              </a:spcAft>
              <a:buClr>
                <a:schemeClr val="dk1"/>
              </a:buClr>
              <a:buSzPct val="100000"/>
              <a:buNone/>
            </a:pPr>
            <a:r>
              <a:rPr lang="es-MX"/>
              <a:t>        int 21h          ; imprime unidad</a:t>
            </a:r>
            <a:endParaRPr/>
          </a:p>
          <a:p>
            <a:pPr indent="0" lvl="0" marL="0" rtl="0" algn="l">
              <a:lnSpc>
                <a:spcPct val="100000"/>
              </a:lnSpc>
              <a:spcBef>
                <a:spcPts val="160"/>
              </a:spcBef>
              <a:spcAft>
                <a:spcPts val="0"/>
              </a:spcAft>
              <a:buClr>
                <a:schemeClr val="dk1"/>
              </a:buClr>
              <a:buSzPct val="100000"/>
              <a:buNone/>
            </a:pPr>
            <a:r>
              <a:rPr lang="es-MX"/>
              <a:t>        </a:t>
            </a:r>
            <a:endParaRPr/>
          </a:p>
          <a:p>
            <a:pPr indent="0" lvl="0" marL="0" rtl="0" algn="l">
              <a:lnSpc>
                <a:spcPct val="100000"/>
              </a:lnSpc>
              <a:spcBef>
                <a:spcPts val="160"/>
              </a:spcBef>
              <a:spcAft>
                <a:spcPts val="0"/>
              </a:spcAft>
              <a:buClr>
                <a:schemeClr val="dk1"/>
              </a:buClr>
              <a:buSzPct val="100000"/>
              <a:buNone/>
            </a:pPr>
            <a:r>
              <a:rPr lang="es-MX"/>
              <a:t>        end</a:t>
            </a:r>
            <a:endParaRPr/>
          </a:p>
        </p:txBody>
      </p:sp>
      <p:sp>
        <p:nvSpPr>
          <p:cNvPr id="1009" name="Google Shape;1009;p1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010" name="Google Shape;1010;p1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1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Directivas en mensajes</a:t>
            </a:r>
            <a:endParaRPr/>
          </a:p>
        </p:txBody>
      </p:sp>
      <p:sp>
        <p:nvSpPr>
          <p:cNvPr id="1016" name="Google Shape;1016;p1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rgbClr val="000000"/>
              </a:buClr>
              <a:buSzPct val="100000"/>
              <a:buNone/>
            </a:pPr>
            <a:r>
              <a:rPr b="1" i="0" lang="es-MX">
                <a:solidFill>
                  <a:srgbClr val="000000"/>
                </a:solidFill>
                <a:latin typeface="Trebuchet MS"/>
                <a:ea typeface="Trebuchet MS"/>
                <a:cs typeface="Trebuchet MS"/>
                <a:sym typeface="Trebuchet MS"/>
              </a:rPr>
              <a:t>name "hola a todos"                 ;Esta linea es solo para ponerle un nombre al programa</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org 100h                            ; El vector de interrupciones se dirige a la direccion 100h</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jmp inicio                          ; salta a la etiqueta inicio</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dato db "Hola, Mundo!",0Dh,0Ah,24h  ; 0Dh,0Ah,24h --&gt; equivale a '\n' en C++</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msg2 db "Hola, mundo!",0Ah,24h      ; 0Ah hace el salto</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msg3 db "Alo mondo!",0Ah,24h        ; 0Dh hace retorna al inicio del renglon</a:t>
            </a:r>
            <a:endParaRPr b="1" i="0">
              <a:solidFill>
                <a:srgbClr val="000000"/>
              </a:solidFill>
              <a:latin typeface="Trebuchet MS"/>
              <a:ea typeface="Trebuchet MS"/>
              <a:cs typeface="Trebuchet MS"/>
              <a:sym typeface="Trebuchet MS"/>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msg4 db "Ojos pispiretos!",0Ah,24h  ; db es el tipo byte para declarar palabras.</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inicio: lea dx, dato                       ; lee el contenido de la variable dato en el registro dx.</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mov ah, 09h                         ; para imprimir el valor, ah debe contener el 9.</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int 21h                             ; hazlo! Lo muestra en el puerto de video</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lea dx, msg2                        ; lee el contenido de la variable msg2 en el registro dx.</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mov ah, 09h</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int 21h</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mov dx, offset msg3</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mov ah, 09h</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int 21h</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lea dx, msg4                        ; lee el contenido de la variable msg4 en el registro dx.</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mov ah, 09h</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int 21h</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mov ah, 0</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int 16h                             ;esperando presionar cualquier tecla equivale a getch()</a:t>
            </a:r>
            <a:endParaRPr/>
          </a:p>
          <a:p>
            <a:pPr indent="0" lvl="0" marL="0" rtl="0" algn="l">
              <a:lnSpc>
                <a:spcPct val="100000"/>
              </a:lnSpc>
              <a:spcBef>
                <a:spcPts val="256"/>
              </a:spcBef>
              <a:spcAft>
                <a:spcPts val="0"/>
              </a:spcAft>
              <a:buClr>
                <a:srgbClr val="000000"/>
              </a:buClr>
              <a:buSzPct val="100000"/>
              <a:buNone/>
            </a:pPr>
            <a:r>
              <a:rPr b="1" i="0" lang="es-MX">
                <a:solidFill>
                  <a:srgbClr val="000000"/>
                </a:solidFill>
                <a:latin typeface="Trebuchet MS"/>
                <a:ea typeface="Trebuchet MS"/>
                <a:cs typeface="Trebuchet MS"/>
                <a:sym typeface="Trebuchet MS"/>
              </a:rPr>
              <a:t>        ret                                 ; retorna el control al sistema operativo.</a:t>
            </a:r>
            <a:endParaRPr/>
          </a:p>
        </p:txBody>
      </p:sp>
      <p:sp>
        <p:nvSpPr>
          <p:cNvPr id="1017" name="Google Shape;1017;p1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018" name="Google Shape;1018;p1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1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024" name="Google Shape;1024;p1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333333"/>
              </a:buClr>
              <a:buSzPts val="2300"/>
              <a:buChar char="•"/>
            </a:pPr>
            <a:r>
              <a:rPr b="0" i="0" lang="es-MX" sz="2300">
                <a:solidFill>
                  <a:srgbClr val="333333"/>
                </a:solidFill>
                <a:latin typeface="Arial"/>
                <a:ea typeface="Arial"/>
                <a:cs typeface="Arial"/>
                <a:sym typeface="Arial"/>
              </a:rPr>
              <a:t>código ascii 08 = </a:t>
            </a:r>
            <a:r>
              <a:rPr b="1" i="0" lang="es-MX" sz="2300">
                <a:solidFill>
                  <a:srgbClr val="333333"/>
                </a:solidFill>
                <a:latin typeface="Arial"/>
                <a:ea typeface="Arial"/>
                <a:cs typeface="Arial"/>
                <a:sym typeface="Arial"/>
              </a:rPr>
              <a:t>BS</a:t>
            </a:r>
            <a:r>
              <a:rPr b="0" i="0" lang="es-MX" sz="2300">
                <a:solidFill>
                  <a:srgbClr val="333333"/>
                </a:solidFill>
                <a:latin typeface="Arial"/>
                <a:ea typeface="Arial"/>
                <a:cs typeface="Arial"/>
                <a:sym typeface="Arial"/>
              </a:rPr>
              <a:t> ( Retroceso )</a:t>
            </a:r>
            <a:endParaRPr/>
          </a:p>
          <a:p>
            <a:pPr indent="-342900" lvl="0" marL="342900" rtl="0" algn="l">
              <a:lnSpc>
                <a:spcPct val="100000"/>
              </a:lnSpc>
              <a:spcBef>
                <a:spcPts val="460"/>
              </a:spcBef>
              <a:spcAft>
                <a:spcPts val="0"/>
              </a:spcAft>
              <a:buClr>
                <a:srgbClr val="333333"/>
              </a:buClr>
              <a:buSzPts val="2300"/>
              <a:buChar char="•"/>
            </a:pPr>
            <a:r>
              <a:rPr b="0" i="0" lang="es-MX" sz="2300">
                <a:solidFill>
                  <a:srgbClr val="333333"/>
                </a:solidFill>
                <a:latin typeface="Arial"/>
                <a:ea typeface="Arial"/>
                <a:cs typeface="Arial"/>
                <a:sym typeface="Arial"/>
              </a:rPr>
              <a:t>código ascii 09 = </a:t>
            </a:r>
            <a:r>
              <a:rPr b="1" i="0" lang="es-MX" sz="2300">
                <a:solidFill>
                  <a:srgbClr val="333333"/>
                </a:solidFill>
                <a:latin typeface="Arial"/>
                <a:ea typeface="Arial"/>
                <a:cs typeface="Arial"/>
                <a:sym typeface="Arial"/>
              </a:rPr>
              <a:t>HT</a:t>
            </a:r>
            <a:r>
              <a:rPr b="0" i="0" lang="es-MX" sz="2300">
                <a:solidFill>
                  <a:srgbClr val="333333"/>
                </a:solidFill>
                <a:latin typeface="Arial"/>
                <a:ea typeface="Arial"/>
                <a:cs typeface="Arial"/>
                <a:sym typeface="Arial"/>
              </a:rPr>
              <a:t> ( Tabulador horizontal )</a:t>
            </a:r>
            <a:endParaRPr/>
          </a:p>
          <a:p>
            <a:pPr indent="-342900" lvl="0" marL="342900" rtl="0" algn="l">
              <a:lnSpc>
                <a:spcPct val="100000"/>
              </a:lnSpc>
              <a:spcBef>
                <a:spcPts val="460"/>
              </a:spcBef>
              <a:spcAft>
                <a:spcPts val="0"/>
              </a:spcAft>
              <a:buClr>
                <a:srgbClr val="333333"/>
              </a:buClr>
              <a:buSzPts val="2300"/>
              <a:buChar char="•"/>
            </a:pPr>
            <a:r>
              <a:rPr b="0" i="0" lang="es-MX" sz="2300">
                <a:solidFill>
                  <a:srgbClr val="333333"/>
                </a:solidFill>
                <a:latin typeface="Arial"/>
                <a:ea typeface="Arial"/>
                <a:cs typeface="Arial"/>
                <a:sym typeface="Arial"/>
              </a:rPr>
              <a:t>código ascii 10 = </a:t>
            </a:r>
            <a:r>
              <a:rPr b="1" i="0" lang="es-MX" sz="2300">
                <a:solidFill>
                  <a:srgbClr val="333333"/>
                </a:solidFill>
                <a:latin typeface="Arial"/>
                <a:ea typeface="Arial"/>
                <a:cs typeface="Arial"/>
                <a:sym typeface="Arial"/>
              </a:rPr>
              <a:t>LF</a:t>
            </a:r>
            <a:r>
              <a:rPr b="0" i="0" lang="es-MX" sz="2300">
                <a:solidFill>
                  <a:srgbClr val="333333"/>
                </a:solidFill>
                <a:latin typeface="Arial"/>
                <a:ea typeface="Arial"/>
                <a:cs typeface="Arial"/>
                <a:sym typeface="Arial"/>
              </a:rPr>
              <a:t> ( Nueva línea - salto de línea )</a:t>
            </a:r>
            <a:endParaRPr/>
          </a:p>
          <a:p>
            <a:pPr indent="-342900" lvl="0" marL="342900" rtl="0" algn="l">
              <a:lnSpc>
                <a:spcPct val="100000"/>
              </a:lnSpc>
              <a:spcBef>
                <a:spcPts val="460"/>
              </a:spcBef>
              <a:spcAft>
                <a:spcPts val="0"/>
              </a:spcAft>
              <a:buClr>
                <a:srgbClr val="333333"/>
              </a:buClr>
              <a:buSzPts val="2300"/>
              <a:buChar char="•"/>
            </a:pPr>
            <a:r>
              <a:rPr b="0" i="0" lang="es-MX" sz="2300">
                <a:solidFill>
                  <a:srgbClr val="333333"/>
                </a:solidFill>
                <a:latin typeface="Arial"/>
                <a:ea typeface="Arial"/>
                <a:cs typeface="Arial"/>
                <a:sym typeface="Arial"/>
              </a:rPr>
              <a:t>código ascii 11 = </a:t>
            </a:r>
            <a:r>
              <a:rPr b="1" i="0" lang="es-MX" sz="2300">
                <a:solidFill>
                  <a:srgbClr val="333333"/>
                </a:solidFill>
                <a:latin typeface="Arial"/>
                <a:ea typeface="Arial"/>
                <a:cs typeface="Arial"/>
                <a:sym typeface="Arial"/>
              </a:rPr>
              <a:t>VT</a:t>
            </a:r>
            <a:r>
              <a:rPr b="0" i="0" lang="es-MX" sz="2300">
                <a:solidFill>
                  <a:srgbClr val="333333"/>
                </a:solidFill>
                <a:latin typeface="Arial"/>
                <a:ea typeface="Arial"/>
                <a:cs typeface="Arial"/>
                <a:sym typeface="Arial"/>
              </a:rPr>
              <a:t> ( Tabulador vertical )</a:t>
            </a:r>
            <a:endParaRPr/>
          </a:p>
          <a:p>
            <a:pPr indent="-342900" lvl="0" marL="342900" rtl="0" algn="l">
              <a:lnSpc>
                <a:spcPct val="100000"/>
              </a:lnSpc>
              <a:spcBef>
                <a:spcPts val="460"/>
              </a:spcBef>
              <a:spcAft>
                <a:spcPts val="0"/>
              </a:spcAft>
              <a:buClr>
                <a:srgbClr val="333333"/>
              </a:buClr>
              <a:buSzPts val="2300"/>
              <a:buChar char="•"/>
            </a:pPr>
            <a:r>
              <a:rPr b="0" i="0" lang="es-MX" sz="2300">
                <a:solidFill>
                  <a:srgbClr val="333333"/>
                </a:solidFill>
                <a:latin typeface="Arial"/>
                <a:ea typeface="Arial"/>
                <a:cs typeface="Arial"/>
                <a:sym typeface="Arial"/>
              </a:rPr>
              <a:t>código ascii 12 = </a:t>
            </a:r>
            <a:r>
              <a:rPr b="1" i="0" lang="es-MX" sz="2300">
                <a:solidFill>
                  <a:srgbClr val="333333"/>
                </a:solidFill>
                <a:latin typeface="Arial"/>
                <a:ea typeface="Arial"/>
                <a:cs typeface="Arial"/>
                <a:sym typeface="Arial"/>
              </a:rPr>
              <a:t>FF</a:t>
            </a:r>
            <a:r>
              <a:rPr b="0" i="0" lang="es-MX" sz="2300">
                <a:solidFill>
                  <a:srgbClr val="333333"/>
                </a:solidFill>
                <a:latin typeface="Arial"/>
                <a:ea typeface="Arial"/>
                <a:cs typeface="Arial"/>
                <a:sym typeface="Arial"/>
              </a:rPr>
              <a:t> ( Nueva página - salto de página )</a:t>
            </a:r>
            <a:endParaRPr/>
          </a:p>
          <a:p>
            <a:pPr indent="-342900" lvl="0" marL="342900" rtl="0" algn="l">
              <a:lnSpc>
                <a:spcPct val="100000"/>
              </a:lnSpc>
              <a:spcBef>
                <a:spcPts val="460"/>
              </a:spcBef>
              <a:spcAft>
                <a:spcPts val="0"/>
              </a:spcAft>
              <a:buClr>
                <a:srgbClr val="333333"/>
              </a:buClr>
              <a:buSzPts val="2300"/>
              <a:buChar char="•"/>
            </a:pPr>
            <a:r>
              <a:rPr b="1" i="0" lang="es-MX" sz="2300">
                <a:solidFill>
                  <a:srgbClr val="333333"/>
                </a:solidFill>
                <a:latin typeface="Arial"/>
                <a:ea typeface="Arial"/>
                <a:cs typeface="Arial"/>
                <a:sym typeface="Arial"/>
              </a:rPr>
              <a:t>código ascii 13 = CR ( ENTER - retorno de carro )</a:t>
            </a:r>
            <a:endParaRPr/>
          </a:p>
          <a:p>
            <a:pPr indent="-196850" lvl="0" marL="342900" rtl="0" algn="l">
              <a:lnSpc>
                <a:spcPct val="100000"/>
              </a:lnSpc>
              <a:spcBef>
                <a:spcPts val="460"/>
              </a:spcBef>
              <a:spcAft>
                <a:spcPts val="0"/>
              </a:spcAft>
              <a:buClr>
                <a:schemeClr val="dk1"/>
              </a:buClr>
              <a:buSzPts val="2300"/>
              <a:buNone/>
            </a:pPr>
            <a:r>
              <a:t/>
            </a:r>
            <a:endParaRPr b="1" sz="2300">
              <a:solidFill>
                <a:srgbClr val="333333"/>
              </a:solidFill>
              <a:latin typeface="Arial"/>
              <a:ea typeface="Arial"/>
              <a:cs typeface="Arial"/>
              <a:sym typeface="Arial"/>
            </a:endParaRPr>
          </a:p>
          <a:p>
            <a:pPr indent="-196850" lvl="0" marL="342900" rtl="0" algn="l">
              <a:lnSpc>
                <a:spcPct val="100000"/>
              </a:lnSpc>
              <a:spcBef>
                <a:spcPts val="460"/>
              </a:spcBef>
              <a:spcAft>
                <a:spcPts val="0"/>
              </a:spcAft>
              <a:buClr>
                <a:schemeClr val="dk1"/>
              </a:buClr>
              <a:buSzPts val="2300"/>
              <a:buNone/>
            </a:pPr>
            <a:r>
              <a:t/>
            </a:r>
            <a:endParaRPr b="1" sz="2300">
              <a:solidFill>
                <a:srgbClr val="333333"/>
              </a:solidFill>
              <a:latin typeface="Arial"/>
              <a:ea typeface="Arial"/>
              <a:cs typeface="Arial"/>
              <a:sym typeface="Arial"/>
            </a:endParaRPr>
          </a:p>
          <a:p>
            <a:pPr indent="-342900" lvl="0" marL="342900" rtl="0" algn="l">
              <a:lnSpc>
                <a:spcPct val="100000"/>
              </a:lnSpc>
              <a:spcBef>
                <a:spcPts val="460"/>
              </a:spcBef>
              <a:spcAft>
                <a:spcPts val="0"/>
              </a:spcAft>
              <a:buClr>
                <a:srgbClr val="333333"/>
              </a:buClr>
              <a:buSzPts val="2300"/>
              <a:buChar char="•"/>
            </a:pPr>
            <a:r>
              <a:rPr b="1" lang="es-MX" sz="2300">
                <a:solidFill>
                  <a:srgbClr val="333333"/>
                </a:solidFill>
                <a:latin typeface="Arial"/>
                <a:ea typeface="Arial"/>
                <a:cs typeface="Arial"/>
                <a:sym typeface="Arial"/>
              </a:rPr>
              <a:t>Ver: </a:t>
            </a:r>
            <a:r>
              <a:rPr b="1" lang="es-MX" sz="2300" u="sng">
                <a:solidFill>
                  <a:schemeClr val="hlink"/>
                </a:solidFill>
                <a:latin typeface="Arial"/>
                <a:ea typeface="Arial"/>
                <a:cs typeface="Arial"/>
                <a:sym typeface="Arial"/>
                <a:hlinkClick r:id="rId3"/>
              </a:rPr>
              <a:t>https://elcodigoascii.com.ar/caracteres-ascii-control/enter-retorno-carro-codigo-ascii-13.html</a:t>
            </a:r>
            <a:endParaRPr b="1" sz="2300">
              <a:solidFill>
                <a:srgbClr val="333333"/>
              </a:solidFill>
              <a:latin typeface="Arial"/>
              <a:ea typeface="Arial"/>
              <a:cs typeface="Arial"/>
              <a:sym typeface="Arial"/>
            </a:endParaRPr>
          </a:p>
          <a:p>
            <a:pPr indent="-196850" lvl="0" marL="342900" rtl="0" algn="l">
              <a:lnSpc>
                <a:spcPct val="100000"/>
              </a:lnSpc>
              <a:spcBef>
                <a:spcPts val="460"/>
              </a:spcBef>
              <a:spcAft>
                <a:spcPts val="0"/>
              </a:spcAft>
              <a:buClr>
                <a:schemeClr val="dk1"/>
              </a:buClr>
              <a:buSzPts val="2300"/>
              <a:buNone/>
            </a:pPr>
            <a:r>
              <a:t/>
            </a:r>
            <a:endParaRPr sz="2300"/>
          </a:p>
        </p:txBody>
      </p:sp>
      <p:sp>
        <p:nvSpPr>
          <p:cNvPr id="1025" name="Google Shape;1025;p1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026" name="Google Shape;1026;p1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129"/>
          <p:cNvSpPr txBox="1"/>
          <p:nvPr>
            <p:ph idx="1" type="body"/>
          </p:nvPr>
        </p:nvSpPr>
        <p:spPr>
          <a:xfrm>
            <a:off x="457200" y="404664"/>
            <a:ext cx="8229600" cy="5721499"/>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208"/>
              </a:spcBef>
              <a:spcAft>
                <a:spcPts val="0"/>
              </a:spcAft>
              <a:buClr>
                <a:schemeClr val="dk1"/>
              </a:buClr>
              <a:buSzPct val="100000"/>
              <a:buNone/>
            </a:pPr>
            <a:r>
              <a:rPr lang="es-MX"/>
              <a:t>        jmp inicio  </a:t>
            </a:r>
            <a:endParaRPr/>
          </a:p>
          <a:p>
            <a:pPr indent="0" lvl="0" marL="0" rtl="0" algn="l">
              <a:lnSpc>
                <a:spcPct val="100000"/>
              </a:lnSpc>
              <a:spcBef>
                <a:spcPts val="208"/>
              </a:spcBef>
              <a:spcAft>
                <a:spcPts val="0"/>
              </a:spcAft>
              <a:buClr>
                <a:schemeClr val="dk1"/>
              </a:buClr>
              <a:buSzPct val="100000"/>
              <a:buNone/>
            </a:pPr>
            <a:r>
              <a:rPr lang="es-MX"/>
              <a:t>        msg1 DB 13,10,13,10,"Hola alumnos 1",10,13,'$'  </a:t>
            </a:r>
            <a:endParaRPr/>
          </a:p>
          <a:p>
            <a:pPr indent="0" lvl="0" marL="0" rtl="0" algn="l">
              <a:lnSpc>
                <a:spcPct val="100000"/>
              </a:lnSpc>
              <a:spcBef>
                <a:spcPts val="208"/>
              </a:spcBef>
              <a:spcAft>
                <a:spcPts val="0"/>
              </a:spcAft>
              <a:buClr>
                <a:schemeClr val="dk1"/>
              </a:buClr>
              <a:buSzPct val="100000"/>
              <a:buNone/>
            </a:pPr>
            <a:r>
              <a:rPr lang="es-MX"/>
              <a:t>        msg2 DB 13,10,13,10,09,"Hola alumnos 2",10,13,'$'</a:t>
            </a:r>
            <a:endParaRPr/>
          </a:p>
          <a:p>
            <a:pPr indent="0" lvl="0" marL="0" rtl="0" algn="l">
              <a:lnSpc>
                <a:spcPct val="100000"/>
              </a:lnSpc>
              <a:spcBef>
                <a:spcPts val="208"/>
              </a:spcBef>
              <a:spcAft>
                <a:spcPts val="0"/>
              </a:spcAft>
              <a:buClr>
                <a:schemeClr val="dk1"/>
              </a:buClr>
              <a:buSzPct val="100000"/>
              <a:buNone/>
            </a:pPr>
            <a:r>
              <a:rPr lang="es-MX"/>
              <a:t>        msg3 DB 13,10,13,10,"Hola alumnos 3",10,13,'$'</a:t>
            </a:r>
            <a:endParaRPr/>
          </a:p>
          <a:p>
            <a:pPr indent="0" lvl="0" marL="0" rtl="0" algn="l">
              <a:lnSpc>
                <a:spcPct val="100000"/>
              </a:lnSpc>
              <a:spcBef>
                <a:spcPts val="208"/>
              </a:spcBef>
              <a:spcAft>
                <a:spcPts val="0"/>
              </a:spcAft>
              <a:buClr>
                <a:schemeClr val="dk1"/>
              </a:buClr>
              <a:buSzPct val="100000"/>
              <a:buNone/>
            </a:pPr>
            <a:r>
              <a:rPr lang="es-MX"/>
              <a:t>        msg4 DB 13,10,13,10,"Hola alumnos 4",10,13,'$'</a:t>
            </a:r>
            <a:endParaRPr/>
          </a:p>
          <a:p>
            <a:pPr indent="0" lvl="0" marL="0" rtl="0" algn="l">
              <a:lnSpc>
                <a:spcPct val="100000"/>
              </a:lnSpc>
              <a:spcBef>
                <a:spcPts val="208"/>
              </a:spcBef>
              <a:spcAft>
                <a:spcPts val="0"/>
              </a:spcAft>
              <a:buClr>
                <a:schemeClr val="dk1"/>
              </a:buClr>
              <a:buSzPct val="100000"/>
              <a:buNone/>
            </a:pPr>
            <a:r>
              <a:rPr lang="es-MX"/>
              <a:t>        msg5 DB 13,10,13,10,"Hola alumnos 5",10,13,'$'</a:t>
            </a:r>
            <a:endParaRPr/>
          </a:p>
          <a:p>
            <a:pPr indent="0" lvl="0" marL="0" rtl="0" algn="l">
              <a:lnSpc>
                <a:spcPct val="100000"/>
              </a:lnSpc>
              <a:spcBef>
                <a:spcPts val="208"/>
              </a:spcBef>
              <a:spcAft>
                <a:spcPts val="0"/>
              </a:spcAft>
              <a:buClr>
                <a:schemeClr val="dk1"/>
              </a:buClr>
              <a:buSzPct val="100000"/>
              <a:buNone/>
            </a:pPr>
            <a:r>
              <a:rPr lang="es-MX"/>
              <a:t>        msg6 DB 13,10,13,10,"Hola alumnos 6",10,13,'$'        </a:t>
            </a:r>
            <a:endParaRPr/>
          </a:p>
          <a:p>
            <a:pPr indent="0" lvl="0" marL="0" rtl="0" algn="l">
              <a:lnSpc>
                <a:spcPct val="100000"/>
              </a:lnSpc>
              <a:spcBef>
                <a:spcPts val="208"/>
              </a:spcBef>
              <a:spcAft>
                <a:spcPts val="0"/>
              </a:spcAft>
              <a:buClr>
                <a:schemeClr val="dk1"/>
              </a:buClr>
              <a:buSzPct val="100000"/>
              <a:buNone/>
            </a:pPr>
            <a:r>
              <a:t/>
            </a:r>
            <a:endParaRPr/>
          </a:p>
          <a:p>
            <a:pPr indent="0" lvl="0" marL="0" rtl="0" algn="l">
              <a:lnSpc>
                <a:spcPct val="100000"/>
              </a:lnSpc>
              <a:spcBef>
                <a:spcPts val="208"/>
              </a:spcBef>
              <a:spcAft>
                <a:spcPts val="0"/>
              </a:spcAft>
              <a:buClr>
                <a:schemeClr val="dk1"/>
              </a:buClr>
              <a:buSzPct val="100000"/>
              <a:buNone/>
            </a:pPr>
            <a:r>
              <a:rPr lang="es-MX"/>
              <a:t>inicio: mov ah,09h</a:t>
            </a:r>
            <a:endParaRPr/>
          </a:p>
          <a:p>
            <a:pPr indent="0" lvl="0" marL="0" rtl="0" algn="l">
              <a:lnSpc>
                <a:spcPct val="100000"/>
              </a:lnSpc>
              <a:spcBef>
                <a:spcPts val="208"/>
              </a:spcBef>
              <a:spcAft>
                <a:spcPts val="0"/>
              </a:spcAft>
              <a:buClr>
                <a:schemeClr val="dk1"/>
              </a:buClr>
              <a:buSzPct val="100000"/>
              <a:buNone/>
            </a:pPr>
            <a:r>
              <a:rPr lang="es-MX"/>
              <a:t>        lea dx,msg1</a:t>
            </a:r>
            <a:endParaRPr/>
          </a:p>
          <a:p>
            <a:pPr indent="0" lvl="0" marL="0" rtl="0" algn="l">
              <a:lnSpc>
                <a:spcPct val="100000"/>
              </a:lnSpc>
              <a:spcBef>
                <a:spcPts val="208"/>
              </a:spcBef>
              <a:spcAft>
                <a:spcPts val="0"/>
              </a:spcAft>
              <a:buClr>
                <a:schemeClr val="dk1"/>
              </a:buClr>
              <a:buSzPct val="100000"/>
              <a:buNone/>
            </a:pPr>
            <a:r>
              <a:rPr lang="es-MX"/>
              <a:t>        int 21h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mov ah,09h</a:t>
            </a:r>
            <a:endParaRPr/>
          </a:p>
          <a:p>
            <a:pPr indent="0" lvl="0" marL="0" rtl="0" algn="l">
              <a:lnSpc>
                <a:spcPct val="100000"/>
              </a:lnSpc>
              <a:spcBef>
                <a:spcPts val="208"/>
              </a:spcBef>
              <a:spcAft>
                <a:spcPts val="0"/>
              </a:spcAft>
              <a:buClr>
                <a:schemeClr val="dk1"/>
              </a:buClr>
              <a:buSzPct val="100000"/>
              <a:buNone/>
            </a:pPr>
            <a:r>
              <a:rPr lang="es-MX"/>
              <a:t>        lea dx,msg2</a:t>
            </a:r>
            <a:endParaRPr/>
          </a:p>
          <a:p>
            <a:pPr indent="0" lvl="0" marL="0" rtl="0" algn="l">
              <a:lnSpc>
                <a:spcPct val="100000"/>
              </a:lnSpc>
              <a:spcBef>
                <a:spcPts val="208"/>
              </a:spcBef>
              <a:spcAft>
                <a:spcPts val="0"/>
              </a:spcAft>
              <a:buClr>
                <a:schemeClr val="dk1"/>
              </a:buClr>
              <a:buSzPct val="100000"/>
              <a:buNone/>
            </a:pPr>
            <a:r>
              <a:rPr lang="es-MX"/>
              <a:t>        int 21h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mov ah,09h</a:t>
            </a:r>
            <a:endParaRPr/>
          </a:p>
          <a:p>
            <a:pPr indent="0" lvl="0" marL="0" rtl="0" algn="l">
              <a:lnSpc>
                <a:spcPct val="100000"/>
              </a:lnSpc>
              <a:spcBef>
                <a:spcPts val="208"/>
              </a:spcBef>
              <a:spcAft>
                <a:spcPts val="0"/>
              </a:spcAft>
              <a:buClr>
                <a:schemeClr val="dk1"/>
              </a:buClr>
              <a:buSzPct val="100000"/>
              <a:buNone/>
            </a:pPr>
            <a:r>
              <a:rPr lang="es-MX"/>
              <a:t>        lea dx,msg3</a:t>
            </a:r>
            <a:endParaRPr/>
          </a:p>
          <a:p>
            <a:pPr indent="0" lvl="0" marL="0" rtl="0" algn="l">
              <a:lnSpc>
                <a:spcPct val="100000"/>
              </a:lnSpc>
              <a:spcBef>
                <a:spcPts val="208"/>
              </a:spcBef>
              <a:spcAft>
                <a:spcPts val="0"/>
              </a:spcAft>
              <a:buClr>
                <a:schemeClr val="dk1"/>
              </a:buClr>
              <a:buSzPct val="100000"/>
              <a:buNone/>
            </a:pPr>
            <a:r>
              <a:rPr lang="es-MX"/>
              <a:t>        int 21h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mov ah,09h</a:t>
            </a:r>
            <a:endParaRPr/>
          </a:p>
          <a:p>
            <a:pPr indent="0" lvl="0" marL="0" rtl="0" algn="l">
              <a:lnSpc>
                <a:spcPct val="100000"/>
              </a:lnSpc>
              <a:spcBef>
                <a:spcPts val="208"/>
              </a:spcBef>
              <a:spcAft>
                <a:spcPts val="0"/>
              </a:spcAft>
              <a:buClr>
                <a:schemeClr val="dk1"/>
              </a:buClr>
              <a:buSzPct val="100000"/>
              <a:buNone/>
            </a:pPr>
            <a:r>
              <a:rPr lang="es-MX"/>
              <a:t>        lea dx,msg4</a:t>
            </a:r>
            <a:endParaRPr/>
          </a:p>
          <a:p>
            <a:pPr indent="0" lvl="0" marL="0" rtl="0" algn="l">
              <a:lnSpc>
                <a:spcPct val="100000"/>
              </a:lnSpc>
              <a:spcBef>
                <a:spcPts val="208"/>
              </a:spcBef>
              <a:spcAft>
                <a:spcPts val="0"/>
              </a:spcAft>
              <a:buClr>
                <a:schemeClr val="dk1"/>
              </a:buClr>
              <a:buSzPct val="100000"/>
              <a:buNone/>
            </a:pPr>
            <a:r>
              <a:rPr lang="es-MX"/>
              <a:t>        int 21h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mov ah,09h</a:t>
            </a:r>
            <a:endParaRPr/>
          </a:p>
          <a:p>
            <a:pPr indent="0" lvl="0" marL="0" rtl="0" algn="l">
              <a:lnSpc>
                <a:spcPct val="100000"/>
              </a:lnSpc>
              <a:spcBef>
                <a:spcPts val="208"/>
              </a:spcBef>
              <a:spcAft>
                <a:spcPts val="0"/>
              </a:spcAft>
              <a:buClr>
                <a:schemeClr val="dk1"/>
              </a:buClr>
              <a:buSzPct val="100000"/>
              <a:buNone/>
            </a:pPr>
            <a:r>
              <a:rPr lang="es-MX"/>
              <a:t>        lea dx,msg5</a:t>
            </a:r>
            <a:endParaRPr/>
          </a:p>
          <a:p>
            <a:pPr indent="0" lvl="0" marL="0" rtl="0" algn="l">
              <a:lnSpc>
                <a:spcPct val="100000"/>
              </a:lnSpc>
              <a:spcBef>
                <a:spcPts val="208"/>
              </a:spcBef>
              <a:spcAft>
                <a:spcPts val="0"/>
              </a:spcAft>
              <a:buClr>
                <a:schemeClr val="dk1"/>
              </a:buClr>
              <a:buSzPct val="100000"/>
              <a:buNone/>
            </a:pPr>
            <a:r>
              <a:rPr lang="es-MX"/>
              <a:t>        int 21h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mov ah,09h</a:t>
            </a:r>
            <a:endParaRPr/>
          </a:p>
          <a:p>
            <a:pPr indent="0" lvl="0" marL="0" rtl="0" algn="l">
              <a:lnSpc>
                <a:spcPct val="100000"/>
              </a:lnSpc>
              <a:spcBef>
                <a:spcPts val="208"/>
              </a:spcBef>
              <a:spcAft>
                <a:spcPts val="0"/>
              </a:spcAft>
              <a:buClr>
                <a:schemeClr val="dk1"/>
              </a:buClr>
              <a:buSzPct val="100000"/>
              <a:buNone/>
            </a:pPr>
            <a:r>
              <a:rPr lang="es-MX"/>
              <a:t>        lea dx,msg6</a:t>
            </a:r>
            <a:endParaRPr/>
          </a:p>
          <a:p>
            <a:pPr indent="0" lvl="0" marL="0" rtl="0" algn="l">
              <a:lnSpc>
                <a:spcPct val="100000"/>
              </a:lnSpc>
              <a:spcBef>
                <a:spcPts val="208"/>
              </a:spcBef>
              <a:spcAft>
                <a:spcPts val="0"/>
              </a:spcAft>
              <a:buClr>
                <a:schemeClr val="dk1"/>
              </a:buClr>
              <a:buSzPct val="100000"/>
              <a:buNone/>
            </a:pPr>
            <a:r>
              <a:rPr lang="es-MX"/>
              <a:t>        int 21h  </a:t>
            </a:r>
            <a:endParaRPr/>
          </a:p>
          <a:p>
            <a:pPr indent="0" lvl="0" marL="0" rtl="0" algn="l">
              <a:lnSpc>
                <a:spcPct val="100000"/>
              </a:lnSpc>
              <a:spcBef>
                <a:spcPts val="208"/>
              </a:spcBef>
              <a:spcAft>
                <a:spcPts val="0"/>
              </a:spcAft>
              <a:buClr>
                <a:schemeClr val="dk1"/>
              </a:buClr>
              <a:buSzPct val="100000"/>
              <a:buNone/>
            </a:pPr>
            <a:r>
              <a:rPr lang="es-MX"/>
              <a:t>        ret</a:t>
            </a:r>
            <a:endParaRPr/>
          </a:p>
        </p:txBody>
      </p:sp>
      <p:sp>
        <p:nvSpPr>
          <p:cNvPr id="1032" name="Google Shape;1032;p1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033" name="Google Shape;1033;p1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1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039" name="Google Shape;1039;p1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208"/>
              </a:spcBef>
              <a:spcAft>
                <a:spcPts val="0"/>
              </a:spcAft>
              <a:buClr>
                <a:schemeClr val="dk1"/>
              </a:buClr>
              <a:buSzPct val="100000"/>
              <a:buNone/>
            </a:pPr>
            <a:r>
              <a:rPr lang="es-MX"/>
              <a:t>        jmp inicio  </a:t>
            </a:r>
            <a:endParaRPr/>
          </a:p>
          <a:p>
            <a:pPr indent="0" lvl="0" marL="0" rtl="0" algn="l">
              <a:lnSpc>
                <a:spcPct val="100000"/>
              </a:lnSpc>
              <a:spcBef>
                <a:spcPts val="208"/>
              </a:spcBef>
              <a:spcAft>
                <a:spcPts val="0"/>
              </a:spcAft>
              <a:buClr>
                <a:schemeClr val="dk1"/>
              </a:buClr>
              <a:buSzPct val="100000"/>
              <a:buNone/>
            </a:pPr>
            <a:r>
              <a:rPr lang="es-MX"/>
              <a:t>        M_ENCABEZADO DB 13,10,13,10," ======================================================================"</a:t>
            </a:r>
            <a:endParaRPr/>
          </a:p>
          <a:p>
            <a:pPr indent="0" lvl="0" marL="0" rtl="0" algn="l">
              <a:lnSpc>
                <a:spcPct val="100000"/>
              </a:lnSpc>
              <a:spcBef>
                <a:spcPts val="208"/>
              </a:spcBef>
              <a:spcAft>
                <a:spcPts val="0"/>
              </a:spcAft>
              <a:buClr>
                <a:schemeClr val="dk1"/>
              </a:buClr>
              <a:buSzPct val="100000"/>
              <a:buNone/>
            </a:pPr>
            <a:r>
              <a:rPr lang="es-MX"/>
              <a:t>                     DB 13,10,13,10," PROGRAMA QUE PIDE UN ARREGLO CALCULA EL PROMEDIO E IMPRIME LOS MAYORES"</a:t>
            </a:r>
            <a:endParaRPr/>
          </a:p>
          <a:p>
            <a:pPr indent="0" lvl="0" marL="0" rtl="0" algn="l">
              <a:lnSpc>
                <a:spcPct val="100000"/>
              </a:lnSpc>
              <a:spcBef>
                <a:spcPts val="208"/>
              </a:spcBef>
              <a:spcAft>
                <a:spcPts val="0"/>
              </a:spcAft>
              <a:buClr>
                <a:schemeClr val="dk1"/>
              </a:buClr>
              <a:buSzPct val="100000"/>
              <a:buNone/>
            </a:pPr>
            <a:r>
              <a:rPr lang="es-MX"/>
              <a:t>                     DB 13,10,13,10," ======================================================================",13,10,"$"</a:t>
            </a:r>
            <a:endParaRPr/>
          </a:p>
          <a:p>
            <a:pPr indent="0" lvl="0" marL="0" rtl="0" algn="l">
              <a:lnSpc>
                <a:spcPct val="100000"/>
              </a:lnSpc>
              <a:spcBef>
                <a:spcPts val="208"/>
              </a:spcBef>
              <a:spcAft>
                <a:spcPts val="0"/>
              </a:spcAft>
              <a:buClr>
                <a:schemeClr val="dk1"/>
              </a:buClr>
              <a:buSzPct val="100000"/>
              <a:buNone/>
            </a:pPr>
            <a:r>
              <a:rPr lang="es-MX"/>
              <a:t>        M_ESPACIO DB 13,10,13,10,13,10,13,10,13,10,13,10,"$"  </a:t>
            </a:r>
            <a:endParaRPr/>
          </a:p>
          <a:p>
            <a:pPr indent="0" lvl="0" marL="0" rtl="0" algn="l">
              <a:lnSpc>
                <a:spcPct val="100000"/>
              </a:lnSpc>
              <a:spcBef>
                <a:spcPts val="208"/>
              </a:spcBef>
              <a:spcAft>
                <a:spcPts val="0"/>
              </a:spcAft>
              <a:buClr>
                <a:schemeClr val="dk1"/>
              </a:buClr>
              <a:buSzPct val="100000"/>
              <a:buNone/>
            </a:pPr>
            <a:r>
              <a:rPr lang="es-MX"/>
              <a:t>        M_INDICACIONES DB 13,10,13,10,09," Puede proporcionar hasta 100 numeros uno a la vez.",13,10</a:t>
            </a:r>
            <a:endParaRPr/>
          </a:p>
          <a:p>
            <a:pPr indent="0" lvl="0" marL="0" rtl="0" algn="l">
              <a:lnSpc>
                <a:spcPct val="100000"/>
              </a:lnSpc>
              <a:spcBef>
                <a:spcPts val="208"/>
              </a:spcBef>
              <a:spcAft>
                <a:spcPts val="0"/>
              </a:spcAft>
              <a:buClr>
                <a:schemeClr val="dk1"/>
              </a:buClr>
              <a:buSzPct val="100000"/>
              <a:buNone/>
            </a:pPr>
            <a:r>
              <a:rPr lang="es-MX"/>
              <a:t>                       DB 13,10,13,10,09," Use * para trminar la captura.",13,10</a:t>
            </a:r>
            <a:endParaRPr/>
          </a:p>
          <a:p>
            <a:pPr indent="0" lvl="0" marL="0" rtl="0" algn="l">
              <a:lnSpc>
                <a:spcPct val="100000"/>
              </a:lnSpc>
              <a:spcBef>
                <a:spcPts val="208"/>
              </a:spcBef>
              <a:spcAft>
                <a:spcPts val="0"/>
              </a:spcAft>
              <a:buClr>
                <a:schemeClr val="dk1"/>
              </a:buClr>
              <a:buSzPct val="100000"/>
              <a:buNone/>
            </a:pPr>
            <a:r>
              <a:rPr lang="es-MX"/>
              <a:t>                       DB 13,10,13,10,09," Este programa reportara el promedio y listara los numeros."</a:t>
            </a:r>
            <a:endParaRPr/>
          </a:p>
          <a:p>
            <a:pPr indent="0" lvl="0" marL="0" rtl="0" algn="l">
              <a:lnSpc>
                <a:spcPct val="100000"/>
              </a:lnSpc>
              <a:spcBef>
                <a:spcPts val="208"/>
              </a:spcBef>
              <a:spcAft>
                <a:spcPts val="0"/>
              </a:spcAft>
              <a:buClr>
                <a:schemeClr val="dk1"/>
              </a:buClr>
              <a:buSzPct val="100000"/>
              <a:buNone/>
            </a:pPr>
            <a:r>
              <a:rPr lang="es-MX"/>
              <a:t>                       DB 13,10,13,10,09," que sestan arriba del promedio.",13,10,10,10,10,"$"      </a:t>
            </a:r>
            <a:endParaRPr/>
          </a:p>
          <a:p>
            <a:pPr indent="0" lvl="0" marL="0" rtl="0" algn="l">
              <a:lnSpc>
                <a:spcPct val="100000"/>
              </a:lnSpc>
              <a:spcBef>
                <a:spcPts val="208"/>
              </a:spcBef>
              <a:spcAft>
                <a:spcPts val="0"/>
              </a:spcAft>
              <a:buClr>
                <a:schemeClr val="dk1"/>
              </a:buClr>
              <a:buSzPct val="100000"/>
              <a:buNone/>
            </a:pPr>
            <a:r>
              <a:t/>
            </a:r>
            <a:endParaRPr/>
          </a:p>
          <a:p>
            <a:pPr indent="0" lvl="0" marL="0" rtl="0" algn="l">
              <a:lnSpc>
                <a:spcPct val="100000"/>
              </a:lnSpc>
              <a:spcBef>
                <a:spcPts val="208"/>
              </a:spcBef>
              <a:spcAft>
                <a:spcPts val="0"/>
              </a:spcAft>
              <a:buClr>
                <a:schemeClr val="dk1"/>
              </a:buClr>
              <a:buSzPct val="100000"/>
              <a:buNone/>
            </a:pPr>
            <a:r>
              <a:rPr lang="es-MX"/>
              <a:t>inicio: mov ah,09h</a:t>
            </a:r>
            <a:endParaRPr/>
          </a:p>
          <a:p>
            <a:pPr indent="0" lvl="0" marL="0" rtl="0" algn="l">
              <a:lnSpc>
                <a:spcPct val="100000"/>
              </a:lnSpc>
              <a:spcBef>
                <a:spcPts val="208"/>
              </a:spcBef>
              <a:spcAft>
                <a:spcPts val="0"/>
              </a:spcAft>
              <a:buClr>
                <a:schemeClr val="dk1"/>
              </a:buClr>
              <a:buSzPct val="100000"/>
              <a:buNone/>
            </a:pPr>
            <a:r>
              <a:rPr lang="es-MX"/>
              <a:t>        lea dx,M_ENCABEZADO</a:t>
            </a:r>
            <a:endParaRPr/>
          </a:p>
          <a:p>
            <a:pPr indent="0" lvl="0" marL="0" rtl="0" algn="l">
              <a:lnSpc>
                <a:spcPct val="100000"/>
              </a:lnSpc>
              <a:spcBef>
                <a:spcPts val="208"/>
              </a:spcBef>
              <a:spcAft>
                <a:spcPts val="0"/>
              </a:spcAft>
              <a:buClr>
                <a:schemeClr val="dk1"/>
              </a:buClr>
              <a:buSzPct val="100000"/>
              <a:buNone/>
            </a:pPr>
            <a:r>
              <a:rPr lang="es-MX"/>
              <a:t>        int 21h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mov ah,09h</a:t>
            </a:r>
            <a:endParaRPr/>
          </a:p>
          <a:p>
            <a:pPr indent="0" lvl="0" marL="0" rtl="0" algn="l">
              <a:lnSpc>
                <a:spcPct val="100000"/>
              </a:lnSpc>
              <a:spcBef>
                <a:spcPts val="208"/>
              </a:spcBef>
              <a:spcAft>
                <a:spcPts val="0"/>
              </a:spcAft>
              <a:buClr>
                <a:schemeClr val="dk1"/>
              </a:buClr>
              <a:buSzPct val="100000"/>
              <a:buNone/>
            </a:pPr>
            <a:r>
              <a:rPr lang="es-MX"/>
              <a:t>        lea dx,M_ESPACIO</a:t>
            </a:r>
            <a:endParaRPr/>
          </a:p>
          <a:p>
            <a:pPr indent="0" lvl="0" marL="0" rtl="0" algn="l">
              <a:lnSpc>
                <a:spcPct val="100000"/>
              </a:lnSpc>
              <a:spcBef>
                <a:spcPts val="208"/>
              </a:spcBef>
              <a:spcAft>
                <a:spcPts val="0"/>
              </a:spcAft>
              <a:buClr>
                <a:schemeClr val="dk1"/>
              </a:buClr>
              <a:buSzPct val="100000"/>
              <a:buNone/>
            </a:pPr>
            <a:r>
              <a:rPr lang="es-MX"/>
              <a:t>        int 21h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mov ah,09h</a:t>
            </a:r>
            <a:endParaRPr/>
          </a:p>
          <a:p>
            <a:pPr indent="0" lvl="0" marL="0" rtl="0" algn="l">
              <a:lnSpc>
                <a:spcPct val="100000"/>
              </a:lnSpc>
              <a:spcBef>
                <a:spcPts val="208"/>
              </a:spcBef>
              <a:spcAft>
                <a:spcPts val="0"/>
              </a:spcAft>
              <a:buClr>
                <a:schemeClr val="dk1"/>
              </a:buClr>
              <a:buSzPct val="100000"/>
              <a:buNone/>
            </a:pPr>
            <a:r>
              <a:rPr lang="es-MX"/>
              <a:t>        lea dx,M_INDICACIONES</a:t>
            </a:r>
            <a:endParaRPr/>
          </a:p>
          <a:p>
            <a:pPr indent="0" lvl="0" marL="0" rtl="0" algn="l">
              <a:lnSpc>
                <a:spcPct val="100000"/>
              </a:lnSpc>
              <a:spcBef>
                <a:spcPts val="208"/>
              </a:spcBef>
              <a:spcAft>
                <a:spcPts val="0"/>
              </a:spcAft>
              <a:buClr>
                <a:schemeClr val="dk1"/>
              </a:buClr>
              <a:buSzPct val="100000"/>
              <a:buNone/>
            </a:pPr>
            <a:r>
              <a:rPr lang="es-MX"/>
              <a:t>        int 21h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ret</a:t>
            </a:r>
            <a:endParaRPr/>
          </a:p>
        </p:txBody>
      </p:sp>
      <p:sp>
        <p:nvSpPr>
          <p:cNvPr id="1040" name="Google Shape;1040;p1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041" name="Google Shape;1041;p1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1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Para Archivos</a:t>
            </a:r>
            <a:endParaRPr/>
          </a:p>
        </p:txBody>
      </p:sp>
      <p:graphicFrame>
        <p:nvGraphicFramePr>
          <p:cNvPr id="1047" name="Google Shape;1047;p131"/>
          <p:cNvGraphicFramePr/>
          <p:nvPr/>
        </p:nvGraphicFramePr>
        <p:xfrm>
          <a:off x="457200" y="1600200"/>
          <a:ext cx="3000000" cy="3000000"/>
        </p:xfrm>
        <a:graphic>
          <a:graphicData uri="http://schemas.openxmlformats.org/drawingml/2006/table">
            <a:tbl>
              <a:tblPr bandRow="1" firstRow="1">
                <a:noFill/>
                <a:tableStyleId>{7BCB561C-A8D9-4940-A105-9EE0E4D35472}</a:tableStyleId>
              </a:tblPr>
              <a:tblGrid>
                <a:gridCol w="946450"/>
                <a:gridCol w="2808300"/>
                <a:gridCol w="453650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lt1"/>
                          </a:solidFill>
                          <a:latin typeface="Calibri"/>
                          <a:ea typeface="Calibri"/>
                          <a:cs typeface="Calibri"/>
                          <a:sym typeface="Calibri"/>
                        </a:rPr>
                        <a:t> </a:t>
                      </a:r>
                      <a:r>
                        <a:rPr b="1" i="0" lang="es-MX" sz="1800" u="none" cap="none" strike="noStrike">
                          <a:solidFill>
                            <a:schemeClr val="lt1"/>
                          </a:solidFill>
                          <a:latin typeface="Calibri"/>
                          <a:ea typeface="Calibri"/>
                          <a:cs typeface="Calibri"/>
                          <a:sym typeface="Calibri"/>
                        </a:rPr>
                        <a:t>AH</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lt1"/>
                          </a:solidFill>
                          <a:latin typeface="Calibri"/>
                          <a:ea typeface="Calibri"/>
                          <a:cs typeface="Calibri"/>
                          <a:sym typeface="Calibri"/>
                        </a:rPr>
                        <a:t> </a:t>
                      </a:r>
                      <a:r>
                        <a:rPr b="1" i="0" lang="es-MX" sz="1800" u="none" cap="none" strike="noStrike">
                          <a:solidFill>
                            <a:schemeClr val="lt1"/>
                          </a:solidFill>
                          <a:latin typeface="Calibri"/>
                          <a:ea typeface="Calibri"/>
                          <a:cs typeface="Calibri"/>
                          <a:sym typeface="Calibri"/>
                        </a:rPr>
                        <a:t>Propósito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lt1"/>
                          </a:solidFill>
                          <a:latin typeface="Calibri"/>
                          <a:ea typeface="Calibri"/>
                          <a:cs typeface="Calibri"/>
                          <a:sym typeface="Calibri"/>
                        </a:rPr>
                        <a:t> </a:t>
                      </a:r>
                      <a:r>
                        <a:rPr b="1" i="0" lang="es-MX" sz="1800" u="none" cap="none" strike="noStrike">
                          <a:solidFill>
                            <a:schemeClr val="lt1"/>
                          </a:solidFill>
                          <a:latin typeface="Calibri"/>
                          <a:ea typeface="Calibri"/>
                          <a:cs typeface="Calibri"/>
                          <a:sym typeface="Calibri"/>
                        </a:rPr>
                        <a:t>Descripción. </a:t>
                      </a:r>
                      <a:r>
                        <a:rPr b="0" i="0" lang="es-MX" sz="1800" u="none" cap="none" strike="noStrike">
                          <a:solidFill>
                            <a:schemeClr val="lt1"/>
                          </a:solidFill>
                          <a:latin typeface="Calibri"/>
                          <a:ea typeface="Calibri"/>
                          <a:cs typeface="Calibri"/>
                          <a:sym typeface="Calibri"/>
                        </a:rPr>
                        <a:t>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3C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Crear archivo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Función CREATE; si el archivo al que apunta DS:DX si existe se abre un nuevo archivo.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3D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Abre archivo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DS:DX apunta al archivo; AL = 0 (solo lectura), 1 (solo escritura) o 2 (escritura / lectura).</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3E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Cierra manejador de archivo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BX = manejador de archivo; se cierra el archivo, se actualiza el directorio y se remueven los buffers internos del archivo.</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3F</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Lectura desde archivo / dispositivo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BX = manejador de archivo, CX = numero de bytes que se desea leer y DS:DX = buffer a ser cargado; después de la llamada, AX = numero de bytes leídos.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40</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Escritura en un archivo / dispositivo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Operación inversa a 3F.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41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Borra archivo del directorio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Elimina una entrada del directorio asociada con el nombre del archivo apuntado en DS:DX.</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42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Mueve el apuntador de lectura / escritura del archivo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Véase el manual DOS Technical Reference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43</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Cambia modo de un archivo</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b="0" i="0" lang="es-MX" sz="1400" u="none" cap="none" strike="noStrike">
                          <a:solidFill>
                            <a:schemeClr val="dk1"/>
                          </a:solidFill>
                          <a:latin typeface="Calibri"/>
                          <a:ea typeface="Calibri"/>
                          <a:cs typeface="Calibri"/>
                          <a:sym typeface="Calibri"/>
                        </a:rPr>
                        <a:t>Véase el manual DOS Technical Reference</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bl>
          </a:graphicData>
        </a:graphic>
      </p:graphicFrame>
      <p:sp>
        <p:nvSpPr>
          <p:cNvPr id="1048" name="Google Shape;1048;p1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049" name="Google Shape;1049;p1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1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INT 21H Función 3CH</a:t>
            </a:r>
            <a:endParaRPr/>
          </a:p>
        </p:txBody>
      </p:sp>
      <p:sp>
        <p:nvSpPr>
          <p:cNvPr id="1055" name="Google Shape;1055;p132"/>
          <p:cNvSpPr txBox="1"/>
          <p:nvPr>
            <p:ph idx="1" type="body"/>
          </p:nvPr>
        </p:nvSpPr>
        <p:spPr>
          <a:xfrm>
            <a:off x="457200" y="1196752"/>
            <a:ext cx="8229600" cy="492941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None/>
            </a:pPr>
            <a:r>
              <a:rPr lang="es-MX" sz="1100"/>
              <a:t>Crear Archivo</a:t>
            </a:r>
            <a:endParaRPr sz="1100"/>
          </a:p>
          <a:p>
            <a:pPr indent="0" lvl="0" marL="0" rtl="0" algn="l">
              <a:lnSpc>
                <a:spcPct val="100000"/>
              </a:lnSpc>
              <a:spcBef>
                <a:spcPts val="220"/>
              </a:spcBef>
              <a:spcAft>
                <a:spcPts val="0"/>
              </a:spcAft>
              <a:buClr>
                <a:schemeClr val="dk1"/>
              </a:buClr>
              <a:buSzPts val="1100"/>
              <a:buNone/>
            </a:pPr>
            <a:r>
              <a:rPr lang="es-MX" sz="1100"/>
              <a:t>LLAMADA: AH = 3CH</a:t>
            </a:r>
            <a:endParaRPr/>
          </a:p>
          <a:p>
            <a:pPr indent="0" lvl="0" marL="0" rtl="0" algn="l">
              <a:lnSpc>
                <a:spcPct val="100000"/>
              </a:lnSpc>
              <a:spcBef>
                <a:spcPts val="220"/>
              </a:spcBef>
              <a:spcAft>
                <a:spcPts val="0"/>
              </a:spcAft>
              <a:buClr>
                <a:schemeClr val="dk1"/>
              </a:buClr>
              <a:buSzPts val="1100"/>
              <a:buNone/>
            </a:pPr>
            <a:r>
              <a:t/>
            </a:r>
            <a:endParaRPr sz="1100"/>
          </a:p>
          <a:p>
            <a:pPr indent="0" lvl="0" marL="0" rtl="0" algn="l">
              <a:lnSpc>
                <a:spcPct val="100000"/>
              </a:lnSpc>
              <a:spcBef>
                <a:spcPts val="220"/>
              </a:spcBef>
              <a:spcAft>
                <a:spcPts val="0"/>
              </a:spcAft>
              <a:buClr>
                <a:schemeClr val="dk1"/>
              </a:buClr>
              <a:buSzPts val="1100"/>
              <a:buNone/>
            </a:pPr>
            <a:r>
              <a:rPr lang="es-MX" sz="1100"/>
              <a:t>CX = Atributos del archivo:</a:t>
            </a:r>
            <a:endParaRPr/>
          </a:p>
          <a:p>
            <a:pPr indent="-342900" lvl="0" marL="342900" rtl="0" algn="l">
              <a:lnSpc>
                <a:spcPct val="100000"/>
              </a:lnSpc>
              <a:spcBef>
                <a:spcPts val="220"/>
              </a:spcBef>
              <a:spcAft>
                <a:spcPts val="0"/>
              </a:spcAft>
              <a:buClr>
                <a:schemeClr val="dk1"/>
              </a:buClr>
              <a:buSzPts val="1100"/>
              <a:buChar char="•"/>
            </a:pPr>
            <a:r>
              <a:rPr lang="es-MX" sz="1100"/>
              <a:t>00H Fichero Normal. </a:t>
            </a:r>
            <a:endParaRPr sz="1100"/>
          </a:p>
          <a:p>
            <a:pPr indent="-342900" lvl="0" marL="342900" rtl="0" algn="l">
              <a:lnSpc>
                <a:spcPct val="100000"/>
              </a:lnSpc>
              <a:spcBef>
                <a:spcPts val="220"/>
              </a:spcBef>
              <a:spcAft>
                <a:spcPts val="0"/>
              </a:spcAft>
              <a:buClr>
                <a:schemeClr val="dk1"/>
              </a:buClr>
              <a:buSzPts val="1100"/>
              <a:buChar char="•"/>
            </a:pPr>
            <a:r>
              <a:rPr lang="es-MX" sz="1100"/>
              <a:t>01H Fichero de Sólo Lectura.</a:t>
            </a:r>
            <a:endParaRPr/>
          </a:p>
          <a:p>
            <a:pPr indent="-342900" lvl="0" marL="342900" rtl="0" algn="l">
              <a:lnSpc>
                <a:spcPct val="100000"/>
              </a:lnSpc>
              <a:spcBef>
                <a:spcPts val="220"/>
              </a:spcBef>
              <a:spcAft>
                <a:spcPts val="0"/>
              </a:spcAft>
              <a:buClr>
                <a:schemeClr val="dk1"/>
              </a:buClr>
              <a:buSzPts val="1100"/>
              <a:buChar char="•"/>
            </a:pPr>
            <a:r>
              <a:rPr lang="es-MX" sz="1100"/>
              <a:t>02H Fichero Oculto. </a:t>
            </a:r>
            <a:endParaRPr sz="1100"/>
          </a:p>
          <a:p>
            <a:pPr indent="-342900" lvl="0" marL="342900" rtl="0" algn="l">
              <a:lnSpc>
                <a:spcPct val="100000"/>
              </a:lnSpc>
              <a:spcBef>
                <a:spcPts val="220"/>
              </a:spcBef>
              <a:spcAft>
                <a:spcPts val="0"/>
              </a:spcAft>
              <a:buClr>
                <a:schemeClr val="dk1"/>
              </a:buClr>
              <a:buSzPts val="1100"/>
              <a:buChar char="•"/>
            </a:pPr>
            <a:r>
              <a:rPr lang="es-MX" sz="1100"/>
              <a:t>03H Fichero de Sistema.</a:t>
            </a:r>
            <a:endParaRPr/>
          </a:p>
          <a:p>
            <a:pPr indent="0" lvl="0" marL="0" rtl="0" algn="l">
              <a:lnSpc>
                <a:spcPct val="100000"/>
              </a:lnSpc>
              <a:spcBef>
                <a:spcPts val="220"/>
              </a:spcBef>
              <a:spcAft>
                <a:spcPts val="0"/>
              </a:spcAft>
              <a:buClr>
                <a:schemeClr val="dk1"/>
              </a:buClr>
              <a:buSzPts val="1100"/>
              <a:buNone/>
            </a:pPr>
            <a:r>
              <a:rPr lang="es-MX" sz="1100"/>
              <a:t>           DS:DX = Segmento: Desplazamiento de una cadena ASCII con el nombre de fichero.</a:t>
            </a:r>
            <a:endParaRPr/>
          </a:p>
          <a:p>
            <a:pPr indent="0" lvl="0" marL="0" rtl="0" algn="l">
              <a:lnSpc>
                <a:spcPct val="100000"/>
              </a:lnSpc>
              <a:spcBef>
                <a:spcPts val="220"/>
              </a:spcBef>
              <a:spcAft>
                <a:spcPts val="0"/>
              </a:spcAft>
              <a:buClr>
                <a:schemeClr val="dk1"/>
              </a:buClr>
              <a:buSzPts val="1100"/>
              <a:buNone/>
            </a:pPr>
            <a:r>
              <a:rPr lang="es-MX" sz="1100"/>
              <a:t> </a:t>
            </a:r>
            <a:endParaRPr/>
          </a:p>
          <a:p>
            <a:pPr indent="0" lvl="0" marL="0" rtl="0" algn="l">
              <a:lnSpc>
                <a:spcPct val="100000"/>
              </a:lnSpc>
              <a:spcBef>
                <a:spcPts val="220"/>
              </a:spcBef>
              <a:spcAft>
                <a:spcPts val="0"/>
              </a:spcAft>
              <a:buClr>
                <a:schemeClr val="dk1"/>
              </a:buClr>
              <a:buSzPts val="1100"/>
              <a:buNone/>
            </a:pPr>
            <a:r>
              <a:rPr lang="es-MX" sz="1100"/>
              <a:t>DEVUELVE:</a:t>
            </a:r>
            <a:endParaRPr/>
          </a:p>
          <a:p>
            <a:pPr indent="-342900" lvl="0" marL="342900" rtl="0" algn="l">
              <a:lnSpc>
                <a:spcPct val="100000"/>
              </a:lnSpc>
              <a:spcBef>
                <a:spcPts val="220"/>
              </a:spcBef>
              <a:spcAft>
                <a:spcPts val="0"/>
              </a:spcAft>
              <a:buClr>
                <a:schemeClr val="dk1"/>
              </a:buClr>
              <a:buSzPts val="1100"/>
              <a:buChar char="•"/>
            </a:pPr>
            <a:r>
              <a:rPr lang="es-MX" sz="1100"/>
              <a:t>Si se ejecutó correctamente: Flag de acarreo (Cf) = 0</a:t>
            </a:r>
            <a:endParaRPr/>
          </a:p>
          <a:p>
            <a:pPr indent="-342900" lvl="0" marL="342900" rtl="0" algn="l">
              <a:lnSpc>
                <a:spcPct val="100000"/>
              </a:lnSpc>
              <a:spcBef>
                <a:spcPts val="220"/>
              </a:spcBef>
              <a:spcAft>
                <a:spcPts val="0"/>
              </a:spcAft>
              <a:buClr>
                <a:schemeClr val="dk1"/>
              </a:buClr>
              <a:buSzPts val="1100"/>
              <a:buChar char="•"/>
            </a:pPr>
            <a:r>
              <a:rPr lang="es-MX" sz="1100"/>
              <a:t>AX = Handle o manejador de fichero.</a:t>
            </a:r>
            <a:endParaRPr/>
          </a:p>
          <a:p>
            <a:pPr indent="-342900" lvl="0" marL="342900" rtl="0" algn="l">
              <a:lnSpc>
                <a:spcPct val="100000"/>
              </a:lnSpc>
              <a:spcBef>
                <a:spcPts val="220"/>
              </a:spcBef>
              <a:spcAft>
                <a:spcPts val="0"/>
              </a:spcAft>
              <a:buClr>
                <a:schemeClr val="dk1"/>
              </a:buClr>
              <a:buSzPts val="1100"/>
              <a:buChar char="•"/>
            </a:pPr>
            <a:r>
              <a:rPr lang="es-MX" sz="1100"/>
              <a:t>Si NO se ejecutó correctamente: Flag de acarreo (Cf) = 1</a:t>
            </a:r>
            <a:endParaRPr/>
          </a:p>
          <a:p>
            <a:pPr indent="-342900" lvl="0" marL="342900" rtl="0" algn="l">
              <a:lnSpc>
                <a:spcPct val="100000"/>
              </a:lnSpc>
              <a:spcBef>
                <a:spcPts val="220"/>
              </a:spcBef>
              <a:spcAft>
                <a:spcPts val="0"/>
              </a:spcAft>
              <a:buClr>
                <a:schemeClr val="dk1"/>
              </a:buClr>
              <a:buSzPts val="1100"/>
              <a:buChar char="•"/>
            </a:pPr>
            <a:r>
              <a:rPr lang="es-MX" sz="1100"/>
              <a:t>AX = Código de error.</a:t>
            </a:r>
            <a:endParaRPr/>
          </a:p>
          <a:p>
            <a:pPr indent="0" lvl="0" marL="0" rtl="0" algn="l">
              <a:lnSpc>
                <a:spcPct val="100000"/>
              </a:lnSpc>
              <a:spcBef>
                <a:spcPts val="220"/>
              </a:spcBef>
              <a:spcAft>
                <a:spcPts val="0"/>
              </a:spcAft>
              <a:buClr>
                <a:schemeClr val="dk1"/>
              </a:buClr>
              <a:buSzPts val="1100"/>
              <a:buNone/>
            </a:pPr>
            <a:r>
              <a:rPr lang="es-MX" sz="1100"/>
              <a:t> </a:t>
            </a:r>
            <a:endParaRPr/>
          </a:p>
          <a:p>
            <a:pPr indent="0" lvl="0" marL="0" rtl="0" algn="l">
              <a:lnSpc>
                <a:spcPct val="100000"/>
              </a:lnSpc>
              <a:spcBef>
                <a:spcPts val="220"/>
              </a:spcBef>
              <a:spcAft>
                <a:spcPts val="0"/>
              </a:spcAft>
              <a:buClr>
                <a:schemeClr val="dk1"/>
              </a:buClr>
              <a:buSzPts val="1100"/>
              <a:buNone/>
            </a:pPr>
            <a:r>
              <a:rPr lang="es-MX" sz="1100"/>
              <a:t>EFECTO: Si el fichero indicado mediante la cadena ASCII ya existía, entonces se vacía su contenido, quedando con longitud 0. Si el fichero no existía, entonces se crea. En ambos casos, el fichero se abre, y se devuelve un Handle ó manejador de fichero para los restantes accesos a dicho fichero. Esta función se abortará (indicándolo mediante Cf y AX) si:</a:t>
            </a:r>
            <a:endParaRPr/>
          </a:p>
          <a:p>
            <a:pPr indent="-342900" lvl="0" marL="342900" rtl="0" algn="l">
              <a:lnSpc>
                <a:spcPct val="100000"/>
              </a:lnSpc>
              <a:spcBef>
                <a:spcPts val="220"/>
              </a:spcBef>
              <a:spcAft>
                <a:spcPts val="0"/>
              </a:spcAft>
              <a:buClr>
                <a:schemeClr val="dk1"/>
              </a:buClr>
              <a:buSzPts val="1100"/>
              <a:buChar char="•"/>
            </a:pPr>
            <a:r>
              <a:rPr lang="es-MX" sz="1100"/>
              <a:t>-La vía de acceso indicada en la cadena ASCII es errónea.</a:t>
            </a:r>
            <a:endParaRPr/>
          </a:p>
          <a:p>
            <a:pPr indent="-342900" lvl="0" marL="342900" rtl="0" algn="l">
              <a:lnSpc>
                <a:spcPct val="100000"/>
              </a:lnSpc>
              <a:spcBef>
                <a:spcPts val="220"/>
              </a:spcBef>
              <a:spcAft>
                <a:spcPts val="0"/>
              </a:spcAft>
              <a:buClr>
                <a:schemeClr val="dk1"/>
              </a:buClr>
              <a:buSzPts val="1100"/>
              <a:buChar char="•"/>
            </a:pPr>
            <a:r>
              <a:rPr lang="es-MX" sz="1100"/>
              <a:t>-Se va a crear el fichero en el directorio raíz y éste ya está lleno</a:t>
            </a:r>
            <a:endParaRPr/>
          </a:p>
          <a:p>
            <a:pPr indent="-273050" lvl="0" marL="342900" rtl="0" algn="l">
              <a:lnSpc>
                <a:spcPct val="100000"/>
              </a:lnSpc>
              <a:spcBef>
                <a:spcPts val="220"/>
              </a:spcBef>
              <a:spcAft>
                <a:spcPts val="0"/>
              </a:spcAft>
              <a:buClr>
                <a:schemeClr val="dk1"/>
              </a:buClr>
              <a:buSzPts val="1100"/>
              <a:buNone/>
            </a:pPr>
            <a:r>
              <a:t/>
            </a:r>
            <a:endParaRPr sz="1100"/>
          </a:p>
          <a:p>
            <a:pPr indent="0" lvl="0" marL="0" rtl="0" algn="l">
              <a:lnSpc>
                <a:spcPct val="100000"/>
              </a:lnSpc>
              <a:spcBef>
                <a:spcPts val="220"/>
              </a:spcBef>
              <a:spcAft>
                <a:spcPts val="0"/>
              </a:spcAft>
              <a:buClr>
                <a:schemeClr val="dk1"/>
              </a:buClr>
              <a:buSzPts val="1100"/>
              <a:buNone/>
            </a:pPr>
            <a:r>
              <a:rPr lang="es-MX" sz="1100"/>
              <a:t>El Handle es un número mediante el cual se referencia a un fichero dado. De esta forma es más cómodo trabajar con ficheros. Para cada uno de los ficheros con que trabajemos, tendremos un número (Handle) que lo representará.</a:t>
            </a:r>
            <a:endParaRPr/>
          </a:p>
        </p:txBody>
      </p:sp>
      <p:sp>
        <p:nvSpPr>
          <p:cNvPr id="1056" name="Google Shape;1056;p1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057" name="Google Shape;1057;p1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1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063" name="Google Shape;1063;p1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800"/>
              <a:buNone/>
            </a:pPr>
            <a:r>
              <a:rPr lang="es-MX" sz="1800"/>
              <a:t>org 100h</a:t>
            </a:r>
            <a:endParaRPr/>
          </a:p>
          <a:p>
            <a:pPr indent="0" lvl="0" marL="0" rtl="0" algn="l">
              <a:lnSpc>
                <a:spcPct val="100000"/>
              </a:lnSpc>
              <a:spcBef>
                <a:spcPts val="360"/>
              </a:spcBef>
              <a:spcAft>
                <a:spcPts val="0"/>
              </a:spcAft>
              <a:buClr>
                <a:schemeClr val="dk1"/>
              </a:buClr>
              <a:buSzPts val="1800"/>
              <a:buNone/>
            </a:pPr>
            <a:r>
              <a:rPr lang="es-MX" sz="1800"/>
              <a:t>        jmp inicio</a:t>
            </a:r>
            <a:endParaRPr/>
          </a:p>
          <a:p>
            <a:pPr indent="0" lvl="0" marL="0" rtl="0" algn="l">
              <a:lnSpc>
                <a:spcPct val="100000"/>
              </a:lnSpc>
              <a:spcBef>
                <a:spcPts val="360"/>
              </a:spcBef>
              <a:spcAft>
                <a:spcPts val="0"/>
              </a:spcAft>
              <a:buClr>
                <a:schemeClr val="dk1"/>
              </a:buClr>
              <a:buSzPts val="1800"/>
              <a:buNone/>
            </a:pPr>
            <a:r>
              <a:rPr lang="es-MX" sz="1800"/>
              <a:t>        archivo db "C:\emu8086\MyBuild\prueba.txt", 0   ;ascii del nombre del archivo </a:t>
            </a:r>
            <a:endParaRPr/>
          </a:p>
          <a:p>
            <a:pPr indent="0" lvl="0" marL="0" rtl="0" algn="l">
              <a:lnSpc>
                <a:spcPct val="100000"/>
              </a:lnSpc>
              <a:spcBef>
                <a:spcPts val="360"/>
              </a:spcBef>
              <a:spcAft>
                <a:spcPts val="0"/>
              </a:spcAft>
              <a:buClr>
                <a:schemeClr val="dk1"/>
              </a:buClr>
              <a:buSzPts val="1800"/>
              <a:buNone/>
            </a:pPr>
            <a:r>
              <a:rPr lang="es-MX" sz="1800"/>
              <a:t>inicio: mov cx, 00H                                     ;Atributos del archivo</a:t>
            </a:r>
            <a:endParaRPr/>
          </a:p>
          <a:p>
            <a:pPr indent="0" lvl="0" marL="0" rtl="0" algn="l">
              <a:lnSpc>
                <a:spcPct val="100000"/>
              </a:lnSpc>
              <a:spcBef>
                <a:spcPts val="360"/>
              </a:spcBef>
              <a:spcAft>
                <a:spcPts val="0"/>
              </a:spcAft>
              <a:buClr>
                <a:schemeClr val="dk1"/>
              </a:buClr>
              <a:buSzPts val="1800"/>
              <a:buNone/>
            </a:pPr>
            <a:r>
              <a:rPr lang="es-MX" sz="1800"/>
              <a:t>        mov dx, offset archivo                          ;offset lugar de memoria donde esta la variable</a:t>
            </a:r>
            <a:endParaRPr/>
          </a:p>
          <a:p>
            <a:pPr indent="0" lvl="0" marL="0" rtl="0" algn="l">
              <a:lnSpc>
                <a:spcPct val="100000"/>
              </a:lnSpc>
              <a:spcBef>
                <a:spcPts val="360"/>
              </a:spcBef>
              <a:spcAft>
                <a:spcPts val="0"/>
              </a:spcAft>
              <a:buClr>
                <a:schemeClr val="dk1"/>
              </a:buClr>
              <a:buSzPts val="1800"/>
              <a:buNone/>
            </a:pPr>
            <a:r>
              <a:rPr lang="es-MX" sz="1800"/>
              <a:t>        mov ah, 3Ch                                     ;Abre archivo, DS:DX apunta al archivo</a:t>
            </a:r>
            <a:endParaRPr/>
          </a:p>
          <a:p>
            <a:pPr indent="0" lvl="0" marL="0" rtl="0" algn="l">
              <a:lnSpc>
                <a:spcPct val="100000"/>
              </a:lnSpc>
              <a:spcBef>
                <a:spcPts val="360"/>
              </a:spcBef>
              <a:spcAft>
                <a:spcPts val="0"/>
              </a:spcAft>
              <a:buClr>
                <a:schemeClr val="dk1"/>
              </a:buClr>
              <a:buSzPts val="1800"/>
              <a:buNone/>
            </a:pPr>
            <a:r>
              <a:rPr lang="es-MX" sz="1800"/>
              <a:t>        int 21h</a:t>
            </a:r>
            <a:endParaRPr/>
          </a:p>
          <a:p>
            <a:pPr indent="0" lvl="0" marL="0" rtl="0" algn="l">
              <a:lnSpc>
                <a:spcPct val="100000"/>
              </a:lnSpc>
              <a:spcBef>
                <a:spcPts val="360"/>
              </a:spcBef>
              <a:spcAft>
                <a:spcPts val="0"/>
              </a:spcAft>
              <a:buClr>
                <a:schemeClr val="dk1"/>
              </a:buClr>
              <a:buSzPts val="1800"/>
              <a:buNone/>
            </a:pPr>
            <a:r>
              <a:rPr lang="es-MX" sz="1800"/>
              <a:t>        ret</a:t>
            </a:r>
            <a:endParaRPr sz="1800"/>
          </a:p>
        </p:txBody>
      </p:sp>
      <p:sp>
        <p:nvSpPr>
          <p:cNvPr id="1064" name="Google Shape;1064;p1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065" name="Google Shape;1065;p1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1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INT 21H Función 3DH</a:t>
            </a:r>
            <a:endParaRPr/>
          </a:p>
        </p:txBody>
      </p:sp>
      <p:sp>
        <p:nvSpPr>
          <p:cNvPr id="1071" name="Google Shape;1071;p134"/>
          <p:cNvSpPr txBox="1"/>
          <p:nvPr>
            <p:ph idx="1" type="body"/>
          </p:nvPr>
        </p:nvSpPr>
        <p:spPr>
          <a:xfrm>
            <a:off x="457200" y="1268760"/>
            <a:ext cx="8229600" cy="485740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None/>
            </a:pPr>
            <a:r>
              <a:rPr lang="es-MX" sz="1100"/>
              <a:t>Abrir archivo</a:t>
            </a:r>
            <a:endParaRPr sz="1100"/>
          </a:p>
          <a:p>
            <a:pPr indent="0" lvl="0" marL="0" rtl="0" algn="l">
              <a:lnSpc>
                <a:spcPct val="100000"/>
              </a:lnSpc>
              <a:spcBef>
                <a:spcPts val="220"/>
              </a:spcBef>
              <a:spcAft>
                <a:spcPts val="0"/>
              </a:spcAft>
              <a:buClr>
                <a:schemeClr val="dk1"/>
              </a:buClr>
              <a:buSzPts val="1100"/>
              <a:buNone/>
            </a:pPr>
            <a:r>
              <a:rPr lang="es-MX" sz="1100"/>
              <a:t>LLAMADA: AH = 3DH</a:t>
            </a:r>
            <a:endParaRPr/>
          </a:p>
          <a:p>
            <a:pPr indent="0" lvl="0" marL="0" rtl="0" algn="l">
              <a:lnSpc>
                <a:spcPct val="100000"/>
              </a:lnSpc>
              <a:spcBef>
                <a:spcPts val="220"/>
              </a:spcBef>
              <a:spcAft>
                <a:spcPts val="0"/>
              </a:spcAft>
              <a:buClr>
                <a:schemeClr val="dk1"/>
              </a:buClr>
              <a:buSzPts val="1100"/>
              <a:buNone/>
            </a:pPr>
            <a:r>
              <a:rPr lang="es-MX" sz="1100"/>
              <a:t>AL = Modo de acceso. Bits 0-2: Permiso de lectura/escritura.</a:t>
            </a:r>
            <a:endParaRPr/>
          </a:p>
          <a:p>
            <a:pPr indent="0" lvl="1" marL="400050" rtl="0" algn="l">
              <a:lnSpc>
                <a:spcPct val="100000"/>
              </a:lnSpc>
              <a:spcBef>
                <a:spcPts val="220"/>
              </a:spcBef>
              <a:spcAft>
                <a:spcPts val="0"/>
              </a:spcAft>
              <a:buClr>
                <a:schemeClr val="dk1"/>
              </a:buClr>
              <a:buSzPts val="1100"/>
              <a:buNone/>
            </a:pPr>
            <a:r>
              <a:rPr lang="es-MX" sz="1100"/>
              <a:t>000b Acceso de sólo lectura.</a:t>
            </a:r>
            <a:endParaRPr/>
          </a:p>
          <a:p>
            <a:pPr indent="0" lvl="1" marL="400050" rtl="0" algn="l">
              <a:lnSpc>
                <a:spcPct val="100000"/>
              </a:lnSpc>
              <a:spcBef>
                <a:spcPts val="220"/>
              </a:spcBef>
              <a:spcAft>
                <a:spcPts val="0"/>
              </a:spcAft>
              <a:buClr>
                <a:schemeClr val="dk1"/>
              </a:buClr>
              <a:buSzPts val="1100"/>
              <a:buNone/>
            </a:pPr>
            <a:r>
              <a:rPr lang="es-MX" sz="1100"/>
              <a:t>001b Acceso de sólo escritura.</a:t>
            </a:r>
            <a:endParaRPr/>
          </a:p>
          <a:p>
            <a:pPr indent="0" lvl="1" marL="400050" rtl="0" algn="l">
              <a:lnSpc>
                <a:spcPct val="100000"/>
              </a:lnSpc>
              <a:spcBef>
                <a:spcPts val="220"/>
              </a:spcBef>
              <a:spcAft>
                <a:spcPts val="0"/>
              </a:spcAft>
              <a:buClr>
                <a:schemeClr val="dk1"/>
              </a:buClr>
              <a:buSzPts val="1100"/>
              <a:buNone/>
            </a:pPr>
            <a:r>
              <a:rPr lang="es-MX" sz="1100"/>
              <a:t>010b Acceso de lectura/escritura.</a:t>
            </a:r>
            <a:endParaRPr/>
          </a:p>
          <a:p>
            <a:pPr indent="0" lvl="1" marL="400050" rtl="0" algn="l">
              <a:lnSpc>
                <a:spcPct val="100000"/>
              </a:lnSpc>
              <a:spcBef>
                <a:spcPts val="220"/>
              </a:spcBef>
              <a:spcAft>
                <a:spcPts val="0"/>
              </a:spcAft>
              <a:buClr>
                <a:schemeClr val="dk1"/>
              </a:buClr>
              <a:buSzPts val="1100"/>
              <a:buNone/>
            </a:pPr>
            <a:r>
              <a:rPr lang="es-MX" sz="1100"/>
              <a:t>Bit 3: 0b (Reservado).</a:t>
            </a:r>
            <a:endParaRPr/>
          </a:p>
          <a:p>
            <a:pPr indent="0" lvl="0" marL="0" rtl="0" algn="l">
              <a:lnSpc>
                <a:spcPct val="100000"/>
              </a:lnSpc>
              <a:spcBef>
                <a:spcPts val="220"/>
              </a:spcBef>
              <a:spcAft>
                <a:spcPts val="0"/>
              </a:spcAft>
              <a:buClr>
                <a:schemeClr val="dk1"/>
              </a:buClr>
              <a:buSzPts val="1100"/>
              <a:buNone/>
            </a:pPr>
            <a:r>
              <a:rPr lang="es-MX" sz="1100"/>
              <a:t>Bits 4-6: Modo de compartición de Fichero</a:t>
            </a:r>
            <a:endParaRPr/>
          </a:p>
          <a:p>
            <a:pPr indent="0" lvl="1" marL="400050" rtl="0" algn="l">
              <a:lnSpc>
                <a:spcPct val="100000"/>
              </a:lnSpc>
              <a:spcBef>
                <a:spcPts val="220"/>
              </a:spcBef>
              <a:spcAft>
                <a:spcPts val="0"/>
              </a:spcAft>
              <a:buClr>
                <a:schemeClr val="dk1"/>
              </a:buClr>
              <a:buSzPts val="1100"/>
              <a:buNone/>
            </a:pPr>
            <a:r>
              <a:rPr lang="es-MX" sz="1100"/>
              <a:t>000b Sólo el programa actual puede acceder al archivo</a:t>
            </a:r>
            <a:endParaRPr/>
          </a:p>
          <a:p>
            <a:pPr indent="0" lvl="1" marL="400050" rtl="0" algn="l">
              <a:lnSpc>
                <a:spcPct val="100000"/>
              </a:lnSpc>
              <a:spcBef>
                <a:spcPts val="220"/>
              </a:spcBef>
              <a:spcAft>
                <a:spcPts val="0"/>
              </a:spcAft>
              <a:buClr>
                <a:schemeClr val="dk1"/>
              </a:buClr>
              <a:buSzPts val="1100"/>
              <a:buNone/>
            </a:pPr>
            <a:r>
              <a:rPr lang="es-MX" sz="1100"/>
              <a:t>001b Sólo el programa actual puede acceder al archivo.</a:t>
            </a:r>
            <a:endParaRPr/>
          </a:p>
          <a:p>
            <a:pPr indent="0" lvl="1" marL="400050" rtl="0" algn="l">
              <a:lnSpc>
                <a:spcPct val="100000"/>
              </a:lnSpc>
              <a:spcBef>
                <a:spcPts val="220"/>
              </a:spcBef>
              <a:spcAft>
                <a:spcPts val="0"/>
              </a:spcAft>
              <a:buClr>
                <a:schemeClr val="dk1"/>
              </a:buClr>
              <a:buSzPts val="1100"/>
              <a:buNone/>
            </a:pPr>
            <a:r>
              <a:rPr lang="es-MX" sz="1100"/>
              <a:t>010b Otro programa puede leer el archivo, pero no escribir en él.</a:t>
            </a:r>
            <a:endParaRPr/>
          </a:p>
          <a:p>
            <a:pPr indent="0" lvl="1" marL="400050" rtl="0" algn="l">
              <a:lnSpc>
                <a:spcPct val="100000"/>
              </a:lnSpc>
              <a:spcBef>
                <a:spcPts val="220"/>
              </a:spcBef>
              <a:spcAft>
                <a:spcPts val="0"/>
              </a:spcAft>
              <a:buClr>
                <a:schemeClr val="dk1"/>
              </a:buClr>
              <a:buSzPts val="1100"/>
              <a:buNone/>
            </a:pPr>
            <a:r>
              <a:rPr lang="es-MX" sz="1100"/>
              <a:t>011b Otro programa puede escribir en el archivo, pero no leerlo.</a:t>
            </a:r>
            <a:endParaRPr/>
          </a:p>
          <a:p>
            <a:pPr indent="0" lvl="1" marL="400050" rtl="0" algn="l">
              <a:lnSpc>
                <a:spcPct val="100000"/>
              </a:lnSpc>
              <a:spcBef>
                <a:spcPts val="220"/>
              </a:spcBef>
              <a:spcAft>
                <a:spcPts val="0"/>
              </a:spcAft>
              <a:buClr>
                <a:schemeClr val="dk1"/>
              </a:buClr>
              <a:buSzPts val="1100"/>
              <a:buNone/>
            </a:pPr>
            <a:r>
              <a:rPr lang="es-MX" sz="1100"/>
              <a:t>100b Otro programa puede leer y escribir en el archivo.</a:t>
            </a:r>
            <a:endParaRPr/>
          </a:p>
          <a:p>
            <a:pPr indent="0" lvl="0" marL="0" rtl="0" algn="l">
              <a:lnSpc>
                <a:spcPct val="100000"/>
              </a:lnSpc>
              <a:spcBef>
                <a:spcPts val="220"/>
              </a:spcBef>
              <a:spcAft>
                <a:spcPts val="0"/>
              </a:spcAft>
              <a:buClr>
                <a:schemeClr val="dk1"/>
              </a:buClr>
              <a:buSzPts val="1100"/>
              <a:buNone/>
            </a:pPr>
            <a:r>
              <a:rPr lang="es-MX" sz="1100"/>
              <a:t>Bit 7: Bit de 'herencia' ó Handle-flag.</a:t>
            </a:r>
            <a:endParaRPr/>
          </a:p>
          <a:p>
            <a:pPr indent="0" lvl="1" marL="400050" rtl="0" algn="l">
              <a:lnSpc>
                <a:spcPct val="100000"/>
              </a:lnSpc>
              <a:spcBef>
                <a:spcPts val="220"/>
              </a:spcBef>
              <a:spcAft>
                <a:spcPts val="0"/>
              </a:spcAft>
              <a:buClr>
                <a:schemeClr val="dk1"/>
              </a:buClr>
              <a:buSzPts val="1100"/>
              <a:buNone/>
            </a:pPr>
            <a:r>
              <a:rPr lang="es-MX" sz="1100"/>
              <a:t>0b Si el handle se hereda por un programa hijo.</a:t>
            </a:r>
            <a:endParaRPr/>
          </a:p>
          <a:p>
            <a:pPr indent="0" lvl="1" marL="400050" rtl="0" algn="l">
              <a:lnSpc>
                <a:spcPct val="100000"/>
              </a:lnSpc>
              <a:spcBef>
                <a:spcPts val="220"/>
              </a:spcBef>
              <a:spcAft>
                <a:spcPts val="0"/>
              </a:spcAft>
              <a:buClr>
                <a:schemeClr val="dk1"/>
              </a:buClr>
              <a:buSzPts val="1100"/>
              <a:buNone/>
            </a:pPr>
            <a:r>
              <a:rPr lang="es-MX" sz="1100"/>
              <a:t>1b Si el handle no se hereda.</a:t>
            </a:r>
            <a:endParaRPr/>
          </a:p>
          <a:p>
            <a:pPr indent="0" lvl="0" marL="0" rtl="0" algn="l">
              <a:lnSpc>
                <a:spcPct val="100000"/>
              </a:lnSpc>
              <a:spcBef>
                <a:spcPts val="220"/>
              </a:spcBef>
              <a:spcAft>
                <a:spcPts val="0"/>
              </a:spcAft>
              <a:buClr>
                <a:schemeClr val="dk1"/>
              </a:buClr>
              <a:buSzPts val="1100"/>
              <a:buNone/>
            </a:pPr>
            <a:r>
              <a:rPr lang="es-MX" sz="1100"/>
              <a:t>DS:DX = Segmento: Desplazamiento de una cadena ASCII con el nombre de fichero.</a:t>
            </a:r>
            <a:endParaRPr/>
          </a:p>
          <a:p>
            <a:pPr indent="0" lvl="0" marL="0" rtl="0" algn="l">
              <a:lnSpc>
                <a:spcPct val="100000"/>
              </a:lnSpc>
              <a:spcBef>
                <a:spcPts val="220"/>
              </a:spcBef>
              <a:spcAft>
                <a:spcPts val="0"/>
              </a:spcAft>
              <a:buClr>
                <a:schemeClr val="dk1"/>
              </a:buClr>
              <a:buSzPts val="1100"/>
              <a:buNone/>
            </a:pPr>
            <a:r>
              <a:rPr lang="es-MX" sz="1100"/>
              <a:t> </a:t>
            </a:r>
            <a:endParaRPr/>
          </a:p>
          <a:p>
            <a:pPr indent="0" lvl="0" marL="0" rtl="0" algn="l">
              <a:lnSpc>
                <a:spcPct val="100000"/>
              </a:lnSpc>
              <a:spcBef>
                <a:spcPts val="220"/>
              </a:spcBef>
              <a:spcAft>
                <a:spcPts val="0"/>
              </a:spcAft>
              <a:buClr>
                <a:schemeClr val="dk1"/>
              </a:buClr>
              <a:buSzPts val="1100"/>
              <a:buNone/>
            </a:pPr>
            <a:r>
              <a:rPr lang="es-MX" sz="1100"/>
              <a:t>DEVUELVE:</a:t>
            </a:r>
            <a:endParaRPr/>
          </a:p>
          <a:p>
            <a:pPr indent="-342900" lvl="0" marL="342900" rtl="0" algn="l">
              <a:lnSpc>
                <a:spcPct val="100000"/>
              </a:lnSpc>
              <a:spcBef>
                <a:spcPts val="220"/>
              </a:spcBef>
              <a:spcAft>
                <a:spcPts val="0"/>
              </a:spcAft>
              <a:buClr>
                <a:schemeClr val="dk1"/>
              </a:buClr>
              <a:buSzPts val="1100"/>
              <a:buChar char="•"/>
            </a:pPr>
            <a:r>
              <a:rPr lang="es-MX" sz="1100"/>
              <a:t>Si se ejecutó correctamente Flag de acarreo (Cf) = 0</a:t>
            </a:r>
            <a:endParaRPr/>
          </a:p>
          <a:p>
            <a:pPr indent="-342900" lvl="0" marL="342900" rtl="0" algn="l">
              <a:lnSpc>
                <a:spcPct val="100000"/>
              </a:lnSpc>
              <a:spcBef>
                <a:spcPts val="220"/>
              </a:spcBef>
              <a:spcAft>
                <a:spcPts val="0"/>
              </a:spcAft>
              <a:buClr>
                <a:schemeClr val="dk1"/>
              </a:buClr>
              <a:buSzPts val="1100"/>
              <a:buChar char="•"/>
            </a:pPr>
            <a:r>
              <a:rPr lang="es-MX" sz="1100"/>
              <a:t>AX = Handle o manejador de fichero</a:t>
            </a:r>
            <a:endParaRPr/>
          </a:p>
          <a:p>
            <a:pPr indent="-342900" lvl="0" marL="342900" rtl="0" algn="l">
              <a:lnSpc>
                <a:spcPct val="100000"/>
              </a:lnSpc>
              <a:spcBef>
                <a:spcPts val="220"/>
              </a:spcBef>
              <a:spcAft>
                <a:spcPts val="0"/>
              </a:spcAft>
              <a:buClr>
                <a:schemeClr val="dk1"/>
              </a:buClr>
              <a:buSzPts val="1100"/>
              <a:buChar char="•"/>
            </a:pPr>
            <a:r>
              <a:rPr lang="es-MX" sz="1100"/>
              <a:t>Si NO se ejecutó correctamente: Flag de acarreo (Cf) = 1</a:t>
            </a:r>
            <a:endParaRPr/>
          </a:p>
          <a:p>
            <a:pPr indent="-342900" lvl="0" marL="342900" rtl="0" algn="l">
              <a:lnSpc>
                <a:spcPct val="100000"/>
              </a:lnSpc>
              <a:spcBef>
                <a:spcPts val="220"/>
              </a:spcBef>
              <a:spcAft>
                <a:spcPts val="0"/>
              </a:spcAft>
              <a:buClr>
                <a:schemeClr val="dk1"/>
              </a:buClr>
              <a:buSzPts val="1100"/>
              <a:buChar char="•"/>
            </a:pPr>
            <a:r>
              <a:rPr lang="es-MX" sz="1100"/>
              <a:t>AX = Código de error.</a:t>
            </a:r>
            <a:endParaRPr/>
          </a:p>
          <a:p>
            <a:pPr indent="0" lvl="0" marL="0" rtl="0" algn="l">
              <a:lnSpc>
                <a:spcPct val="100000"/>
              </a:lnSpc>
              <a:spcBef>
                <a:spcPts val="220"/>
              </a:spcBef>
              <a:spcAft>
                <a:spcPts val="0"/>
              </a:spcAft>
              <a:buClr>
                <a:schemeClr val="dk1"/>
              </a:buClr>
              <a:buSzPts val="1100"/>
              <a:buNone/>
            </a:pPr>
            <a:r>
              <a:rPr lang="es-MX" sz="1100"/>
              <a:t> EFECTO: Mediante esta función se abre un fichero ya existente, y se devuelve un Handle para acceder al fichero en lo sucesivo.</a:t>
            </a:r>
            <a:endParaRPr/>
          </a:p>
        </p:txBody>
      </p:sp>
      <p:sp>
        <p:nvSpPr>
          <p:cNvPr id="1072" name="Google Shape;1072;p1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073" name="Google Shape;1073;p1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1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079" name="Google Shape;1079;p1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304"/>
              </a:spcBef>
              <a:spcAft>
                <a:spcPts val="0"/>
              </a:spcAft>
              <a:buClr>
                <a:schemeClr val="dk1"/>
              </a:buClr>
              <a:buSzPct val="100000"/>
              <a:buNone/>
            </a:pPr>
            <a:r>
              <a:rPr lang="es-MX"/>
              <a:t>        jmp inicio</a:t>
            </a:r>
            <a:endParaRPr/>
          </a:p>
          <a:p>
            <a:pPr indent="0" lvl="0" marL="0" rtl="0" algn="l">
              <a:lnSpc>
                <a:spcPct val="100000"/>
              </a:lnSpc>
              <a:spcBef>
                <a:spcPts val="304"/>
              </a:spcBef>
              <a:spcAft>
                <a:spcPts val="0"/>
              </a:spcAft>
              <a:buClr>
                <a:schemeClr val="dk1"/>
              </a:buClr>
              <a:buSzPct val="100000"/>
              <a:buNone/>
            </a:pPr>
            <a:r>
              <a:rPr lang="es-MX"/>
              <a:t>        archivo db "C:\emu8086\MyBuild\prueba.txt", 0   ;ascii del nombre del archivo </a:t>
            </a:r>
            <a:endParaRPr/>
          </a:p>
          <a:p>
            <a:pPr indent="0" lvl="0" marL="0" rtl="0" algn="l">
              <a:lnSpc>
                <a:spcPct val="100000"/>
              </a:lnSpc>
              <a:spcBef>
                <a:spcPts val="304"/>
              </a:spcBef>
              <a:spcAft>
                <a:spcPts val="0"/>
              </a:spcAft>
              <a:buClr>
                <a:schemeClr val="dk1"/>
              </a:buClr>
              <a:buSzPct val="100000"/>
              <a:buNone/>
            </a:pPr>
            <a:r>
              <a:rPr lang="es-MX"/>
              <a:t>inicio: mov cx, 00H                                     ;Atributos del archivo</a:t>
            </a:r>
            <a:endParaRPr/>
          </a:p>
          <a:p>
            <a:pPr indent="0" lvl="0" marL="0" rtl="0" algn="l">
              <a:lnSpc>
                <a:spcPct val="100000"/>
              </a:lnSpc>
              <a:spcBef>
                <a:spcPts val="304"/>
              </a:spcBef>
              <a:spcAft>
                <a:spcPts val="0"/>
              </a:spcAft>
              <a:buClr>
                <a:schemeClr val="dk1"/>
              </a:buClr>
              <a:buSzPct val="100000"/>
              <a:buNone/>
            </a:pPr>
            <a:r>
              <a:rPr lang="es-MX"/>
              <a:t>        mov dx, offset archivo                          ;offset lugar de memoria donde esta la variable</a:t>
            </a:r>
            <a:endParaRPr/>
          </a:p>
          <a:p>
            <a:pPr indent="0" lvl="0" marL="0" rtl="0" algn="l">
              <a:lnSpc>
                <a:spcPct val="100000"/>
              </a:lnSpc>
              <a:spcBef>
                <a:spcPts val="304"/>
              </a:spcBef>
              <a:spcAft>
                <a:spcPts val="0"/>
              </a:spcAft>
              <a:buClr>
                <a:schemeClr val="dk1"/>
              </a:buClr>
              <a:buSzPct val="100000"/>
              <a:buNone/>
            </a:pPr>
            <a:r>
              <a:rPr lang="es-MX"/>
              <a:t>        mov ah, 3Ch                                     ;Abre archivo, DS:DX apunta al archivo</a:t>
            </a:r>
            <a:endParaRPr/>
          </a:p>
          <a:p>
            <a:pPr indent="0" lvl="0" marL="0" rtl="0" algn="l">
              <a:lnSpc>
                <a:spcPct val="100000"/>
              </a:lnSpc>
              <a:spcBef>
                <a:spcPts val="304"/>
              </a:spcBef>
              <a:spcAft>
                <a:spcPts val="0"/>
              </a:spcAft>
              <a:buClr>
                <a:schemeClr val="dk1"/>
              </a:buClr>
              <a:buSzPct val="100000"/>
              <a:buNone/>
            </a:pPr>
            <a:r>
              <a:rPr lang="es-MX"/>
              <a:t>        int 21h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al, 0                                       ;modo de acceso para abrir arhivo, modo lectura/escritura</a:t>
            </a:r>
            <a:endParaRPr/>
          </a:p>
          <a:p>
            <a:pPr indent="0" lvl="0" marL="0" rtl="0" algn="l">
              <a:lnSpc>
                <a:spcPct val="100000"/>
              </a:lnSpc>
              <a:spcBef>
                <a:spcPts val="304"/>
              </a:spcBef>
              <a:spcAft>
                <a:spcPts val="0"/>
              </a:spcAft>
              <a:buClr>
                <a:schemeClr val="dk1"/>
              </a:buClr>
              <a:buSzPct val="100000"/>
              <a:buNone/>
            </a:pPr>
            <a:r>
              <a:rPr lang="es-MX"/>
              <a:t>        mov dx, offset archivo                          ;offset lugar de memoria donde esta la variable</a:t>
            </a:r>
            <a:endParaRPr/>
          </a:p>
          <a:p>
            <a:pPr indent="0" lvl="0" marL="0" rtl="0" algn="l">
              <a:lnSpc>
                <a:spcPct val="100000"/>
              </a:lnSpc>
              <a:spcBef>
                <a:spcPts val="304"/>
              </a:spcBef>
              <a:spcAft>
                <a:spcPts val="0"/>
              </a:spcAft>
              <a:buClr>
                <a:schemeClr val="dk1"/>
              </a:buClr>
              <a:buSzPct val="100000"/>
              <a:buNone/>
            </a:pPr>
            <a:r>
              <a:rPr lang="es-MX"/>
              <a:t>        mov ah, 3dh                                     ;Abre archivo, DS:DX apunta al archivo</a:t>
            </a:r>
            <a:endParaRPr/>
          </a:p>
          <a:p>
            <a:pPr indent="0" lvl="0" marL="0" rtl="0" algn="l">
              <a:lnSpc>
                <a:spcPct val="100000"/>
              </a:lnSpc>
              <a:spcBef>
                <a:spcPts val="304"/>
              </a:spcBef>
              <a:spcAft>
                <a:spcPts val="0"/>
              </a:spcAft>
              <a:buClr>
                <a:schemeClr val="dk1"/>
              </a:buClr>
              <a:buSzPct val="100000"/>
              <a:buNone/>
            </a:pPr>
            <a:r>
              <a:rPr lang="es-MX"/>
              <a:t>                                                         ;AL = 0 (solo lectura), 1 (solo escritura) o 2 (escritura / lectura).</a:t>
            </a:r>
            <a:endParaRPr/>
          </a:p>
          <a:p>
            <a:pPr indent="0" lvl="0" marL="0" rtl="0" algn="l">
              <a:lnSpc>
                <a:spcPct val="100000"/>
              </a:lnSpc>
              <a:spcBef>
                <a:spcPts val="304"/>
              </a:spcBef>
              <a:spcAft>
                <a:spcPts val="0"/>
              </a:spcAft>
              <a:buClr>
                <a:schemeClr val="dk1"/>
              </a:buClr>
              <a:buSzPct val="100000"/>
              <a:buNone/>
            </a:pPr>
            <a:r>
              <a:rPr lang="es-MX"/>
              <a:t>        int 21h                                         ;llamada a la interrupcion DOS</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        ret </a:t>
            </a:r>
            <a:endParaRPr/>
          </a:p>
        </p:txBody>
      </p:sp>
      <p:sp>
        <p:nvSpPr>
          <p:cNvPr id="1080" name="Google Shape;1080;p1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081" name="Google Shape;1081;p1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INT 21H Función 3EH</a:t>
            </a:r>
            <a:br>
              <a:rPr lang="es-MX"/>
            </a:br>
            <a:endParaRPr/>
          </a:p>
        </p:txBody>
      </p:sp>
      <p:sp>
        <p:nvSpPr>
          <p:cNvPr id="1087" name="Google Shape;1087;p136"/>
          <p:cNvSpPr txBox="1"/>
          <p:nvPr>
            <p:ph idx="1" type="body"/>
          </p:nvPr>
        </p:nvSpPr>
        <p:spPr>
          <a:xfrm>
            <a:off x="457200" y="1052736"/>
            <a:ext cx="8229600" cy="5073427"/>
          </a:xfrm>
          <a:prstGeom prst="rect">
            <a:avLst/>
          </a:prstGeom>
          <a:noFill/>
          <a:ln>
            <a:noFill/>
          </a:ln>
        </p:spPr>
        <p:txBody>
          <a:bodyPr anchorCtr="0" anchor="t" bIns="45700" lIns="91425" spcFirstLastPara="1" rIns="91425" wrap="square" tIns="45700">
            <a:normAutofit fontScale="70000" lnSpcReduction="20000"/>
          </a:bodyPr>
          <a:lstStyle/>
          <a:p>
            <a:pPr indent="0" lvl="0" marL="0" rtl="0" algn="just">
              <a:lnSpc>
                <a:spcPct val="100000"/>
              </a:lnSpc>
              <a:spcBef>
                <a:spcPts val="0"/>
              </a:spcBef>
              <a:spcAft>
                <a:spcPts val="0"/>
              </a:spcAft>
              <a:buClr>
                <a:schemeClr val="dk1"/>
              </a:buClr>
              <a:buSzPct val="100000"/>
              <a:buNone/>
            </a:pPr>
            <a:r>
              <a:rPr lang="es-MX"/>
              <a:t>Cerrar Archivo</a:t>
            </a:r>
            <a:endParaRPr/>
          </a:p>
          <a:p>
            <a:pPr indent="0" lvl="0" marL="0" rtl="0" algn="just">
              <a:lnSpc>
                <a:spcPct val="100000"/>
              </a:lnSpc>
              <a:spcBef>
                <a:spcPts val="448"/>
              </a:spcBef>
              <a:spcAft>
                <a:spcPts val="0"/>
              </a:spcAft>
              <a:buClr>
                <a:schemeClr val="dk1"/>
              </a:buClr>
              <a:buSzPct val="100000"/>
              <a:buNone/>
            </a:pPr>
            <a:r>
              <a:rPr lang="es-MX"/>
              <a:t>LLAMADA: AH = 3EH</a:t>
            </a:r>
            <a:endParaRPr/>
          </a:p>
          <a:p>
            <a:pPr indent="0" lvl="0" marL="0" rtl="0" algn="just">
              <a:lnSpc>
                <a:spcPct val="100000"/>
              </a:lnSpc>
              <a:spcBef>
                <a:spcPts val="448"/>
              </a:spcBef>
              <a:spcAft>
                <a:spcPts val="0"/>
              </a:spcAft>
              <a:buClr>
                <a:schemeClr val="dk1"/>
              </a:buClr>
              <a:buSzPct val="100000"/>
              <a:buNone/>
            </a:pPr>
            <a:r>
              <a:rPr lang="es-MX"/>
              <a:t>BX = Handle.</a:t>
            </a:r>
            <a:endParaRPr/>
          </a:p>
          <a:p>
            <a:pPr indent="0" lvl="0" marL="0" rtl="0" algn="just">
              <a:lnSpc>
                <a:spcPct val="100000"/>
              </a:lnSpc>
              <a:spcBef>
                <a:spcPts val="448"/>
              </a:spcBef>
              <a:spcAft>
                <a:spcPts val="0"/>
              </a:spcAft>
              <a:buClr>
                <a:schemeClr val="dk1"/>
              </a:buClr>
              <a:buSzPct val="100000"/>
              <a:buNone/>
            </a:pPr>
            <a:r>
              <a:rPr lang="es-MX"/>
              <a:t> </a:t>
            </a:r>
            <a:endParaRPr/>
          </a:p>
          <a:p>
            <a:pPr indent="0" lvl="0" marL="0" rtl="0" algn="just">
              <a:lnSpc>
                <a:spcPct val="100000"/>
              </a:lnSpc>
              <a:spcBef>
                <a:spcPts val="448"/>
              </a:spcBef>
              <a:spcAft>
                <a:spcPts val="0"/>
              </a:spcAft>
              <a:buClr>
                <a:schemeClr val="dk1"/>
              </a:buClr>
              <a:buSzPct val="100000"/>
              <a:buNone/>
            </a:pPr>
            <a:r>
              <a:rPr lang="es-MX"/>
              <a:t>DEVUELVE:</a:t>
            </a:r>
            <a:endParaRPr/>
          </a:p>
          <a:p>
            <a:pPr indent="-342900" lvl="0" marL="342900" rtl="0" algn="just">
              <a:lnSpc>
                <a:spcPct val="100000"/>
              </a:lnSpc>
              <a:spcBef>
                <a:spcPts val="448"/>
              </a:spcBef>
              <a:spcAft>
                <a:spcPts val="0"/>
              </a:spcAft>
              <a:buClr>
                <a:schemeClr val="dk1"/>
              </a:buClr>
              <a:buSzPct val="100000"/>
              <a:buChar char="•"/>
            </a:pPr>
            <a:r>
              <a:rPr lang="es-MX"/>
              <a:t>Si se ejecutó correctamente:</a:t>
            </a:r>
            <a:endParaRPr/>
          </a:p>
          <a:p>
            <a:pPr indent="-342900" lvl="0" marL="342900" rtl="0" algn="just">
              <a:lnSpc>
                <a:spcPct val="100000"/>
              </a:lnSpc>
              <a:spcBef>
                <a:spcPts val="448"/>
              </a:spcBef>
              <a:spcAft>
                <a:spcPts val="0"/>
              </a:spcAft>
              <a:buClr>
                <a:schemeClr val="dk1"/>
              </a:buClr>
              <a:buSzPct val="100000"/>
              <a:buChar char="•"/>
            </a:pPr>
            <a:r>
              <a:rPr lang="es-MX"/>
              <a:t>Flag de acarreo (Cf) = 0</a:t>
            </a:r>
            <a:endParaRPr/>
          </a:p>
          <a:p>
            <a:pPr indent="-342900" lvl="0" marL="342900" rtl="0" algn="just">
              <a:lnSpc>
                <a:spcPct val="100000"/>
              </a:lnSpc>
              <a:spcBef>
                <a:spcPts val="448"/>
              </a:spcBef>
              <a:spcAft>
                <a:spcPts val="0"/>
              </a:spcAft>
              <a:buClr>
                <a:schemeClr val="dk1"/>
              </a:buClr>
              <a:buSzPct val="100000"/>
              <a:buChar char="•"/>
            </a:pPr>
            <a:r>
              <a:rPr lang="es-MX"/>
              <a:t>Si NO se ejecutó correctamente: Flag de acarreo (Cf) = 1</a:t>
            </a:r>
            <a:endParaRPr/>
          </a:p>
          <a:p>
            <a:pPr indent="-342900" lvl="0" marL="342900" rtl="0" algn="just">
              <a:lnSpc>
                <a:spcPct val="100000"/>
              </a:lnSpc>
              <a:spcBef>
                <a:spcPts val="448"/>
              </a:spcBef>
              <a:spcAft>
                <a:spcPts val="0"/>
              </a:spcAft>
              <a:buClr>
                <a:schemeClr val="dk1"/>
              </a:buClr>
              <a:buSzPct val="100000"/>
              <a:buChar char="•"/>
            </a:pPr>
            <a:r>
              <a:rPr lang="es-MX"/>
              <a:t>AX = Código de error.</a:t>
            </a:r>
            <a:endParaRPr/>
          </a:p>
          <a:p>
            <a:pPr indent="0" lvl="0" marL="0" rtl="0" algn="just">
              <a:lnSpc>
                <a:spcPct val="100000"/>
              </a:lnSpc>
              <a:spcBef>
                <a:spcPts val="448"/>
              </a:spcBef>
              <a:spcAft>
                <a:spcPts val="0"/>
              </a:spcAft>
              <a:buClr>
                <a:schemeClr val="dk1"/>
              </a:buClr>
              <a:buSzPct val="100000"/>
              <a:buNone/>
            </a:pPr>
            <a:r>
              <a:rPr lang="es-MX"/>
              <a:t> </a:t>
            </a:r>
            <a:endParaRPr/>
          </a:p>
          <a:p>
            <a:pPr indent="0" lvl="0" marL="0" rtl="0" algn="just">
              <a:lnSpc>
                <a:spcPct val="100000"/>
              </a:lnSpc>
              <a:spcBef>
                <a:spcPts val="448"/>
              </a:spcBef>
              <a:spcAft>
                <a:spcPts val="0"/>
              </a:spcAft>
              <a:buClr>
                <a:schemeClr val="dk1"/>
              </a:buClr>
              <a:buSzPct val="100000"/>
              <a:buNone/>
            </a:pPr>
            <a:r>
              <a:rPr lang="es-MX"/>
              <a:t>EFECTO: Mediante esta función se cierra un fichero que estuviera abierto. Se utiliza el Handle para indicar el fichero a cerrar. Tras cerrar el fichero, dicho Handle se libera para nuevos ficheros. Se vuelvan al disco todos los buffers internos asociados al fichero.</a:t>
            </a:r>
            <a:endParaRPr/>
          </a:p>
        </p:txBody>
      </p:sp>
      <p:sp>
        <p:nvSpPr>
          <p:cNvPr id="1088" name="Google Shape;1088;p1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089" name="Google Shape;1089;p1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Ejemplo: INT 21H Función 3EH</a:t>
            </a:r>
            <a:endParaRPr/>
          </a:p>
        </p:txBody>
      </p:sp>
      <p:sp>
        <p:nvSpPr>
          <p:cNvPr id="1095" name="Google Shape;1095;p1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114300" rtl="0" algn="l">
              <a:lnSpc>
                <a:spcPct val="100000"/>
              </a:lnSpc>
              <a:spcBef>
                <a:spcPts val="360"/>
              </a:spcBef>
              <a:spcAft>
                <a:spcPts val="0"/>
              </a:spcAft>
              <a:buSzPct val="118421"/>
              <a:buNone/>
            </a:pPr>
            <a:r>
              <a:rPr lang="es-MX"/>
              <a:t>org 100h</a:t>
            </a:r>
            <a:endParaRPr/>
          </a:p>
          <a:p>
            <a:pPr indent="0" lvl="0" marL="114300" rtl="0" algn="l">
              <a:lnSpc>
                <a:spcPct val="100000"/>
              </a:lnSpc>
              <a:spcBef>
                <a:spcPts val="360"/>
              </a:spcBef>
              <a:spcAft>
                <a:spcPts val="0"/>
              </a:spcAft>
              <a:buSzPct val="118421"/>
              <a:buNone/>
            </a:pPr>
            <a:r>
              <a:rPr lang="es-MX"/>
              <a:t>        jmp inicio</a:t>
            </a:r>
            <a:endParaRPr/>
          </a:p>
          <a:p>
            <a:pPr indent="0" lvl="0" marL="114300" rtl="0" algn="l">
              <a:lnSpc>
                <a:spcPct val="100000"/>
              </a:lnSpc>
              <a:spcBef>
                <a:spcPts val="360"/>
              </a:spcBef>
              <a:spcAft>
                <a:spcPts val="0"/>
              </a:spcAft>
              <a:buSzPct val="118421"/>
              <a:buNone/>
            </a:pPr>
            <a:r>
              <a:rPr lang="es-MX"/>
              <a:t>        archivo db "C:\emu8086\MyBuild\juan.txt", 0   ;ascii del nombre del archivo</a:t>
            </a:r>
            <a:endParaRPr/>
          </a:p>
          <a:p>
            <a:pPr indent="0" lvl="0" marL="114300" rtl="0" algn="l">
              <a:lnSpc>
                <a:spcPct val="100000"/>
              </a:lnSpc>
              <a:spcBef>
                <a:spcPts val="360"/>
              </a:spcBef>
              <a:spcAft>
                <a:spcPts val="0"/>
              </a:spcAft>
              <a:buSzPct val="118421"/>
              <a:buNone/>
            </a:pPr>
            <a:r>
              <a:rPr lang="es-MX"/>
              <a:t>inicio: mov cx, 00H                                     ;Atributos del archivo</a:t>
            </a:r>
            <a:endParaRPr/>
          </a:p>
          <a:p>
            <a:pPr indent="0" lvl="0" marL="114300" rtl="0" algn="l">
              <a:lnSpc>
                <a:spcPct val="100000"/>
              </a:lnSpc>
              <a:spcBef>
                <a:spcPts val="360"/>
              </a:spcBef>
              <a:spcAft>
                <a:spcPts val="0"/>
              </a:spcAft>
              <a:buSzPct val="118421"/>
              <a:buNone/>
            </a:pPr>
            <a:r>
              <a:rPr lang="es-MX"/>
              <a:t>        mov dx, offset archivo                          ;offset lugar de memoria donde esta la variable</a:t>
            </a:r>
            <a:endParaRPr/>
          </a:p>
          <a:p>
            <a:pPr indent="0" lvl="0" marL="114300" rtl="0" algn="l">
              <a:lnSpc>
                <a:spcPct val="100000"/>
              </a:lnSpc>
              <a:spcBef>
                <a:spcPts val="360"/>
              </a:spcBef>
              <a:spcAft>
                <a:spcPts val="0"/>
              </a:spcAft>
              <a:buSzPct val="118421"/>
              <a:buNone/>
            </a:pPr>
            <a:r>
              <a:rPr lang="es-MX"/>
              <a:t>        mov ah, 3Ch                                     ;Crea archivo, DS:DX apunta al archivo</a:t>
            </a:r>
            <a:endParaRPr/>
          </a:p>
          <a:p>
            <a:pPr indent="0" lvl="0" marL="114300" rtl="0" algn="l">
              <a:lnSpc>
                <a:spcPct val="100000"/>
              </a:lnSpc>
              <a:spcBef>
                <a:spcPts val="360"/>
              </a:spcBef>
              <a:spcAft>
                <a:spcPts val="0"/>
              </a:spcAft>
              <a:buSzPct val="118421"/>
              <a:buNone/>
            </a:pPr>
            <a:r>
              <a:rPr lang="es-MX"/>
              <a:t>        int 21h</a:t>
            </a:r>
            <a:endParaRPr/>
          </a:p>
          <a:p>
            <a:pPr indent="0" lvl="0" marL="114300" rtl="0" algn="l">
              <a:lnSpc>
                <a:spcPct val="100000"/>
              </a:lnSpc>
              <a:spcBef>
                <a:spcPts val="360"/>
              </a:spcBef>
              <a:spcAft>
                <a:spcPts val="0"/>
              </a:spcAft>
              <a:buSzPct val="118421"/>
              <a:buNone/>
            </a:pPr>
            <a:r>
              <a:t/>
            </a:r>
            <a:endParaRPr/>
          </a:p>
          <a:p>
            <a:pPr indent="0" lvl="0" marL="114300" rtl="0" algn="l">
              <a:lnSpc>
                <a:spcPct val="100000"/>
              </a:lnSpc>
              <a:spcBef>
                <a:spcPts val="360"/>
              </a:spcBef>
              <a:spcAft>
                <a:spcPts val="0"/>
              </a:spcAft>
              <a:buSzPct val="118421"/>
              <a:buNone/>
            </a:pPr>
            <a:r>
              <a:rPr lang="es-MX"/>
              <a:t>        mov al, 2                                       ;modo de acceso, lectura/escritura</a:t>
            </a:r>
            <a:endParaRPr/>
          </a:p>
          <a:p>
            <a:pPr indent="0" lvl="0" marL="114300" rtl="0" algn="l">
              <a:lnSpc>
                <a:spcPct val="100000"/>
              </a:lnSpc>
              <a:spcBef>
                <a:spcPts val="360"/>
              </a:spcBef>
              <a:spcAft>
                <a:spcPts val="0"/>
              </a:spcAft>
              <a:buSzPct val="118421"/>
              <a:buNone/>
            </a:pPr>
            <a:r>
              <a:rPr lang="es-MX"/>
              <a:t>        mov dx, offset archivo                          ;offset lugar de memoria donde esta la variable</a:t>
            </a:r>
            <a:endParaRPr/>
          </a:p>
          <a:p>
            <a:pPr indent="0" lvl="0" marL="114300" rtl="0" algn="l">
              <a:lnSpc>
                <a:spcPct val="100000"/>
              </a:lnSpc>
              <a:spcBef>
                <a:spcPts val="360"/>
              </a:spcBef>
              <a:spcAft>
                <a:spcPts val="0"/>
              </a:spcAft>
              <a:buSzPct val="118421"/>
              <a:buNone/>
            </a:pPr>
            <a:r>
              <a:rPr lang="es-MX"/>
              <a:t>        mov ah, 3Dh                                     ;Abre archivo, DS:DX apunta al archivo</a:t>
            </a:r>
            <a:endParaRPr/>
          </a:p>
          <a:p>
            <a:pPr indent="0" lvl="0" marL="114300" rtl="0" algn="l">
              <a:lnSpc>
                <a:spcPct val="100000"/>
              </a:lnSpc>
              <a:spcBef>
                <a:spcPts val="360"/>
              </a:spcBef>
              <a:spcAft>
                <a:spcPts val="0"/>
              </a:spcAft>
              <a:buSzPct val="118421"/>
              <a:buNone/>
            </a:pPr>
            <a:r>
              <a:rPr lang="es-MX"/>
              <a:t>        int 21h                                         ;AX = handle del archivo</a:t>
            </a:r>
            <a:endParaRPr/>
          </a:p>
          <a:p>
            <a:pPr indent="0" lvl="0" marL="114300" rtl="0" algn="l">
              <a:lnSpc>
                <a:spcPct val="100000"/>
              </a:lnSpc>
              <a:spcBef>
                <a:spcPts val="360"/>
              </a:spcBef>
              <a:spcAft>
                <a:spcPts val="0"/>
              </a:spcAft>
              <a:buSzPct val="118421"/>
              <a:buNone/>
            </a:pPr>
            <a:r>
              <a:t/>
            </a:r>
            <a:endParaRPr/>
          </a:p>
          <a:p>
            <a:pPr indent="0" lvl="0" marL="114300" rtl="0" algn="l">
              <a:lnSpc>
                <a:spcPct val="100000"/>
              </a:lnSpc>
              <a:spcBef>
                <a:spcPts val="360"/>
              </a:spcBef>
              <a:spcAft>
                <a:spcPts val="0"/>
              </a:spcAft>
              <a:buSzPct val="118421"/>
              <a:buNone/>
            </a:pPr>
            <a:r>
              <a:rPr lang="es-MX"/>
              <a:t>        mov bx, ax                                      ;BX = handle (3Eh lo necesita en BX)</a:t>
            </a:r>
            <a:endParaRPr/>
          </a:p>
          <a:p>
            <a:pPr indent="0" lvl="0" marL="114300" rtl="0" algn="l">
              <a:lnSpc>
                <a:spcPct val="100000"/>
              </a:lnSpc>
              <a:spcBef>
                <a:spcPts val="360"/>
              </a:spcBef>
              <a:spcAft>
                <a:spcPts val="0"/>
              </a:spcAft>
              <a:buSzPct val="118421"/>
              <a:buNone/>
            </a:pPr>
            <a:r>
              <a:rPr lang="es-MX"/>
              <a:t>        mov ah, 3Eh                                     ;Cierra archivo</a:t>
            </a:r>
            <a:endParaRPr/>
          </a:p>
          <a:p>
            <a:pPr indent="0" lvl="0" marL="114300" rtl="0" algn="l">
              <a:lnSpc>
                <a:spcPct val="100000"/>
              </a:lnSpc>
              <a:spcBef>
                <a:spcPts val="360"/>
              </a:spcBef>
              <a:spcAft>
                <a:spcPts val="0"/>
              </a:spcAft>
              <a:buSzPct val="118421"/>
              <a:buNone/>
            </a:pPr>
            <a:r>
              <a:rPr lang="es-MX"/>
              <a:t>        int 21h                                         ;llamada a la interrupcion DOS</a:t>
            </a:r>
            <a:endParaRPr/>
          </a:p>
          <a:p>
            <a:pPr indent="0" lvl="0" marL="114300" rtl="0" algn="l">
              <a:lnSpc>
                <a:spcPct val="100000"/>
              </a:lnSpc>
              <a:spcBef>
                <a:spcPts val="360"/>
              </a:spcBef>
              <a:spcAft>
                <a:spcPts val="0"/>
              </a:spcAft>
              <a:buSzPct val="118421"/>
              <a:buNone/>
            </a:pPr>
            <a:r>
              <a:t/>
            </a:r>
            <a:endParaRPr/>
          </a:p>
          <a:p>
            <a:pPr indent="0" lvl="0" marL="114300" rtl="0" algn="l">
              <a:lnSpc>
                <a:spcPct val="100000"/>
              </a:lnSpc>
              <a:spcBef>
                <a:spcPts val="360"/>
              </a:spcBef>
              <a:spcAft>
                <a:spcPts val="0"/>
              </a:spcAft>
              <a:buSzPct val="118421"/>
              <a:buNone/>
            </a:pPr>
            <a:r>
              <a:rPr lang="es-MX"/>
              <a:t>        ret</a:t>
            </a:r>
            <a:endParaRPr/>
          </a:p>
        </p:txBody>
      </p:sp>
      <p:sp>
        <p:nvSpPr>
          <p:cNvPr id="1096" name="Google Shape;1096;p1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t>INT 21H Función 3FH</a:t>
            </a:r>
            <a:endParaRPr/>
          </a:p>
        </p:txBody>
      </p:sp>
      <p:sp>
        <p:nvSpPr>
          <p:cNvPr id="1102" name="Google Shape;1102;p1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just">
              <a:lnSpc>
                <a:spcPct val="100000"/>
              </a:lnSpc>
              <a:spcBef>
                <a:spcPts val="0"/>
              </a:spcBef>
              <a:spcAft>
                <a:spcPts val="0"/>
              </a:spcAft>
              <a:buClr>
                <a:schemeClr val="dk1"/>
              </a:buClr>
              <a:buSzPct val="100000"/>
              <a:buNone/>
            </a:pPr>
            <a:r>
              <a:rPr lang="es-MX"/>
              <a:t>Lectura de Fichero o dispositivo</a:t>
            </a:r>
            <a:endParaRPr/>
          </a:p>
          <a:p>
            <a:pPr indent="0" lvl="0" marL="0" rtl="0" algn="just">
              <a:lnSpc>
                <a:spcPct val="100000"/>
              </a:lnSpc>
              <a:spcBef>
                <a:spcPts val="304"/>
              </a:spcBef>
              <a:spcAft>
                <a:spcPts val="0"/>
              </a:spcAft>
              <a:buClr>
                <a:schemeClr val="dk1"/>
              </a:buClr>
              <a:buSzPct val="100000"/>
              <a:buNone/>
            </a:pPr>
            <a:r>
              <a:rPr lang="es-MX"/>
              <a:t>LLAMADA: AH = 3FH</a:t>
            </a:r>
            <a:endParaRPr/>
          </a:p>
          <a:p>
            <a:pPr indent="0" lvl="0" marL="0" rtl="0" algn="just">
              <a:lnSpc>
                <a:spcPct val="100000"/>
              </a:lnSpc>
              <a:spcBef>
                <a:spcPts val="304"/>
              </a:spcBef>
              <a:spcAft>
                <a:spcPts val="0"/>
              </a:spcAft>
              <a:buClr>
                <a:schemeClr val="dk1"/>
              </a:buClr>
              <a:buSzPct val="100000"/>
              <a:buNone/>
            </a:pPr>
            <a:r>
              <a:rPr lang="es-MX"/>
              <a:t>BX = Handle.</a:t>
            </a:r>
            <a:endParaRPr/>
          </a:p>
          <a:p>
            <a:pPr indent="0" lvl="0" marL="0" rtl="0" algn="just">
              <a:lnSpc>
                <a:spcPct val="100000"/>
              </a:lnSpc>
              <a:spcBef>
                <a:spcPts val="304"/>
              </a:spcBef>
              <a:spcAft>
                <a:spcPts val="0"/>
              </a:spcAft>
              <a:buClr>
                <a:schemeClr val="dk1"/>
              </a:buClr>
              <a:buSzPct val="100000"/>
              <a:buNone/>
            </a:pPr>
            <a:r>
              <a:rPr lang="es-MX"/>
              <a:t>CX = Número de bytes a leer.</a:t>
            </a:r>
            <a:endParaRPr/>
          </a:p>
          <a:p>
            <a:pPr indent="0" lvl="0" marL="0" rtl="0" algn="just">
              <a:lnSpc>
                <a:spcPct val="100000"/>
              </a:lnSpc>
              <a:spcBef>
                <a:spcPts val="304"/>
              </a:spcBef>
              <a:spcAft>
                <a:spcPts val="0"/>
              </a:spcAft>
              <a:buClr>
                <a:schemeClr val="dk1"/>
              </a:buClr>
              <a:buSzPct val="100000"/>
              <a:buNone/>
            </a:pPr>
            <a:r>
              <a:rPr lang="es-MX"/>
              <a:t>DS:DX = Segmento: Desplazamiento del buffer donde se depositarán los caracteres leídos</a:t>
            </a:r>
            <a:endParaRPr/>
          </a:p>
          <a:p>
            <a:pPr indent="0" lvl="0" marL="0" rtl="0" algn="just">
              <a:lnSpc>
                <a:spcPct val="100000"/>
              </a:lnSpc>
              <a:spcBef>
                <a:spcPts val="304"/>
              </a:spcBef>
              <a:spcAft>
                <a:spcPts val="0"/>
              </a:spcAft>
              <a:buClr>
                <a:schemeClr val="dk1"/>
              </a:buClr>
              <a:buSzPct val="100000"/>
              <a:buNone/>
            </a:pPr>
            <a:r>
              <a:rPr lang="es-MX"/>
              <a:t> </a:t>
            </a:r>
            <a:endParaRPr/>
          </a:p>
          <a:p>
            <a:pPr indent="0" lvl="0" marL="0" rtl="0" algn="just">
              <a:lnSpc>
                <a:spcPct val="100000"/>
              </a:lnSpc>
              <a:spcBef>
                <a:spcPts val="304"/>
              </a:spcBef>
              <a:spcAft>
                <a:spcPts val="0"/>
              </a:spcAft>
              <a:buClr>
                <a:schemeClr val="dk1"/>
              </a:buClr>
              <a:buSzPct val="100000"/>
              <a:buNone/>
            </a:pPr>
            <a:r>
              <a:rPr lang="es-MX"/>
              <a:t>DEVUELVE:</a:t>
            </a:r>
            <a:endParaRPr/>
          </a:p>
          <a:p>
            <a:pPr indent="-342900" lvl="0" marL="342900" rtl="0" algn="just">
              <a:lnSpc>
                <a:spcPct val="100000"/>
              </a:lnSpc>
              <a:spcBef>
                <a:spcPts val="304"/>
              </a:spcBef>
              <a:spcAft>
                <a:spcPts val="0"/>
              </a:spcAft>
              <a:buClr>
                <a:schemeClr val="dk1"/>
              </a:buClr>
              <a:buSzPct val="100000"/>
              <a:buChar char="•"/>
            </a:pPr>
            <a:r>
              <a:rPr lang="es-MX"/>
              <a:t>Si se ejecutó correctamente: Flag de acarreo (Cf) = 0</a:t>
            </a:r>
            <a:endParaRPr/>
          </a:p>
          <a:p>
            <a:pPr indent="-342900" lvl="0" marL="342900" rtl="0" algn="just">
              <a:lnSpc>
                <a:spcPct val="100000"/>
              </a:lnSpc>
              <a:spcBef>
                <a:spcPts val="304"/>
              </a:spcBef>
              <a:spcAft>
                <a:spcPts val="0"/>
              </a:spcAft>
              <a:buClr>
                <a:schemeClr val="dk1"/>
              </a:buClr>
              <a:buSzPct val="100000"/>
              <a:buChar char="•"/>
            </a:pPr>
            <a:r>
              <a:rPr lang="es-MX"/>
              <a:t>AX = Bytes transferidos</a:t>
            </a:r>
            <a:endParaRPr/>
          </a:p>
          <a:p>
            <a:pPr indent="-342900" lvl="0" marL="342900" rtl="0" algn="just">
              <a:lnSpc>
                <a:spcPct val="100000"/>
              </a:lnSpc>
              <a:spcBef>
                <a:spcPts val="304"/>
              </a:spcBef>
              <a:spcAft>
                <a:spcPts val="0"/>
              </a:spcAft>
              <a:buClr>
                <a:schemeClr val="dk1"/>
              </a:buClr>
              <a:buSzPct val="100000"/>
              <a:buChar char="•"/>
            </a:pPr>
            <a:r>
              <a:rPr lang="es-MX"/>
              <a:t>Si NO se ejecutó correctamente: Flag de acarreo (Cf) = 1</a:t>
            </a:r>
            <a:endParaRPr/>
          </a:p>
          <a:p>
            <a:pPr indent="-342900" lvl="0" marL="342900" rtl="0" algn="just">
              <a:lnSpc>
                <a:spcPct val="100000"/>
              </a:lnSpc>
              <a:spcBef>
                <a:spcPts val="304"/>
              </a:spcBef>
              <a:spcAft>
                <a:spcPts val="0"/>
              </a:spcAft>
              <a:buClr>
                <a:schemeClr val="dk1"/>
              </a:buClr>
              <a:buSzPct val="100000"/>
              <a:buChar char="•"/>
            </a:pPr>
            <a:r>
              <a:rPr lang="es-MX"/>
              <a:t>AX = Código de error.</a:t>
            </a:r>
            <a:endParaRPr/>
          </a:p>
          <a:p>
            <a:pPr indent="0" lvl="0" marL="0" rtl="0" algn="just">
              <a:lnSpc>
                <a:spcPct val="100000"/>
              </a:lnSpc>
              <a:spcBef>
                <a:spcPts val="304"/>
              </a:spcBef>
              <a:spcAft>
                <a:spcPts val="0"/>
              </a:spcAft>
              <a:buClr>
                <a:schemeClr val="dk1"/>
              </a:buClr>
              <a:buSzPct val="100000"/>
              <a:buNone/>
            </a:pPr>
            <a:r>
              <a:rPr lang="es-MX"/>
              <a:t> </a:t>
            </a:r>
            <a:endParaRPr/>
          </a:p>
          <a:p>
            <a:pPr indent="0" lvl="0" marL="0" rtl="0" algn="just">
              <a:lnSpc>
                <a:spcPct val="100000"/>
              </a:lnSpc>
              <a:spcBef>
                <a:spcPts val="304"/>
              </a:spcBef>
              <a:spcAft>
                <a:spcPts val="0"/>
              </a:spcAft>
              <a:buClr>
                <a:schemeClr val="dk1"/>
              </a:buClr>
              <a:buSzPct val="100000"/>
              <a:buNone/>
            </a:pPr>
            <a:r>
              <a:rPr lang="es-MX"/>
              <a:t>EFECTO: Dado un handle válido, se realiza una transferencia desde el fichero referenciado por ese handle hacia el buffer de memoria especificado mediante DS:DX. Se transferirán tantos caracteres como se especifique en CX. Acto seguido, se actualiza el puntero de fichero hasta el carácter que sigue al bloque leído. Mediante esta función es posible leer caracteres del teclado, usando el handle 0.</a:t>
            </a:r>
            <a:endParaRPr/>
          </a:p>
        </p:txBody>
      </p:sp>
      <p:sp>
        <p:nvSpPr>
          <p:cNvPr id="1103" name="Google Shape;1103;p1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104" name="Google Shape;1104;p1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1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Ejemplo: INT 21H Función 3FH</a:t>
            </a:r>
            <a:endParaRPr/>
          </a:p>
        </p:txBody>
      </p:sp>
      <p:sp>
        <p:nvSpPr>
          <p:cNvPr id="1110" name="Google Shape;1110;p1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32500" lnSpcReduction="20000"/>
          </a:bodyPr>
          <a:lstStyle/>
          <a:p>
            <a:pPr indent="0" lvl="0" marL="114300" rtl="0" algn="l">
              <a:lnSpc>
                <a:spcPct val="100000"/>
              </a:lnSpc>
              <a:spcBef>
                <a:spcPts val="360"/>
              </a:spcBef>
              <a:spcAft>
                <a:spcPts val="0"/>
              </a:spcAft>
              <a:buSzPct val="173077"/>
              <a:buNone/>
            </a:pPr>
            <a:r>
              <a:rPr lang="es-MX"/>
              <a:t>org 100h</a:t>
            </a:r>
            <a:endParaRPr/>
          </a:p>
          <a:p>
            <a:pPr indent="0" lvl="0" marL="114300" rtl="0" algn="l">
              <a:lnSpc>
                <a:spcPct val="100000"/>
              </a:lnSpc>
              <a:spcBef>
                <a:spcPts val="360"/>
              </a:spcBef>
              <a:spcAft>
                <a:spcPts val="0"/>
              </a:spcAft>
              <a:buSzPct val="173077"/>
              <a:buNone/>
            </a:pPr>
            <a:r>
              <a:rPr lang="es-MX"/>
              <a:t>        jmp inicio</a:t>
            </a:r>
            <a:endParaRPr/>
          </a:p>
          <a:p>
            <a:pPr indent="0" lvl="0" marL="114300" rtl="0" algn="l">
              <a:lnSpc>
                <a:spcPct val="100000"/>
              </a:lnSpc>
              <a:spcBef>
                <a:spcPts val="360"/>
              </a:spcBef>
              <a:spcAft>
                <a:spcPts val="0"/>
              </a:spcAft>
              <a:buSzPct val="173077"/>
              <a:buNone/>
            </a:pPr>
            <a:r>
              <a:rPr lang="es-MX"/>
              <a:t>        archivo db "C:\emu8086\MyBuild\prueba.txt", 0   ;ascii del nombre del archivo</a:t>
            </a:r>
            <a:endParaRPr/>
          </a:p>
          <a:p>
            <a:pPr indent="0" lvl="0" marL="114300" rtl="0" algn="l">
              <a:lnSpc>
                <a:spcPct val="100000"/>
              </a:lnSpc>
              <a:spcBef>
                <a:spcPts val="360"/>
              </a:spcBef>
              <a:spcAft>
                <a:spcPts val="0"/>
              </a:spcAft>
              <a:buSzPct val="173077"/>
              <a:buNone/>
            </a:pPr>
            <a:r>
              <a:rPr lang="es-MX"/>
              <a:t>        buffer  db 51 dup('$')                          ;lugar donde se guarda lo leido (lleno de '$' para imprimirlo)</a:t>
            </a:r>
            <a:endParaRPr/>
          </a:p>
          <a:p>
            <a:pPr indent="0" lvl="0" marL="114300" rtl="0" algn="l">
              <a:lnSpc>
                <a:spcPct val="100000"/>
              </a:lnSpc>
              <a:spcBef>
                <a:spcPts val="360"/>
              </a:spcBef>
              <a:spcAft>
                <a:spcPts val="0"/>
              </a:spcAft>
              <a:buSzPct val="173077"/>
              <a:buNone/>
            </a:pPr>
            <a:r>
              <a:rPr lang="es-MX"/>
              <a:t>inicio: mov al, 0                                       ;modo de acceso, solo lectura</a:t>
            </a:r>
            <a:endParaRPr/>
          </a:p>
          <a:p>
            <a:pPr indent="0" lvl="0" marL="114300" rtl="0" algn="l">
              <a:lnSpc>
                <a:spcPct val="100000"/>
              </a:lnSpc>
              <a:spcBef>
                <a:spcPts val="360"/>
              </a:spcBef>
              <a:spcAft>
                <a:spcPts val="0"/>
              </a:spcAft>
              <a:buSzPct val="173077"/>
              <a:buNone/>
            </a:pPr>
            <a:r>
              <a:rPr lang="es-MX"/>
              <a:t>        mov dx, offset archivo                          ;offset lugar de memoria donde esta la variable</a:t>
            </a:r>
            <a:endParaRPr/>
          </a:p>
          <a:p>
            <a:pPr indent="0" lvl="0" marL="114300" rtl="0" algn="l">
              <a:lnSpc>
                <a:spcPct val="100000"/>
              </a:lnSpc>
              <a:spcBef>
                <a:spcPts val="360"/>
              </a:spcBef>
              <a:spcAft>
                <a:spcPts val="0"/>
              </a:spcAft>
              <a:buSzPct val="173077"/>
              <a:buNone/>
            </a:pPr>
            <a:r>
              <a:rPr lang="es-MX"/>
              <a:t>        mov ah, 3Dh                                     ;Abre archivo, DS:DX apunta al archivo</a:t>
            </a:r>
            <a:endParaRPr/>
          </a:p>
          <a:p>
            <a:pPr indent="0" lvl="0" marL="114300" rtl="0" algn="l">
              <a:lnSpc>
                <a:spcPct val="100000"/>
              </a:lnSpc>
              <a:spcBef>
                <a:spcPts val="360"/>
              </a:spcBef>
              <a:spcAft>
                <a:spcPts val="0"/>
              </a:spcAft>
              <a:buSzPct val="173077"/>
              <a:buNone/>
            </a:pPr>
            <a:r>
              <a:rPr lang="es-MX"/>
              <a:t>        int 21h                                         ;AX = handle del archivo</a:t>
            </a:r>
            <a:endParaRPr/>
          </a:p>
          <a:p>
            <a:pPr indent="0" lvl="0" marL="114300" rtl="0" algn="l">
              <a:lnSpc>
                <a:spcPct val="100000"/>
              </a:lnSpc>
              <a:spcBef>
                <a:spcPts val="360"/>
              </a:spcBef>
              <a:spcAft>
                <a:spcPts val="0"/>
              </a:spcAft>
              <a:buSzPct val="173077"/>
              <a:buNone/>
            </a:pPr>
            <a:r>
              <a:t/>
            </a:r>
            <a:endParaRPr/>
          </a:p>
          <a:p>
            <a:pPr indent="0" lvl="0" marL="114300" rtl="0" algn="l">
              <a:lnSpc>
                <a:spcPct val="100000"/>
              </a:lnSpc>
              <a:spcBef>
                <a:spcPts val="360"/>
              </a:spcBef>
              <a:spcAft>
                <a:spcPts val="0"/>
              </a:spcAft>
              <a:buSzPct val="173077"/>
              <a:buNone/>
            </a:pPr>
            <a:r>
              <a:rPr lang="es-MX"/>
              <a:t>        mov bx, ax                                      ;BX = handle del archivo</a:t>
            </a:r>
            <a:endParaRPr/>
          </a:p>
          <a:p>
            <a:pPr indent="0" lvl="0" marL="114300" rtl="0" algn="l">
              <a:lnSpc>
                <a:spcPct val="100000"/>
              </a:lnSpc>
              <a:spcBef>
                <a:spcPts val="360"/>
              </a:spcBef>
              <a:spcAft>
                <a:spcPts val="0"/>
              </a:spcAft>
              <a:buSzPct val="173077"/>
              <a:buNone/>
            </a:pPr>
            <a:r>
              <a:rPr lang="es-MX"/>
              <a:t>        mov cx, 50                                      ;CX = numero de bytes a leer</a:t>
            </a:r>
            <a:endParaRPr/>
          </a:p>
          <a:p>
            <a:pPr indent="0" lvl="0" marL="114300" rtl="0" algn="l">
              <a:lnSpc>
                <a:spcPct val="100000"/>
              </a:lnSpc>
              <a:spcBef>
                <a:spcPts val="360"/>
              </a:spcBef>
              <a:spcAft>
                <a:spcPts val="0"/>
              </a:spcAft>
              <a:buSzPct val="173077"/>
              <a:buNone/>
            </a:pPr>
            <a:r>
              <a:rPr lang="es-MX"/>
              <a:t>        mov dx, offset buffer                           ;DS:DX apunta al buffer donde se guardan los datos</a:t>
            </a:r>
            <a:endParaRPr/>
          </a:p>
          <a:p>
            <a:pPr indent="0" lvl="0" marL="114300" rtl="0" algn="l">
              <a:lnSpc>
                <a:spcPct val="100000"/>
              </a:lnSpc>
              <a:spcBef>
                <a:spcPts val="360"/>
              </a:spcBef>
              <a:spcAft>
                <a:spcPts val="0"/>
              </a:spcAft>
              <a:buSzPct val="173077"/>
              <a:buNone/>
            </a:pPr>
            <a:r>
              <a:rPr lang="es-MX"/>
              <a:t>        mov ah, 3Fh                                     ;Lee archivo</a:t>
            </a:r>
            <a:endParaRPr/>
          </a:p>
          <a:p>
            <a:pPr indent="0" lvl="0" marL="114300" rtl="0" algn="l">
              <a:lnSpc>
                <a:spcPct val="100000"/>
              </a:lnSpc>
              <a:spcBef>
                <a:spcPts val="360"/>
              </a:spcBef>
              <a:spcAft>
                <a:spcPts val="0"/>
              </a:spcAft>
              <a:buSzPct val="173077"/>
              <a:buNone/>
            </a:pPr>
            <a:r>
              <a:rPr lang="es-MX"/>
              <a:t>        int 21h                                         ;AX = bytes realmente leidos</a:t>
            </a:r>
            <a:endParaRPr/>
          </a:p>
          <a:p>
            <a:pPr indent="0" lvl="0" marL="114300" rtl="0" algn="l">
              <a:lnSpc>
                <a:spcPct val="100000"/>
              </a:lnSpc>
              <a:spcBef>
                <a:spcPts val="360"/>
              </a:spcBef>
              <a:spcAft>
                <a:spcPts val="0"/>
              </a:spcAft>
              <a:buSzPct val="173077"/>
              <a:buNone/>
            </a:pPr>
            <a:r>
              <a:t/>
            </a:r>
            <a:endParaRPr/>
          </a:p>
          <a:p>
            <a:pPr indent="0" lvl="0" marL="114300" rtl="0" algn="l">
              <a:lnSpc>
                <a:spcPct val="100000"/>
              </a:lnSpc>
              <a:spcBef>
                <a:spcPts val="360"/>
              </a:spcBef>
              <a:spcAft>
                <a:spcPts val="0"/>
              </a:spcAft>
              <a:buSzPct val="173077"/>
              <a:buNone/>
            </a:pPr>
            <a:r>
              <a:rPr lang="es-MX"/>
              <a:t>        mov dx, offset buffer                           ;muestra en pantalla lo que se leyo</a:t>
            </a:r>
            <a:endParaRPr/>
          </a:p>
          <a:p>
            <a:pPr indent="0" lvl="0" marL="114300" rtl="0" algn="l">
              <a:lnSpc>
                <a:spcPct val="100000"/>
              </a:lnSpc>
              <a:spcBef>
                <a:spcPts val="360"/>
              </a:spcBef>
              <a:spcAft>
                <a:spcPts val="0"/>
              </a:spcAft>
              <a:buSzPct val="173077"/>
              <a:buNone/>
            </a:pPr>
            <a:r>
              <a:rPr lang="es-MX"/>
              <a:t>        mov ah, 09h                                     ;imprime cadena terminada en '$'</a:t>
            </a:r>
            <a:endParaRPr/>
          </a:p>
          <a:p>
            <a:pPr indent="0" lvl="0" marL="114300" rtl="0" algn="l">
              <a:lnSpc>
                <a:spcPct val="100000"/>
              </a:lnSpc>
              <a:spcBef>
                <a:spcPts val="360"/>
              </a:spcBef>
              <a:spcAft>
                <a:spcPts val="0"/>
              </a:spcAft>
              <a:buSzPct val="173077"/>
              <a:buNone/>
            </a:pPr>
            <a:r>
              <a:rPr lang="es-MX"/>
              <a:t>        int 21h</a:t>
            </a:r>
            <a:endParaRPr/>
          </a:p>
          <a:p>
            <a:pPr indent="0" lvl="0" marL="114300" rtl="0" algn="l">
              <a:lnSpc>
                <a:spcPct val="100000"/>
              </a:lnSpc>
              <a:spcBef>
                <a:spcPts val="360"/>
              </a:spcBef>
              <a:spcAft>
                <a:spcPts val="0"/>
              </a:spcAft>
              <a:buSzPct val="173077"/>
              <a:buNone/>
            </a:pPr>
            <a:r>
              <a:t/>
            </a:r>
            <a:endParaRPr/>
          </a:p>
          <a:p>
            <a:pPr indent="0" lvl="0" marL="114300" rtl="0" algn="l">
              <a:lnSpc>
                <a:spcPct val="100000"/>
              </a:lnSpc>
              <a:spcBef>
                <a:spcPts val="360"/>
              </a:spcBef>
              <a:spcAft>
                <a:spcPts val="0"/>
              </a:spcAft>
              <a:buSzPct val="173077"/>
              <a:buNone/>
            </a:pPr>
            <a:r>
              <a:rPr lang="es-MX"/>
              <a:t>        mov ah, 3Eh                                     ;Cierra archivo (BX sigue teniendo el handle)</a:t>
            </a:r>
            <a:endParaRPr/>
          </a:p>
          <a:p>
            <a:pPr indent="0" lvl="0" marL="114300" rtl="0" algn="l">
              <a:lnSpc>
                <a:spcPct val="100000"/>
              </a:lnSpc>
              <a:spcBef>
                <a:spcPts val="360"/>
              </a:spcBef>
              <a:spcAft>
                <a:spcPts val="0"/>
              </a:spcAft>
              <a:buSzPct val="173077"/>
              <a:buNone/>
            </a:pPr>
            <a:r>
              <a:rPr lang="es-MX"/>
              <a:t>        int 21h</a:t>
            </a:r>
            <a:endParaRPr/>
          </a:p>
          <a:p>
            <a:pPr indent="0" lvl="0" marL="114300" rtl="0" algn="l">
              <a:lnSpc>
                <a:spcPct val="100000"/>
              </a:lnSpc>
              <a:spcBef>
                <a:spcPts val="360"/>
              </a:spcBef>
              <a:spcAft>
                <a:spcPts val="0"/>
              </a:spcAft>
              <a:buSzPct val="173077"/>
              <a:buNone/>
            </a:pPr>
            <a:r>
              <a:t/>
            </a:r>
            <a:endParaRPr/>
          </a:p>
          <a:p>
            <a:pPr indent="0" lvl="0" marL="114300" rtl="0" algn="l">
              <a:lnSpc>
                <a:spcPct val="100000"/>
              </a:lnSpc>
              <a:spcBef>
                <a:spcPts val="360"/>
              </a:spcBef>
              <a:spcAft>
                <a:spcPts val="0"/>
              </a:spcAft>
              <a:buSzPct val="173077"/>
              <a:buNone/>
            </a:pPr>
            <a:r>
              <a:rPr lang="es-MX"/>
              <a:t>        ret</a:t>
            </a:r>
            <a:endParaRPr/>
          </a:p>
        </p:txBody>
      </p:sp>
      <p:sp>
        <p:nvSpPr>
          <p:cNvPr id="1111" name="Google Shape;1111;p1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1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INT 21H Función 41H</a:t>
            </a:r>
            <a:br>
              <a:rPr lang="es-MX"/>
            </a:br>
            <a:endParaRPr/>
          </a:p>
        </p:txBody>
      </p:sp>
      <p:sp>
        <p:nvSpPr>
          <p:cNvPr id="1117" name="Google Shape;1117;p1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Borrar Archivo.</a:t>
            </a:r>
            <a:endParaRPr/>
          </a:p>
          <a:p>
            <a:pPr indent="0" lvl="0" marL="0" rtl="0" algn="l">
              <a:lnSpc>
                <a:spcPct val="100000"/>
              </a:lnSpc>
              <a:spcBef>
                <a:spcPts val="496"/>
              </a:spcBef>
              <a:spcAft>
                <a:spcPts val="0"/>
              </a:spcAft>
              <a:buClr>
                <a:schemeClr val="dk1"/>
              </a:buClr>
              <a:buSzPct val="100000"/>
              <a:buNone/>
            </a:pPr>
            <a:r>
              <a:rPr lang="es-MX"/>
              <a:t>LLAMADA: AH = 41H</a:t>
            </a:r>
            <a:endParaRPr/>
          </a:p>
          <a:p>
            <a:pPr indent="0" lvl="0" marL="0" rtl="0" algn="l">
              <a:lnSpc>
                <a:spcPct val="100000"/>
              </a:lnSpc>
              <a:spcBef>
                <a:spcPts val="496"/>
              </a:spcBef>
              <a:spcAft>
                <a:spcPts val="0"/>
              </a:spcAft>
              <a:buClr>
                <a:schemeClr val="dk1"/>
              </a:buClr>
              <a:buSzPct val="100000"/>
              <a:buNone/>
            </a:pPr>
            <a:r>
              <a:rPr lang="es-MX"/>
              <a:t>DS:DX = Segmento: Desplazamiento de la cadena ASCII con el nombre del fichero a borrar.</a:t>
            </a:r>
            <a:endParaRPr/>
          </a:p>
          <a:p>
            <a:pPr indent="0" lvl="0" marL="0" rtl="0" algn="l">
              <a:lnSpc>
                <a:spcPct val="100000"/>
              </a:lnSpc>
              <a:spcBef>
                <a:spcPts val="496"/>
              </a:spcBef>
              <a:spcAft>
                <a:spcPts val="0"/>
              </a:spcAft>
              <a:buClr>
                <a:schemeClr val="dk1"/>
              </a:buClr>
              <a:buSzPct val="100000"/>
              <a:buNone/>
            </a:pPr>
            <a:r>
              <a:rPr lang="es-MX"/>
              <a:t> </a:t>
            </a:r>
            <a:endParaRPr/>
          </a:p>
          <a:p>
            <a:pPr indent="0" lvl="0" marL="0" rtl="0" algn="l">
              <a:lnSpc>
                <a:spcPct val="100000"/>
              </a:lnSpc>
              <a:spcBef>
                <a:spcPts val="496"/>
              </a:spcBef>
              <a:spcAft>
                <a:spcPts val="0"/>
              </a:spcAft>
              <a:buClr>
                <a:schemeClr val="dk1"/>
              </a:buClr>
              <a:buSzPct val="100000"/>
              <a:buNone/>
            </a:pPr>
            <a:r>
              <a:rPr lang="es-MX"/>
              <a:t>DEVUELVE:</a:t>
            </a:r>
            <a:endParaRPr/>
          </a:p>
          <a:p>
            <a:pPr indent="-342900" lvl="0" marL="342900" rtl="0" algn="l">
              <a:lnSpc>
                <a:spcPct val="100000"/>
              </a:lnSpc>
              <a:spcBef>
                <a:spcPts val="496"/>
              </a:spcBef>
              <a:spcAft>
                <a:spcPts val="0"/>
              </a:spcAft>
              <a:buClr>
                <a:schemeClr val="dk1"/>
              </a:buClr>
              <a:buSzPct val="100000"/>
              <a:buChar char="•"/>
            </a:pPr>
            <a:r>
              <a:rPr lang="es-MX"/>
              <a:t>Si se ejecutó correctamente: Flag de acarreo (Cf) = 0</a:t>
            </a:r>
            <a:endParaRPr/>
          </a:p>
          <a:p>
            <a:pPr indent="-342900" lvl="0" marL="342900" rtl="0" algn="l">
              <a:lnSpc>
                <a:spcPct val="100000"/>
              </a:lnSpc>
              <a:spcBef>
                <a:spcPts val="496"/>
              </a:spcBef>
              <a:spcAft>
                <a:spcPts val="0"/>
              </a:spcAft>
              <a:buClr>
                <a:schemeClr val="dk1"/>
              </a:buClr>
              <a:buSzPct val="100000"/>
              <a:buChar char="•"/>
            </a:pPr>
            <a:r>
              <a:rPr lang="es-MX"/>
              <a:t>Si NO se ejecutó correctamente: Flag de acarreo (Cf) = 1</a:t>
            </a:r>
            <a:endParaRPr/>
          </a:p>
          <a:p>
            <a:pPr indent="-342900" lvl="0" marL="342900" rtl="0" algn="l">
              <a:lnSpc>
                <a:spcPct val="100000"/>
              </a:lnSpc>
              <a:spcBef>
                <a:spcPts val="496"/>
              </a:spcBef>
              <a:spcAft>
                <a:spcPts val="0"/>
              </a:spcAft>
              <a:buClr>
                <a:schemeClr val="dk1"/>
              </a:buClr>
              <a:buSzPct val="100000"/>
              <a:buChar char="•"/>
            </a:pPr>
            <a:r>
              <a:rPr lang="es-MX"/>
              <a:t>AX = Código de error.</a:t>
            </a:r>
            <a:endParaRPr/>
          </a:p>
          <a:p>
            <a:pPr indent="0" lvl="0" marL="0" rtl="0" algn="l">
              <a:lnSpc>
                <a:spcPct val="100000"/>
              </a:lnSpc>
              <a:spcBef>
                <a:spcPts val="496"/>
              </a:spcBef>
              <a:spcAft>
                <a:spcPts val="0"/>
              </a:spcAft>
              <a:buClr>
                <a:schemeClr val="dk1"/>
              </a:buClr>
              <a:buSzPct val="100000"/>
              <a:buNone/>
            </a:pPr>
            <a:r>
              <a:rPr lang="es-MX"/>
              <a:t> </a:t>
            </a:r>
            <a:endParaRPr/>
          </a:p>
          <a:p>
            <a:pPr indent="0" lvl="0" marL="0" rtl="0" algn="l">
              <a:lnSpc>
                <a:spcPct val="100000"/>
              </a:lnSpc>
              <a:spcBef>
                <a:spcPts val="496"/>
              </a:spcBef>
              <a:spcAft>
                <a:spcPts val="0"/>
              </a:spcAft>
              <a:buClr>
                <a:schemeClr val="dk1"/>
              </a:buClr>
              <a:buSzPct val="100000"/>
              <a:buNone/>
            </a:pPr>
            <a:r>
              <a:rPr lang="es-MX"/>
              <a:t>EFECTO: Se borra el fichero indicado mediante la cadena ASCII</a:t>
            </a:r>
            <a:endParaRPr/>
          </a:p>
        </p:txBody>
      </p:sp>
      <p:sp>
        <p:nvSpPr>
          <p:cNvPr id="1118" name="Google Shape;1118;p1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119" name="Google Shape;1119;p1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Ejemplo: INT 21H Función 41H</a:t>
            </a:r>
            <a:endParaRPr/>
          </a:p>
        </p:txBody>
      </p:sp>
      <p:sp>
        <p:nvSpPr>
          <p:cNvPr id="1125" name="Google Shape;1125;p1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114300" rtl="0" algn="l">
              <a:lnSpc>
                <a:spcPct val="100000"/>
              </a:lnSpc>
              <a:spcBef>
                <a:spcPts val="360"/>
              </a:spcBef>
              <a:spcAft>
                <a:spcPts val="0"/>
              </a:spcAft>
              <a:buSzPct val="118421"/>
              <a:buNone/>
            </a:pPr>
            <a:r>
              <a:rPr lang="es-MX"/>
              <a:t>org 100h</a:t>
            </a:r>
            <a:endParaRPr/>
          </a:p>
          <a:p>
            <a:pPr indent="0" lvl="0" marL="114300" rtl="0" algn="l">
              <a:lnSpc>
                <a:spcPct val="100000"/>
              </a:lnSpc>
              <a:spcBef>
                <a:spcPts val="360"/>
              </a:spcBef>
              <a:spcAft>
                <a:spcPts val="0"/>
              </a:spcAft>
              <a:buSzPct val="118421"/>
              <a:buNone/>
            </a:pPr>
            <a:r>
              <a:rPr lang="es-MX"/>
              <a:t>        jmp inicio</a:t>
            </a:r>
            <a:endParaRPr/>
          </a:p>
          <a:p>
            <a:pPr indent="0" lvl="0" marL="114300" rtl="0" algn="l">
              <a:lnSpc>
                <a:spcPct val="100000"/>
              </a:lnSpc>
              <a:spcBef>
                <a:spcPts val="360"/>
              </a:spcBef>
              <a:spcAft>
                <a:spcPts val="0"/>
              </a:spcAft>
              <a:buSzPct val="118421"/>
              <a:buNone/>
            </a:pPr>
            <a:r>
              <a:rPr lang="es-MX"/>
              <a:t>        archivo db "C:\emu8086\MyBuild\prueba.txt", 0   ;ascii del nombre del archivo</a:t>
            </a:r>
            <a:endParaRPr/>
          </a:p>
          <a:p>
            <a:pPr indent="0" lvl="0" marL="114300" rtl="0" algn="l">
              <a:lnSpc>
                <a:spcPct val="100000"/>
              </a:lnSpc>
              <a:spcBef>
                <a:spcPts val="360"/>
              </a:spcBef>
              <a:spcAft>
                <a:spcPts val="0"/>
              </a:spcAft>
              <a:buSzPct val="118421"/>
              <a:buNone/>
            </a:pPr>
            <a:r>
              <a:rPr lang="es-MX"/>
              <a:t>inicio: mov cx, 00H                                     ;Atributos del archivo</a:t>
            </a:r>
            <a:endParaRPr/>
          </a:p>
          <a:p>
            <a:pPr indent="0" lvl="0" marL="114300" rtl="0" algn="l">
              <a:lnSpc>
                <a:spcPct val="100000"/>
              </a:lnSpc>
              <a:spcBef>
                <a:spcPts val="360"/>
              </a:spcBef>
              <a:spcAft>
                <a:spcPts val="0"/>
              </a:spcAft>
              <a:buSzPct val="118421"/>
              <a:buNone/>
            </a:pPr>
            <a:r>
              <a:rPr lang="es-MX"/>
              <a:t>        mov dx, offset archivo                          ;offset lugar de memoria donde esta la variable</a:t>
            </a:r>
            <a:endParaRPr/>
          </a:p>
          <a:p>
            <a:pPr indent="0" lvl="0" marL="114300" rtl="0" algn="l">
              <a:lnSpc>
                <a:spcPct val="100000"/>
              </a:lnSpc>
              <a:spcBef>
                <a:spcPts val="360"/>
              </a:spcBef>
              <a:spcAft>
                <a:spcPts val="0"/>
              </a:spcAft>
              <a:buSzPct val="118421"/>
              <a:buNone/>
            </a:pPr>
            <a:r>
              <a:rPr lang="es-MX"/>
              <a:t>        mov ah, 3Ch                                     ;Crea archivo, DS:DX apunta al archivo</a:t>
            </a:r>
            <a:endParaRPr/>
          </a:p>
          <a:p>
            <a:pPr indent="0" lvl="0" marL="114300" rtl="0" algn="l">
              <a:lnSpc>
                <a:spcPct val="100000"/>
              </a:lnSpc>
              <a:spcBef>
                <a:spcPts val="360"/>
              </a:spcBef>
              <a:spcAft>
                <a:spcPts val="0"/>
              </a:spcAft>
              <a:buSzPct val="118421"/>
              <a:buNone/>
            </a:pPr>
            <a:r>
              <a:rPr lang="es-MX"/>
              <a:t>        int 21h                                         ;AX = handle del archivo</a:t>
            </a:r>
            <a:endParaRPr/>
          </a:p>
          <a:p>
            <a:pPr indent="0" lvl="0" marL="114300" rtl="0" algn="l">
              <a:lnSpc>
                <a:spcPct val="100000"/>
              </a:lnSpc>
              <a:spcBef>
                <a:spcPts val="360"/>
              </a:spcBef>
              <a:spcAft>
                <a:spcPts val="0"/>
              </a:spcAft>
              <a:buSzPct val="118421"/>
              <a:buNone/>
            </a:pPr>
            <a:r>
              <a:t/>
            </a:r>
            <a:endParaRPr/>
          </a:p>
          <a:p>
            <a:pPr indent="0" lvl="0" marL="114300" rtl="0" algn="l">
              <a:lnSpc>
                <a:spcPct val="100000"/>
              </a:lnSpc>
              <a:spcBef>
                <a:spcPts val="360"/>
              </a:spcBef>
              <a:spcAft>
                <a:spcPts val="0"/>
              </a:spcAft>
              <a:buSzPct val="118421"/>
              <a:buNone/>
            </a:pPr>
            <a:r>
              <a:rPr lang="es-MX"/>
              <a:t>        mov bx, ax                                      ;BX = handle del archivo</a:t>
            </a:r>
            <a:endParaRPr/>
          </a:p>
          <a:p>
            <a:pPr indent="0" lvl="0" marL="114300" rtl="0" algn="l">
              <a:lnSpc>
                <a:spcPct val="100000"/>
              </a:lnSpc>
              <a:spcBef>
                <a:spcPts val="360"/>
              </a:spcBef>
              <a:spcAft>
                <a:spcPts val="0"/>
              </a:spcAft>
              <a:buSzPct val="118421"/>
              <a:buNone/>
            </a:pPr>
            <a:r>
              <a:rPr lang="es-MX"/>
              <a:t>        mov ah, 3Eh                                     ;Cierra archivo (no se puede borrar si esta abierto)</a:t>
            </a:r>
            <a:endParaRPr/>
          </a:p>
          <a:p>
            <a:pPr indent="0" lvl="0" marL="114300" rtl="0" algn="l">
              <a:lnSpc>
                <a:spcPct val="100000"/>
              </a:lnSpc>
              <a:spcBef>
                <a:spcPts val="360"/>
              </a:spcBef>
              <a:spcAft>
                <a:spcPts val="0"/>
              </a:spcAft>
              <a:buSzPct val="118421"/>
              <a:buNone/>
            </a:pPr>
            <a:r>
              <a:rPr lang="es-MX"/>
              <a:t>        int 21h</a:t>
            </a:r>
            <a:endParaRPr/>
          </a:p>
          <a:p>
            <a:pPr indent="0" lvl="0" marL="114300" rtl="0" algn="l">
              <a:lnSpc>
                <a:spcPct val="100000"/>
              </a:lnSpc>
              <a:spcBef>
                <a:spcPts val="360"/>
              </a:spcBef>
              <a:spcAft>
                <a:spcPts val="0"/>
              </a:spcAft>
              <a:buSzPct val="118421"/>
              <a:buNone/>
            </a:pPr>
            <a:r>
              <a:t/>
            </a:r>
            <a:endParaRPr/>
          </a:p>
          <a:p>
            <a:pPr indent="0" lvl="0" marL="114300" rtl="0" algn="l">
              <a:lnSpc>
                <a:spcPct val="100000"/>
              </a:lnSpc>
              <a:spcBef>
                <a:spcPts val="360"/>
              </a:spcBef>
              <a:spcAft>
                <a:spcPts val="0"/>
              </a:spcAft>
              <a:buSzPct val="118421"/>
              <a:buNone/>
            </a:pPr>
            <a:r>
              <a:rPr lang="es-MX"/>
              <a:t>        mov dx, offset archivo                          ;offset lugar de memoria donde esta la variable</a:t>
            </a:r>
            <a:endParaRPr/>
          </a:p>
          <a:p>
            <a:pPr indent="0" lvl="0" marL="114300" rtl="0" algn="l">
              <a:lnSpc>
                <a:spcPct val="100000"/>
              </a:lnSpc>
              <a:spcBef>
                <a:spcPts val="360"/>
              </a:spcBef>
              <a:spcAft>
                <a:spcPts val="0"/>
              </a:spcAft>
              <a:buSzPct val="118421"/>
              <a:buNone/>
            </a:pPr>
            <a:r>
              <a:rPr lang="es-MX"/>
              <a:t>        mov ah, 41h                                     ;Elimina archivo, DS:DX apunta al nombre</a:t>
            </a:r>
            <a:endParaRPr/>
          </a:p>
          <a:p>
            <a:pPr indent="0" lvl="0" marL="114300" rtl="0" algn="l">
              <a:lnSpc>
                <a:spcPct val="100000"/>
              </a:lnSpc>
              <a:spcBef>
                <a:spcPts val="360"/>
              </a:spcBef>
              <a:spcAft>
                <a:spcPts val="0"/>
              </a:spcAft>
              <a:buSzPct val="118421"/>
              <a:buNone/>
            </a:pPr>
            <a:r>
              <a:rPr lang="es-MX"/>
              <a:t>        int 21h                                         ;llamada a la interrupcion DOS</a:t>
            </a:r>
            <a:endParaRPr/>
          </a:p>
          <a:p>
            <a:pPr indent="0" lvl="0" marL="114300" rtl="0" algn="l">
              <a:lnSpc>
                <a:spcPct val="100000"/>
              </a:lnSpc>
              <a:spcBef>
                <a:spcPts val="360"/>
              </a:spcBef>
              <a:spcAft>
                <a:spcPts val="0"/>
              </a:spcAft>
              <a:buSzPct val="118421"/>
              <a:buNone/>
            </a:pPr>
            <a:r>
              <a:t/>
            </a:r>
            <a:endParaRPr/>
          </a:p>
          <a:p>
            <a:pPr indent="0" lvl="0" marL="114300" rtl="0" algn="l">
              <a:lnSpc>
                <a:spcPct val="100000"/>
              </a:lnSpc>
              <a:spcBef>
                <a:spcPts val="360"/>
              </a:spcBef>
              <a:spcAft>
                <a:spcPts val="0"/>
              </a:spcAft>
              <a:buSzPct val="118421"/>
              <a:buNone/>
            </a:pPr>
            <a:r>
              <a:rPr lang="es-MX"/>
              <a:t>        ret</a:t>
            </a:r>
            <a:endParaRPr/>
          </a:p>
        </p:txBody>
      </p:sp>
      <p:sp>
        <p:nvSpPr>
          <p:cNvPr id="1126" name="Google Shape;1126;p1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INT 21H Función 40H</a:t>
            </a:r>
            <a:endParaRPr/>
          </a:p>
        </p:txBody>
      </p:sp>
      <p:sp>
        <p:nvSpPr>
          <p:cNvPr id="1132" name="Google Shape;1132;p1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just">
              <a:lnSpc>
                <a:spcPct val="100000"/>
              </a:lnSpc>
              <a:spcBef>
                <a:spcPts val="0"/>
              </a:spcBef>
              <a:spcAft>
                <a:spcPts val="0"/>
              </a:spcAft>
              <a:buClr>
                <a:schemeClr val="dk1"/>
              </a:buClr>
              <a:buSzPct val="100000"/>
              <a:buNone/>
            </a:pPr>
            <a:r>
              <a:rPr lang="es-MX"/>
              <a:t>Escritura en archivo o dispositivo.</a:t>
            </a:r>
            <a:endParaRPr/>
          </a:p>
          <a:p>
            <a:pPr indent="0" lvl="0" marL="0" rtl="0" algn="just">
              <a:lnSpc>
                <a:spcPct val="100000"/>
              </a:lnSpc>
              <a:spcBef>
                <a:spcPts val="304"/>
              </a:spcBef>
              <a:spcAft>
                <a:spcPts val="0"/>
              </a:spcAft>
              <a:buClr>
                <a:schemeClr val="dk1"/>
              </a:buClr>
              <a:buSzPct val="100000"/>
              <a:buNone/>
            </a:pPr>
            <a:r>
              <a:rPr lang="es-MX"/>
              <a:t>LLAMADA: AH = 40H</a:t>
            </a:r>
            <a:endParaRPr/>
          </a:p>
          <a:p>
            <a:pPr indent="0" lvl="0" marL="0" rtl="0" algn="just">
              <a:lnSpc>
                <a:spcPct val="100000"/>
              </a:lnSpc>
              <a:spcBef>
                <a:spcPts val="304"/>
              </a:spcBef>
              <a:spcAft>
                <a:spcPts val="0"/>
              </a:spcAft>
              <a:buClr>
                <a:schemeClr val="dk1"/>
              </a:buClr>
              <a:buSzPct val="100000"/>
              <a:buNone/>
            </a:pPr>
            <a:r>
              <a:rPr lang="es-MX"/>
              <a:t>BX = Handle.</a:t>
            </a:r>
            <a:endParaRPr/>
          </a:p>
          <a:p>
            <a:pPr indent="0" lvl="0" marL="0" rtl="0" algn="just">
              <a:lnSpc>
                <a:spcPct val="100000"/>
              </a:lnSpc>
              <a:spcBef>
                <a:spcPts val="304"/>
              </a:spcBef>
              <a:spcAft>
                <a:spcPts val="0"/>
              </a:spcAft>
              <a:buClr>
                <a:schemeClr val="dk1"/>
              </a:buClr>
              <a:buSzPct val="100000"/>
              <a:buNone/>
            </a:pPr>
            <a:r>
              <a:rPr lang="es-MX"/>
              <a:t>CX = Número de bytes a escribir.</a:t>
            </a:r>
            <a:endParaRPr/>
          </a:p>
          <a:p>
            <a:pPr indent="0" lvl="0" marL="0" rtl="0" algn="just">
              <a:lnSpc>
                <a:spcPct val="100000"/>
              </a:lnSpc>
              <a:spcBef>
                <a:spcPts val="304"/>
              </a:spcBef>
              <a:spcAft>
                <a:spcPts val="0"/>
              </a:spcAft>
              <a:buClr>
                <a:schemeClr val="dk1"/>
              </a:buClr>
              <a:buSzPct val="100000"/>
              <a:buNone/>
            </a:pPr>
            <a:r>
              <a:rPr lang="es-MX"/>
              <a:t>DS:DX = Segmento: Desplazamiento del buffer desde donde se van a tomar los caracteres a escribir.</a:t>
            </a:r>
            <a:endParaRPr/>
          </a:p>
          <a:p>
            <a:pPr indent="0" lvl="0" marL="0" rtl="0" algn="just">
              <a:lnSpc>
                <a:spcPct val="100000"/>
              </a:lnSpc>
              <a:spcBef>
                <a:spcPts val="304"/>
              </a:spcBef>
              <a:spcAft>
                <a:spcPts val="0"/>
              </a:spcAft>
              <a:buClr>
                <a:schemeClr val="dk1"/>
              </a:buClr>
              <a:buSzPct val="100000"/>
              <a:buNone/>
            </a:pPr>
            <a:r>
              <a:rPr lang="es-MX"/>
              <a:t> </a:t>
            </a:r>
            <a:endParaRPr/>
          </a:p>
          <a:p>
            <a:pPr indent="0" lvl="0" marL="0" rtl="0" algn="just">
              <a:lnSpc>
                <a:spcPct val="100000"/>
              </a:lnSpc>
              <a:spcBef>
                <a:spcPts val="304"/>
              </a:spcBef>
              <a:spcAft>
                <a:spcPts val="0"/>
              </a:spcAft>
              <a:buClr>
                <a:schemeClr val="dk1"/>
              </a:buClr>
              <a:buSzPct val="100000"/>
              <a:buNone/>
            </a:pPr>
            <a:r>
              <a:rPr lang="es-MX"/>
              <a:t>DEVUELVE:</a:t>
            </a:r>
            <a:endParaRPr/>
          </a:p>
          <a:p>
            <a:pPr indent="-342900" lvl="0" marL="342900" rtl="0" algn="just">
              <a:lnSpc>
                <a:spcPct val="100000"/>
              </a:lnSpc>
              <a:spcBef>
                <a:spcPts val="304"/>
              </a:spcBef>
              <a:spcAft>
                <a:spcPts val="0"/>
              </a:spcAft>
              <a:buClr>
                <a:schemeClr val="dk1"/>
              </a:buClr>
              <a:buSzPct val="100000"/>
              <a:buChar char="•"/>
            </a:pPr>
            <a:r>
              <a:rPr lang="es-MX"/>
              <a:t>Si se ejecutó correctamente: Flag de acarreo (Cf) = 0</a:t>
            </a:r>
            <a:endParaRPr/>
          </a:p>
          <a:p>
            <a:pPr indent="-342900" lvl="0" marL="342900" rtl="0" algn="just">
              <a:lnSpc>
                <a:spcPct val="100000"/>
              </a:lnSpc>
              <a:spcBef>
                <a:spcPts val="304"/>
              </a:spcBef>
              <a:spcAft>
                <a:spcPts val="0"/>
              </a:spcAft>
              <a:buClr>
                <a:schemeClr val="dk1"/>
              </a:buClr>
              <a:buSzPct val="100000"/>
              <a:buChar char="•"/>
            </a:pPr>
            <a:r>
              <a:rPr lang="es-MX"/>
              <a:t>AX = Bytes transferidos.</a:t>
            </a:r>
            <a:endParaRPr/>
          </a:p>
          <a:p>
            <a:pPr indent="-342900" lvl="0" marL="342900" rtl="0" algn="just">
              <a:lnSpc>
                <a:spcPct val="100000"/>
              </a:lnSpc>
              <a:spcBef>
                <a:spcPts val="304"/>
              </a:spcBef>
              <a:spcAft>
                <a:spcPts val="0"/>
              </a:spcAft>
              <a:buClr>
                <a:schemeClr val="dk1"/>
              </a:buClr>
              <a:buSzPct val="100000"/>
              <a:buChar char="•"/>
            </a:pPr>
            <a:r>
              <a:rPr lang="es-MX"/>
              <a:t>Si NO se ejecutó correctamente: Flag de acarreo (Cf) = 1</a:t>
            </a:r>
            <a:endParaRPr/>
          </a:p>
          <a:p>
            <a:pPr indent="-342900" lvl="0" marL="342900" rtl="0" algn="just">
              <a:lnSpc>
                <a:spcPct val="100000"/>
              </a:lnSpc>
              <a:spcBef>
                <a:spcPts val="304"/>
              </a:spcBef>
              <a:spcAft>
                <a:spcPts val="0"/>
              </a:spcAft>
              <a:buClr>
                <a:schemeClr val="dk1"/>
              </a:buClr>
              <a:buSzPct val="100000"/>
              <a:buChar char="•"/>
            </a:pPr>
            <a:r>
              <a:rPr lang="es-MX"/>
              <a:t>AX = Código de error</a:t>
            </a:r>
            <a:endParaRPr/>
          </a:p>
          <a:p>
            <a:pPr indent="0" lvl="0" marL="0" rtl="0" algn="just">
              <a:lnSpc>
                <a:spcPct val="100000"/>
              </a:lnSpc>
              <a:spcBef>
                <a:spcPts val="304"/>
              </a:spcBef>
              <a:spcAft>
                <a:spcPts val="0"/>
              </a:spcAft>
              <a:buClr>
                <a:schemeClr val="dk1"/>
              </a:buClr>
              <a:buSzPct val="100000"/>
              <a:buNone/>
            </a:pPr>
            <a:r>
              <a:rPr lang="es-MX"/>
              <a:t> </a:t>
            </a:r>
            <a:endParaRPr/>
          </a:p>
          <a:p>
            <a:pPr indent="0" lvl="0" marL="0" rtl="0" algn="just">
              <a:lnSpc>
                <a:spcPct val="100000"/>
              </a:lnSpc>
              <a:spcBef>
                <a:spcPts val="304"/>
              </a:spcBef>
              <a:spcAft>
                <a:spcPts val="0"/>
              </a:spcAft>
              <a:buClr>
                <a:schemeClr val="dk1"/>
              </a:buClr>
              <a:buSzPct val="100000"/>
              <a:buNone/>
            </a:pPr>
            <a:r>
              <a:rPr lang="es-MX"/>
              <a:t>EFECTO Dado un handle válido, se realiza una transferencia desde el buffer de memoria indicado mediante DS:DX hacia el Archivo o dispositivo referenciado por el Handle. Se transferirán tantos caracteres como se especifique en CX. Acto seguido, se actualiza el puntero de Archivo una posición por delante del bloque escrito, para que futuras escrituras no 'machaquen' los datos que ya hubiera. Mediante esta función es posible escribir caracteres en la pantalla, usando el handle 1.</a:t>
            </a:r>
            <a:endParaRPr/>
          </a:p>
        </p:txBody>
      </p:sp>
      <p:sp>
        <p:nvSpPr>
          <p:cNvPr id="1133" name="Google Shape;1133;p1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134" name="Google Shape;1134;p1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Ejemplo</a:t>
            </a:r>
            <a:endParaRPr/>
          </a:p>
        </p:txBody>
      </p:sp>
      <p:sp>
        <p:nvSpPr>
          <p:cNvPr id="1140" name="Google Shape;1140;p143"/>
          <p:cNvSpPr txBox="1"/>
          <p:nvPr>
            <p:ph idx="1" type="body"/>
          </p:nvPr>
        </p:nvSpPr>
        <p:spPr>
          <a:xfrm>
            <a:off x="457200" y="1600200"/>
            <a:ext cx="8229600" cy="4983162"/>
          </a:xfrm>
          <a:prstGeom prst="rect">
            <a:avLst/>
          </a:prstGeom>
          <a:noFill/>
          <a:ln>
            <a:noFill/>
          </a:ln>
        </p:spPr>
        <p:txBody>
          <a:bodyPr anchorCtr="0" anchor="t" bIns="45700" lIns="91425" spcFirstLastPara="1" rIns="91425" wrap="square" tIns="45700">
            <a:normAutofit fontScale="32500" lnSpcReduction="20000"/>
          </a:bodyPr>
          <a:lstStyle/>
          <a:p>
            <a:pPr indent="0" lvl="0" marL="114300" rtl="0" algn="l">
              <a:lnSpc>
                <a:spcPct val="100000"/>
              </a:lnSpc>
              <a:spcBef>
                <a:spcPts val="360"/>
              </a:spcBef>
              <a:spcAft>
                <a:spcPts val="0"/>
              </a:spcAft>
              <a:buSzPct val="173077"/>
              <a:buNone/>
            </a:pPr>
            <a:r>
              <a:rPr lang="es-MX"/>
              <a:t>ORG 100h</a:t>
            </a:r>
            <a:endParaRPr/>
          </a:p>
          <a:p>
            <a:pPr indent="0" lvl="0" marL="114300" rtl="0" algn="l">
              <a:lnSpc>
                <a:spcPct val="100000"/>
              </a:lnSpc>
              <a:spcBef>
                <a:spcPts val="360"/>
              </a:spcBef>
              <a:spcAft>
                <a:spcPts val="0"/>
              </a:spcAft>
              <a:buSzPct val="173077"/>
              <a:buNone/>
            </a:pPr>
            <a:r>
              <a:rPr lang="es-MX"/>
              <a:t>    JMP INICIO</a:t>
            </a:r>
            <a:endParaRPr/>
          </a:p>
          <a:p>
            <a:pPr indent="0" lvl="0" marL="114300" rtl="0" algn="l">
              <a:lnSpc>
                <a:spcPct val="100000"/>
              </a:lnSpc>
              <a:spcBef>
                <a:spcPts val="360"/>
              </a:spcBef>
              <a:spcAft>
                <a:spcPts val="0"/>
              </a:spcAft>
              <a:buSzPct val="173077"/>
              <a:buNone/>
            </a:pPr>
            <a:r>
              <a:rPr lang="es-MX"/>
              <a:t>    archivo DB "C:\emu8086\MyBuild\prueba.txt",0       ; Nombre del archivo</a:t>
            </a:r>
            <a:endParaRPr/>
          </a:p>
          <a:p>
            <a:pPr indent="0" lvl="0" marL="114300" rtl="0" algn="l">
              <a:lnSpc>
                <a:spcPct val="100000"/>
              </a:lnSpc>
              <a:spcBef>
                <a:spcPts val="360"/>
              </a:spcBef>
              <a:spcAft>
                <a:spcPts val="0"/>
              </a:spcAft>
              <a:buSzPct val="173077"/>
              <a:buNone/>
            </a:pPr>
            <a:r>
              <a:rPr lang="es-MX"/>
              <a:t>    mensaje DB "Hola desde EMU8086 juan!",13,10              ; Texto que vamos a escribir</a:t>
            </a:r>
            <a:endParaRPr/>
          </a:p>
          <a:p>
            <a:pPr indent="0" lvl="0" marL="114300" rtl="0" algn="l">
              <a:lnSpc>
                <a:spcPct val="100000"/>
              </a:lnSpc>
              <a:spcBef>
                <a:spcPts val="360"/>
              </a:spcBef>
              <a:spcAft>
                <a:spcPts val="0"/>
              </a:spcAft>
              <a:buSzPct val="173077"/>
              <a:buNone/>
            </a:pPr>
            <a:r>
              <a:rPr lang="es-MX"/>
              <a:t>    tamano DW $ - mensaje</a:t>
            </a:r>
            <a:endParaRPr/>
          </a:p>
          <a:p>
            <a:pPr indent="0" lvl="0" marL="114300" rtl="0" algn="l">
              <a:lnSpc>
                <a:spcPct val="100000"/>
              </a:lnSpc>
              <a:spcBef>
                <a:spcPts val="360"/>
              </a:spcBef>
              <a:spcAft>
                <a:spcPts val="0"/>
              </a:spcAft>
              <a:buSzPct val="173077"/>
              <a:buNone/>
            </a:pPr>
            <a:r>
              <a:rPr lang="es-MX"/>
              <a:t>    handle DW ?                                         ; Variable para guardar el HANDLE</a:t>
            </a:r>
            <a:endParaRPr/>
          </a:p>
          <a:p>
            <a:pPr indent="0" lvl="0" marL="114300" rtl="0" algn="l">
              <a:lnSpc>
                <a:spcPct val="100000"/>
              </a:lnSpc>
              <a:spcBef>
                <a:spcPts val="360"/>
              </a:spcBef>
              <a:spcAft>
                <a:spcPts val="0"/>
              </a:spcAft>
              <a:buSzPct val="173077"/>
              <a:buNone/>
            </a:pPr>
            <a:r>
              <a:rPr lang="es-MX"/>
              <a:t>INICIO:</a:t>
            </a:r>
            <a:endParaRPr/>
          </a:p>
          <a:p>
            <a:pPr indent="0" lvl="0" marL="114300" rtl="0" algn="l">
              <a:lnSpc>
                <a:spcPct val="100000"/>
              </a:lnSpc>
              <a:spcBef>
                <a:spcPts val="360"/>
              </a:spcBef>
              <a:spcAft>
                <a:spcPts val="0"/>
              </a:spcAft>
              <a:buSzPct val="173077"/>
              <a:buNone/>
            </a:pPr>
            <a:r>
              <a:rPr lang="es-MX"/>
              <a:t>    ; Crear archivo</a:t>
            </a:r>
            <a:endParaRPr/>
          </a:p>
          <a:p>
            <a:pPr indent="0" lvl="0" marL="114300" rtl="0" algn="l">
              <a:lnSpc>
                <a:spcPct val="100000"/>
              </a:lnSpc>
              <a:spcBef>
                <a:spcPts val="360"/>
              </a:spcBef>
              <a:spcAft>
                <a:spcPts val="0"/>
              </a:spcAft>
              <a:buSzPct val="173077"/>
              <a:buNone/>
            </a:pPr>
            <a:r>
              <a:rPr lang="es-MX"/>
              <a:t>    MOV CX,0000h                                        ; Atributo normal</a:t>
            </a:r>
            <a:endParaRPr/>
          </a:p>
          <a:p>
            <a:pPr indent="0" lvl="0" marL="114300" rtl="0" algn="l">
              <a:lnSpc>
                <a:spcPct val="100000"/>
              </a:lnSpc>
              <a:spcBef>
                <a:spcPts val="360"/>
              </a:spcBef>
              <a:spcAft>
                <a:spcPts val="0"/>
              </a:spcAft>
              <a:buSzPct val="173077"/>
              <a:buNone/>
            </a:pPr>
            <a:r>
              <a:rPr lang="es-MX"/>
              <a:t>    MOV DX,OFFSET archivo</a:t>
            </a:r>
            <a:endParaRPr/>
          </a:p>
          <a:p>
            <a:pPr indent="0" lvl="0" marL="114300" rtl="0" algn="l">
              <a:lnSpc>
                <a:spcPct val="100000"/>
              </a:lnSpc>
              <a:spcBef>
                <a:spcPts val="360"/>
              </a:spcBef>
              <a:spcAft>
                <a:spcPts val="0"/>
              </a:spcAft>
              <a:buSzPct val="173077"/>
              <a:buNone/>
            </a:pPr>
            <a:r>
              <a:rPr lang="es-MX"/>
              <a:t>    MOV AH,3Ch                                              ; Crear archivo</a:t>
            </a:r>
            <a:endParaRPr/>
          </a:p>
          <a:p>
            <a:pPr indent="0" lvl="0" marL="114300" rtl="0" algn="l">
              <a:lnSpc>
                <a:spcPct val="100000"/>
              </a:lnSpc>
              <a:spcBef>
                <a:spcPts val="360"/>
              </a:spcBef>
              <a:spcAft>
                <a:spcPts val="0"/>
              </a:spcAft>
              <a:buSzPct val="173077"/>
              <a:buNone/>
            </a:pPr>
            <a:r>
              <a:rPr lang="es-MX"/>
              <a:t>    INT 21h</a:t>
            </a:r>
            <a:endParaRPr/>
          </a:p>
          <a:p>
            <a:pPr indent="0" lvl="0" marL="114300" rtl="0" algn="l">
              <a:lnSpc>
                <a:spcPct val="100000"/>
              </a:lnSpc>
              <a:spcBef>
                <a:spcPts val="360"/>
              </a:spcBef>
              <a:spcAft>
                <a:spcPts val="0"/>
              </a:spcAft>
              <a:buSzPct val="173077"/>
              <a:buNone/>
            </a:pPr>
            <a:r>
              <a:rPr lang="es-MX"/>
              <a:t>    MOV handle,AX                                       ; AX contiene el HANDLE</a:t>
            </a:r>
            <a:endParaRPr/>
          </a:p>
          <a:p>
            <a:pPr indent="0" lvl="0" marL="114300" rtl="0" algn="l">
              <a:lnSpc>
                <a:spcPct val="100000"/>
              </a:lnSpc>
              <a:spcBef>
                <a:spcPts val="360"/>
              </a:spcBef>
              <a:spcAft>
                <a:spcPts val="0"/>
              </a:spcAft>
              <a:buSzPct val="173077"/>
              <a:buNone/>
            </a:pPr>
            <a:r>
              <a:rPr lang="es-MX"/>
              <a:t>    ; Escribir en el archivo</a:t>
            </a:r>
            <a:endParaRPr/>
          </a:p>
          <a:p>
            <a:pPr indent="0" lvl="0" marL="114300" rtl="0" algn="l">
              <a:lnSpc>
                <a:spcPct val="100000"/>
              </a:lnSpc>
              <a:spcBef>
                <a:spcPts val="360"/>
              </a:spcBef>
              <a:spcAft>
                <a:spcPts val="0"/>
              </a:spcAft>
              <a:buSzPct val="173077"/>
              <a:buNone/>
            </a:pPr>
            <a:r>
              <a:rPr lang="es-MX"/>
              <a:t>    MOV BX,handle          ; BX = HANDLE del archivo</a:t>
            </a:r>
            <a:endParaRPr/>
          </a:p>
          <a:p>
            <a:pPr indent="0" lvl="0" marL="114300" rtl="0" algn="l">
              <a:lnSpc>
                <a:spcPct val="100000"/>
              </a:lnSpc>
              <a:spcBef>
                <a:spcPts val="360"/>
              </a:spcBef>
              <a:spcAft>
                <a:spcPts val="0"/>
              </a:spcAft>
              <a:buSzPct val="173077"/>
              <a:buNone/>
            </a:pPr>
            <a:r>
              <a:rPr lang="es-MX"/>
              <a:t>    MOV CX,tamano          ; Número de bytes a escribir</a:t>
            </a:r>
            <a:endParaRPr/>
          </a:p>
          <a:p>
            <a:pPr indent="0" lvl="0" marL="114300" rtl="0" algn="l">
              <a:lnSpc>
                <a:spcPct val="100000"/>
              </a:lnSpc>
              <a:spcBef>
                <a:spcPts val="360"/>
              </a:spcBef>
              <a:spcAft>
                <a:spcPts val="0"/>
              </a:spcAft>
              <a:buSzPct val="173077"/>
              <a:buNone/>
            </a:pPr>
            <a:r>
              <a:rPr lang="es-MX"/>
              <a:t>    MOV DX,OFFSET mensaje  ; DS:DX = dirección del mensaje</a:t>
            </a:r>
            <a:endParaRPr/>
          </a:p>
          <a:p>
            <a:pPr indent="0" lvl="0" marL="114300" rtl="0" algn="l">
              <a:lnSpc>
                <a:spcPct val="100000"/>
              </a:lnSpc>
              <a:spcBef>
                <a:spcPts val="360"/>
              </a:spcBef>
              <a:spcAft>
                <a:spcPts val="0"/>
              </a:spcAft>
              <a:buSzPct val="173077"/>
              <a:buNone/>
            </a:pPr>
            <a:r>
              <a:rPr lang="es-MX"/>
              <a:t>    MOV AH,40h             ; Función 40h: escribir archivo</a:t>
            </a:r>
            <a:endParaRPr/>
          </a:p>
          <a:p>
            <a:pPr indent="0" lvl="0" marL="114300" rtl="0" algn="l">
              <a:lnSpc>
                <a:spcPct val="100000"/>
              </a:lnSpc>
              <a:spcBef>
                <a:spcPts val="360"/>
              </a:spcBef>
              <a:spcAft>
                <a:spcPts val="0"/>
              </a:spcAft>
              <a:buSzPct val="173077"/>
              <a:buNone/>
            </a:pPr>
            <a:r>
              <a:rPr lang="es-MX"/>
              <a:t>    INT 21h</a:t>
            </a:r>
            <a:endParaRPr/>
          </a:p>
          <a:p>
            <a:pPr indent="0" lvl="0" marL="114300" rtl="0" algn="l">
              <a:lnSpc>
                <a:spcPct val="100000"/>
              </a:lnSpc>
              <a:spcBef>
                <a:spcPts val="360"/>
              </a:spcBef>
              <a:spcAft>
                <a:spcPts val="0"/>
              </a:spcAft>
              <a:buSzPct val="173077"/>
              <a:buNone/>
            </a:pPr>
            <a:r>
              <a:rPr lang="es-MX"/>
              <a:t>    ; Cerrar archivo</a:t>
            </a:r>
            <a:endParaRPr/>
          </a:p>
          <a:p>
            <a:pPr indent="0" lvl="0" marL="114300" rtl="0" algn="l">
              <a:lnSpc>
                <a:spcPct val="100000"/>
              </a:lnSpc>
              <a:spcBef>
                <a:spcPts val="360"/>
              </a:spcBef>
              <a:spcAft>
                <a:spcPts val="0"/>
              </a:spcAft>
              <a:buSzPct val="173077"/>
              <a:buNone/>
            </a:pPr>
            <a:r>
              <a:rPr lang="es-MX"/>
              <a:t>    MOV BX,handle</a:t>
            </a:r>
            <a:endParaRPr/>
          </a:p>
          <a:p>
            <a:pPr indent="0" lvl="0" marL="114300" rtl="0" algn="l">
              <a:lnSpc>
                <a:spcPct val="100000"/>
              </a:lnSpc>
              <a:spcBef>
                <a:spcPts val="360"/>
              </a:spcBef>
              <a:spcAft>
                <a:spcPts val="0"/>
              </a:spcAft>
              <a:buSzPct val="173077"/>
              <a:buNone/>
            </a:pPr>
            <a:r>
              <a:rPr lang="es-MX"/>
              <a:t>    MOV AH,3Eh             ; Función 3Eh: cerrar archivo</a:t>
            </a:r>
            <a:endParaRPr/>
          </a:p>
          <a:p>
            <a:pPr indent="0" lvl="0" marL="114300" rtl="0" algn="l">
              <a:lnSpc>
                <a:spcPct val="100000"/>
              </a:lnSpc>
              <a:spcBef>
                <a:spcPts val="360"/>
              </a:spcBef>
              <a:spcAft>
                <a:spcPts val="0"/>
              </a:spcAft>
              <a:buSzPct val="173077"/>
              <a:buNone/>
            </a:pPr>
            <a:r>
              <a:rPr lang="es-MX"/>
              <a:t>    INT 21h</a:t>
            </a:r>
            <a:endParaRPr/>
          </a:p>
          <a:p>
            <a:pPr indent="0" lvl="0" marL="114300" rtl="0" algn="l">
              <a:lnSpc>
                <a:spcPct val="100000"/>
              </a:lnSpc>
              <a:spcBef>
                <a:spcPts val="360"/>
              </a:spcBef>
              <a:spcAft>
                <a:spcPts val="0"/>
              </a:spcAft>
              <a:buSzPct val="173077"/>
              <a:buNone/>
            </a:pPr>
            <a:r>
              <a:rPr lang="es-MX"/>
              <a:t>    ; Terminar programa</a:t>
            </a:r>
            <a:endParaRPr/>
          </a:p>
          <a:p>
            <a:pPr indent="0" lvl="0" marL="114300" rtl="0" algn="l">
              <a:lnSpc>
                <a:spcPct val="100000"/>
              </a:lnSpc>
              <a:spcBef>
                <a:spcPts val="360"/>
              </a:spcBef>
              <a:spcAft>
                <a:spcPts val="0"/>
              </a:spcAft>
              <a:buSzPct val="173077"/>
              <a:buNone/>
            </a:pPr>
            <a:r>
              <a:rPr lang="es-MX"/>
              <a:t>    MOV AH,4Ch</a:t>
            </a:r>
            <a:endParaRPr/>
          </a:p>
          <a:p>
            <a:pPr indent="0" lvl="0" marL="114300" rtl="0" algn="l">
              <a:lnSpc>
                <a:spcPct val="100000"/>
              </a:lnSpc>
              <a:spcBef>
                <a:spcPts val="360"/>
              </a:spcBef>
              <a:spcAft>
                <a:spcPts val="0"/>
              </a:spcAft>
              <a:buSzPct val="173077"/>
              <a:buNone/>
            </a:pPr>
            <a:r>
              <a:rPr lang="es-MX"/>
              <a:t>    INT 21h</a:t>
            </a:r>
            <a:endParaRPr/>
          </a:p>
          <a:p>
            <a:pPr indent="0" lvl="0" marL="114300" rtl="0" algn="l">
              <a:lnSpc>
                <a:spcPct val="100000"/>
              </a:lnSpc>
              <a:spcBef>
                <a:spcPts val="360"/>
              </a:spcBef>
              <a:spcAft>
                <a:spcPts val="0"/>
              </a:spcAft>
              <a:buSzPct val="173077"/>
              <a:buNone/>
            </a:pPr>
            <a:r>
              <a:rPr lang="es-MX"/>
              <a:t>RET</a:t>
            </a:r>
            <a:endParaRPr/>
          </a:p>
        </p:txBody>
      </p:sp>
      <p:sp>
        <p:nvSpPr>
          <p:cNvPr id="1141" name="Google Shape;1141;p1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1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INT 21H Función 42H</a:t>
            </a:r>
            <a:br>
              <a:rPr lang="es-MX"/>
            </a:br>
            <a:endParaRPr/>
          </a:p>
        </p:txBody>
      </p:sp>
      <p:sp>
        <p:nvSpPr>
          <p:cNvPr id="1147" name="Google Shape;1147;p1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dk1"/>
              </a:buClr>
              <a:buSzPts val="1100"/>
              <a:buNone/>
            </a:pPr>
            <a:r>
              <a:rPr lang="es-MX" sz="1100"/>
              <a:t>Establecer puntero de Archivo.</a:t>
            </a:r>
            <a:endParaRPr sz="1100"/>
          </a:p>
          <a:p>
            <a:pPr indent="0" lvl="0" marL="0" rtl="0" algn="just">
              <a:lnSpc>
                <a:spcPct val="100000"/>
              </a:lnSpc>
              <a:spcBef>
                <a:spcPts val="220"/>
              </a:spcBef>
              <a:spcAft>
                <a:spcPts val="0"/>
              </a:spcAft>
              <a:buClr>
                <a:schemeClr val="dk1"/>
              </a:buClr>
              <a:buSzPts val="1100"/>
              <a:buNone/>
            </a:pPr>
            <a:r>
              <a:rPr lang="es-MX" sz="1100"/>
              <a:t>LLAMADA: AH = 42H</a:t>
            </a:r>
            <a:endParaRPr/>
          </a:p>
          <a:p>
            <a:pPr indent="0" lvl="0" marL="0" rtl="0" algn="just">
              <a:lnSpc>
                <a:spcPct val="100000"/>
              </a:lnSpc>
              <a:spcBef>
                <a:spcPts val="220"/>
              </a:spcBef>
              <a:spcAft>
                <a:spcPts val="0"/>
              </a:spcAft>
              <a:buClr>
                <a:schemeClr val="dk1"/>
              </a:buClr>
              <a:buSzPts val="1100"/>
              <a:buNone/>
            </a:pPr>
            <a:r>
              <a:rPr lang="es-MX" sz="1100"/>
              <a:t>AL = Código de desplazamiento:</a:t>
            </a:r>
            <a:endParaRPr/>
          </a:p>
          <a:p>
            <a:pPr indent="-285750" lvl="1" marL="742950" rtl="0" algn="just">
              <a:lnSpc>
                <a:spcPct val="100000"/>
              </a:lnSpc>
              <a:spcBef>
                <a:spcPts val="220"/>
              </a:spcBef>
              <a:spcAft>
                <a:spcPts val="0"/>
              </a:spcAft>
              <a:buClr>
                <a:schemeClr val="dk1"/>
              </a:buClr>
              <a:buSzPts val="1100"/>
              <a:buChar char="–"/>
            </a:pPr>
            <a:r>
              <a:rPr lang="es-MX" sz="1100"/>
              <a:t>00h Desplazamiento desde el inicio del Archivo.</a:t>
            </a:r>
            <a:endParaRPr sz="1100"/>
          </a:p>
          <a:p>
            <a:pPr indent="-285750" lvl="1" marL="742950" rtl="0" algn="just">
              <a:lnSpc>
                <a:spcPct val="100000"/>
              </a:lnSpc>
              <a:spcBef>
                <a:spcPts val="220"/>
              </a:spcBef>
              <a:spcAft>
                <a:spcPts val="0"/>
              </a:spcAft>
              <a:buClr>
                <a:schemeClr val="dk1"/>
              </a:buClr>
              <a:buSzPts val="1100"/>
              <a:buChar char="–"/>
            </a:pPr>
            <a:r>
              <a:rPr lang="es-MX" sz="1100"/>
              <a:t>01h Desplazamiento desde la posición actual del puntero.</a:t>
            </a:r>
            <a:endParaRPr/>
          </a:p>
          <a:p>
            <a:pPr indent="-285750" lvl="1" marL="742950" rtl="0" algn="just">
              <a:lnSpc>
                <a:spcPct val="100000"/>
              </a:lnSpc>
              <a:spcBef>
                <a:spcPts val="220"/>
              </a:spcBef>
              <a:spcAft>
                <a:spcPts val="0"/>
              </a:spcAft>
              <a:buClr>
                <a:schemeClr val="dk1"/>
              </a:buClr>
              <a:buSzPts val="1100"/>
              <a:buChar char="–"/>
            </a:pPr>
            <a:r>
              <a:rPr lang="es-MX" sz="1100"/>
              <a:t>02h Desplazamiento desde el final del Archivo.</a:t>
            </a:r>
            <a:endParaRPr sz="1100"/>
          </a:p>
          <a:p>
            <a:pPr indent="-285750" lvl="1" marL="742950" rtl="0" algn="just">
              <a:lnSpc>
                <a:spcPct val="100000"/>
              </a:lnSpc>
              <a:spcBef>
                <a:spcPts val="220"/>
              </a:spcBef>
              <a:spcAft>
                <a:spcPts val="0"/>
              </a:spcAft>
              <a:buClr>
                <a:schemeClr val="dk1"/>
              </a:buClr>
              <a:buSzPts val="1100"/>
              <a:buChar char="–"/>
            </a:pPr>
            <a:r>
              <a:rPr lang="es-MX" sz="1100"/>
              <a:t>BX = Handle del Archivo.</a:t>
            </a:r>
            <a:endParaRPr sz="1100"/>
          </a:p>
          <a:p>
            <a:pPr indent="-285750" lvl="1" marL="742950" rtl="0" algn="just">
              <a:lnSpc>
                <a:spcPct val="100000"/>
              </a:lnSpc>
              <a:spcBef>
                <a:spcPts val="220"/>
              </a:spcBef>
              <a:spcAft>
                <a:spcPts val="0"/>
              </a:spcAft>
              <a:buClr>
                <a:schemeClr val="dk1"/>
              </a:buClr>
              <a:buSzPts val="1100"/>
              <a:buChar char="–"/>
            </a:pPr>
            <a:r>
              <a:rPr lang="es-MX" sz="1100"/>
              <a:t>CX = Mitad más significativa del desplazamiento.</a:t>
            </a:r>
            <a:endParaRPr/>
          </a:p>
          <a:p>
            <a:pPr indent="-285750" lvl="1" marL="742950" rtl="0" algn="just">
              <a:lnSpc>
                <a:spcPct val="100000"/>
              </a:lnSpc>
              <a:spcBef>
                <a:spcPts val="220"/>
              </a:spcBef>
              <a:spcAft>
                <a:spcPts val="0"/>
              </a:spcAft>
              <a:buClr>
                <a:schemeClr val="dk1"/>
              </a:buClr>
              <a:buSzPts val="1100"/>
              <a:buChar char="–"/>
            </a:pPr>
            <a:r>
              <a:rPr lang="es-MX" sz="1100"/>
              <a:t>DX = Mitad menos significativa del desplazamiento.</a:t>
            </a:r>
            <a:endParaRPr/>
          </a:p>
          <a:p>
            <a:pPr indent="0" lvl="0" marL="0" rtl="0" algn="just">
              <a:lnSpc>
                <a:spcPct val="100000"/>
              </a:lnSpc>
              <a:spcBef>
                <a:spcPts val="220"/>
              </a:spcBef>
              <a:spcAft>
                <a:spcPts val="0"/>
              </a:spcAft>
              <a:buClr>
                <a:schemeClr val="dk1"/>
              </a:buClr>
              <a:buSzPts val="1100"/>
              <a:buNone/>
            </a:pPr>
            <a:r>
              <a:rPr lang="es-MX" sz="1100"/>
              <a:t>DEVUELVE:</a:t>
            </a:r>
            <a:endParaRPr/>
          </a:p>
          <a:p>
            <a:pPr indent="0" lvl="0" marL="0" rtl="0" algn="just">
              <a:lnSpc>
                <a:spcPct val="100000"/>
              </a:lnSpc>
              <a:spcBef>
                <a:spcPts val="220"/>
              </a:spcBef>
              <a:spcAft>
                <a:spcPts val="0"/>
              </a:spcAft>
              <a:buClr>
                <a:schemeClr val="dk1"/>
              </a:buClr>
              <a:buSzPts val="1100"/>
              <a:buNone/>
            </a:pPr>
            <a:r>
              <a:t/>
            </a:r>
            <a:endParaRPr sz="1100"/>
          </a:p>
          <a:p>
            <a:pPr indent="-285750" lvl="1" marL="742950" rtl="0" algn="just">
              <a:lnSpc>
                <a:spcPct val="100000"/>
              </a:lnSpc>
              <a:spcBef>
                <a:spcPts val="220"/>
              </a:spcBef>
              <a:spcAft>
                <a:spcPts val="0"/>
              </a:spcAft>
              <a:buClr>
                <a:schemeClr val="dk1"/>
              </a:buClr>
              <a:buSzPts val="1100"/>
              <a:buChar char="–"/>
            </a:pPr>
            <a:r>
              <a:rPr lang="es-MX" sz="1100"/>
              <a:t>Si se ejecutó correctamente</a:t>
            </a:r>
            <a:endParaRPr/>
          </a:p>
          <a:p>
            <a:pPr indent="-228600" lvl="2" marL="1143000" rtl="0" algn="just">
              <a:lnSpc>
                <a:spcPct val="100000"/>
              </a:lnSpc>
              <a:spcBef>
                <a:spcPts val="220"/>
              </a:spcBef>
              <a:spcAft>
                <a:spcPts val="0"/>
              </a:spcAft>
              <a:buClr>
                <a:schemeClr val="dk1"/>
              </a:buClr>
              <a:buSzPts val="1100"/>
              <a:buChar char="•"/>
            </a:pPr>
            <a:r>
              <a:rPr lang="es-MX" sz="1100"/>
              <a:t>Flag de acarreo (Cf) = 0</a:t>
            </a:r>
            <a:endParaRPr/>
          </a:p>
          <a:p>
            <a:pPr indent="-228600" lvl="2" marL="1143000" rtl="0" algn="just">
              <a:lnSpc>
                <a:spcPct val="100000"/>
              </a:lnSpc>
              <a:spcBef>
                <a:spcPts val="220"/>
              </a:spcBef>
              <a:spcAft>
                <a:spcPts val="0"/>
              </a:spcAft>
              <a:buClr>
                <a:schemeClr val="dk1"/>
              </a:buClr>
              <a:buSzPts val="1100"/>
              <a:buChar char="•"/>
            </a:pPr>
            <a:r>
              <a:rPr lang="es-MX" sz="1100"/>
              <a:t>DX = Mitad más significativa del puntero actualizado.</a:t>
            </a:r>
            <a:endParaRPr/>
          </a:p>
          <a:p>
            <a:pPr indent="-228600" lvl="2" marL="1143000" rtl="0" algn="just">
              <a:lnSpc>
                <a:spcPct val="100000"/>
              </a:lnSpc>
              <a:spcBef>
                <a:spcPts val="220"/>
              </a:spcBef>
              <a:spcAft>
                <a:spcPts val="0"/>
              </a:spcAft>
              <a:buClr>
                <a:schemeClr val="dk1"/>
              </a:buClr>
              <a:buSzPts val="1100"/>
              <a:buChar char="•"/>
            </a:pPr>
            <a:r>
              <a:rPr lang="es-MX" sz="1100"/>
              <a:t>AX = Mitad menos significativa del puntero actualizado.</a:t>
            </a:r>
            <a:endParaRPr/>
          </a:p>
          <a:p>
            <a:pPr indent="-228600" lvl="2" marL="1143000" rtl="0" algn="just">
              <a:lnSpc>
                <a:spcPct val="100000"/>
              </a:lnSpc>
              <a:spcBef>
                <a:spcPts val="220"/>
              </a:spcBef>
              <a:spcAft>
                <a:spcPts val="0"/>
              </a:spcAft>
              <a:buClr>
                <a:schemeClr val="dk1"/>
              </a:buClr>
              <a:buSzPts val="1100"/>
              <a:buChar char="•"/>
            </a:pPr>
            <a:r>
              <a:rPr lang="es-MX" sz="1100"/>
              <a:t>Si NO se ejecutó correctamente</a:t>
            </a:r>
            <a:endParaRPr/>
          </a:p>
          <a:p>
            <a:pPr indent="-285750" lvl="1" marL="742950" rtl="0" algn="just">
              <a:lnSpc>
                <a:spcPct val="100000"/>
              </a:lnSpc>
              <a:spcBef>
                <a:spcPts val="220"/>
              </a:spcBef>
              <a:spcAft>
                <a:spcPts val="0"/>
              </a:spcAft>
              <a:buClr>
                <a:schemeClr val="dk1"/>
              </a:buClr>
              <a:buSzPts val="1100"/>
              <a:buChar char="–"/>
            </a:pPr>
            <a:r>
              <a:rPr lang="es-MX" sz="1100"/>
              <a:t>Flag de acarreo (Cf) = 1</a:t>
            </a:r>
            <a:endParaRPr/>
          </a:p>
          <a:p>
            <a:pPr indent="-228600" lvl="2" marL="1143000" rtl="0" algn="just">
              <a:lnSpc>
                <a:spcPct val="100000"/>
              </a:lnSpc>
              <a:spcBef>
                <a:spcPts val="220"/>
              </a:spcBef>
              <a:spcAft>
                <a:spcPts val="0"/>
              </a:spcAft>
              <a:buClr>
                <a:schemeClr val="dk1"/>
              </a:buClr>
              <a:buSzPts val="1100"/>
              <a:buChar char="•"/>
            </a:pPr>
            <a:r>
              <a:rPr lang="es-MX" sz="1100"/>
              <a:t>AX = Código de error.</a:t>
            </a:r>
            <a:endParaRPr/>
          </a:p>
          <a:p>
            <a:pPr indent="0" lvl="0" marL="0" rtl="0" algn="just">
              <a:lnSpc>
                <a:spcPct val="100000"/>
              </a:lnSpc>
              <a:spcBef>
                <a:spcPts val="220"/>
              </a:spcBef>
              <a:spcAft>
                <a:spcPts val="0"/>
              </a:spcAft>
              <a:buClr>
                <a:schemeClr val="dk1"/>
              </a:buClr>
              <a:buSzPts val="1100"/>
              <a:buNone/>
            </a:pPr>
            <a:r>
              <a:rPr lang="es-MX" sz="1100"/>
              <a:t> </a:t>
            </a:r>
            <a:endParaRPr/>
          </a:p>
          <a:p>
            <a:pPr indent="0" lvl="0" marL="0" rtl="0" algn="just">
              <a:lnSpc>
                <a:spcPct val="100000"/>
              </a:lnSpc>
              <a:spcBef>
                <a:spcPts val="220"/>
              </a:spcBef>
              <a:spcAft>
                <a:spcPts val="0"/>
              </a:spcAft>
              <a:buClr>
                <a:schemeClr val="dk1"/>
              </a:buClr>
              <a:buSzPts val="1100"/>
              <a:buNone/>
            </a:pPr>
            <a:r>
              <a:rPr lang="es-MX" sz="1100"/>
              <a:t>EFECTO:</a:t>
            </a:r>
            <a:endParaRPr/>
          </a:p>
          <a:p>
            <a:pPr indent="0" lvl="0" marL="0" rtl="0" algn="just">
              <a:lnSpc>
                <a:spcPct val="100000"/>
              </a:lnSpc>
              <a:spcBef>
                <a:spcPts val="220"/>
              </a:spcBef>
              <a:spcAft>
                <a:spcPts val="0"/>
              </a:spcAft>
              <a:buClr>
                <a:schemeClr val="dk1"/>
              </a:buClr>
              <a:buSzPts val="1100"/>
              <a:buNone/>
            </a:pPr>
            <a:r>
              <a:rPr lang="es-MX" sz="1100"/>
              <a:t>Cambia el valor del puntero de fichero, permitiendo así un acceso aleatorio al fichero. Podremos, mediante esta función, escribir y leer caracteres en cualquier posición del fichero, sin pasar por las anteriores.</a:t>
            </a:r>
            <a:endParaRPr/>
          </a:p>
        </p:txBody>
      </p:sp>
      <p:sp>
        <p:nvSpPr>
          <p:cNvPr id="1148" name="Google Shape;1148;p1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149" name="Google Shape;1149;p1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145"/>
          <p:cNvSpPr txBox="1"/>
          <p:nvPr>
            <p:ph idx="1" type="body"/>
          </p:nvPr>
        </p:nvSpPr>
        <p:spPr>
          <a:xfrm>
            <a:off x="457200" y="274638"/>
            <a:ext cx="8229600" cy="5851525"/>
          </a:xfrm>
          <a:prstGeom prst="rect">
            <a:avLst/>
          </a:prstGeom>
          <a:noFill/>
          <a:ln>
            <a:noFill/>
          </a:ln>
        </p:spPr>
        <p:txBody>
          <a:bodyPr anchorCtr="0" anchor="t" bIns="45700" lIns="91425" spcFirstLastPara="1" rIns="91425" wrap="square" tIns="45700">
            <a:normAutofit fontScale="25000" lnSpcReduction="20000"/>
          </a:bodyPr>
          <a:lstStyle/>
          <a:p>
            <a:pPr indent="0" lvl="0" marL="114300" rtl="0" algn="l">
              <a:lnSpc>
                <a:spcPct val="100000"/>
              </a:lnSpc>
              <a:spcBef>
                <a:spcPts val="360"/>
              </a:spcBef>
              <a:spcAft>
                <a:spcPts val="0"/>
              </a:spcAft>
              <a:buSzPct val="225000"/>
              <a:buNone/>
            </a:pPr>
            <a:r>
              <a:rPr lang="es-MX"/>
              <a:t>ORG 100h                                    ; Inicio del programa .COM (los programas COM empiezan en 100h)</a:t>
            </a:r>
            <a:endParaRPr/>
          </a:p>
          <a:p>
            <a:pPr indent="0" lvl="0" marL="114300" rtl="0" algn="l">
              <a:lnSpc>
                <a:spcPct val="100000"/>
              </a:lnSpc>
              <a:spcBef>
                <a:spcPts val="360"/>
              </a:spcBef>
              <a:spcAft>
                <a:spcPts val="0"/>
              </a:spcAft>
              <a:buSzPct val="225000"/>
              <a:buNone/>
            </a:pPr>
            <a:r>
              <a:rPr lang="es-MX"/>
              <a:t>        JMP INICIO                          ; Salta los datos para no ejecutarlos como instrucciones</a:t>
            </a:r>
            <a:endParaRPr/>
          </a:p>
          <a:p>
            <a:pPr indent="0" lvl="0" marL="114300" rtl="0" algn="l">
              <a:lnSpc>
                <a:spcPct val="100000"/>
              </a:lnSpc>
              <a:spcBef>
                <a:spcPts val="360"/>
              </a:spcBef>
              <a:spcAft>
                <a:spcPts val="0"/>
              </a:spcAft>
              <a:buSzPct val="225000"/>
              <a:buNone/>
            </a:pPr>
            <a:r>
              <a:rPr lang="es-MX"/>
              <a:t>        archivo DB "C:\emu8086\MyBuild\prueba.txt",0   ; Nombre del archivo en formato ASCIIZ (termina en 0)</a:t>
            </a:r>
            <a:endParaRPr/>
          </a:p>
          <a:p>
            <a:pPr indent="0" lvl="0" marL="114300" rtl="0" algn="l">
              <a:lnSpc>
                <a:spcPct val="100000"/>
              </a:lnSpc>
              <a:spcBef>
                <a:spcPts val="360"/>
              </a:spcBef>
              <a:spcAft>
                <a:spcPts val="0"/>
              </a:spcAft>
              <a:buSzPct val="225000"/>
              <a:buNone/>
            </a:pPr>
            <a:r>
              <a:rPr lang="es-MX"/>
              <a:t>        texto DB "ABCDEFGHIJ"               ; Texto inicial que se escribira en el archivo (10 caracteres)</a:t>
            </a:r>
            <a:endParaRPr/>
          </a:p>
          <a:p>
            <a:pPr indent="0" lvl="0" marL="114300" rtl="0" algn="l">
              <a:lnSpc>
                <a:spcPct val="100000"/>
              </a:lnSpc>
              <a:spcBef>
                <a:spcPts val="360"/>
              </a:spcBef>
              <a:spcAft>
                <a:spcPts val="0"/>
              </a:spcAft>
              <a:buSzPct val="225000"/>
              <a:buNone/>
            </a:pPr>
            <a:r>
              <a:rPr lang="es-MX"/>
              <a:t>        tamano DW $ - texto                 ; Longitud del texto: posicion actual ($) menos inicio de texto = 10</a:t>
            </a:r>
            <a:endParaRPr/>
          </a:p>
          <a:p>
            <a:pPr indent="0" lvl="0" marL="114300" rtl="0" algn="l">
              <a:lnSpc>
                <a:spcPct val="100000"/>
              </a:lnSpc>
              <a:spcBef>
                <a:spcPts val="360"/>
              </a:spcBef>
              <a:spcAft>
                <a:spcPts val="0"/>
              </a:spcAft>
              <a:buSzPct val="225000"/>
              <a:buNone/>
            </a:pPr>
            <a:r>
              <a:rPr lang="es-MX"/>
              <a:t>        caracter DB "X"                     ; Caracter que se escribira para sobrescribir una letra</a:t>
            </a:r>
            <a:endParaRPr/>
          </a:p>
          <a:p>
            <a:pPr indent="0" lvl="0" marL="114300" rtl="0" algn="l">
              <a:lnSpc>
                <a:spcPct val="100000"/>
              </a:lnSpc>
              <a:spcBef>
                <a:spcPts val="360"/>
              </a:spcBef>
              <a:spcAft>
                <a:spcPts val="0"/>
              </a:spcAft>
              <a:buSzPct val="225000"/>
              <a:buNone/>
            </a:pPr>
            <a:r>
              <a:rPr lang="es-MX"/>
              <a:t>        handle DW ?                         ; Variable (2 bytes) donde se guardara el handle del archivo</a:t>
            </a:r>
            <a:endParaRPr/>
          </a:p>
          <a:p>
            <a:pPr indent="0" lvl="0" marL="114300" rtl="0" algn="l">
              <a:lnSpc>
                <a:spcPct val="100000"/>
              </a:lnSpc>
              <a:spcBef>
                <a:spcPts val="360"/>
              </a:spcBef>
              <a:spcAft>
                <a:spcPts val="0"/>
              </a:spcAft>
              <a:buSzPct val="225000"/>
              <a:buNone/>
            </a:pPr>
            <a:r>
              <a:rPr lang="es-MX"/>
              <a:t>INICIO:</a:t>
            </a:r>
            <a:endParaRPr/>
          </a:p>
          <a:p>
            <a:pPr indent="0" lvl="0" marL="114300" rtl="0" algn="l">
              <a:lnSpc>
                <a:spcPct val="100000"/>
              </a:lnSpc>
              <a:spcBef>
                <a:spcPts val="360"/>
              </a:spcBef>
              <a:spcAft>
                <a:spcPts val="0"/>
              </a:spcAft>
              <a:buSzPct val="225000"/>
              <a:buNone/>
            </a:pPr>
            <a:r>
              <a:rPr lang="es-MX"/>
              <a:t>    MOV CX,0000h                            ; CX = atributos del archivo (0 = archivo normal)</a:t>
            </a:r>
            <a:endParaRPr/>
          </a:p>
          <a:p>
            <a:pPr indent="0" lvl="0" marL="114300" rtl="0" algn="l">
              <a:lnSpc>
                <a:spcPct val="100000"/>
              </a:lnSpc>
              <a:spcBef>
                <a:spcPts val="360"/>
              </a:spcBef>
              <a:spcAft>
                <a:spcPts val="0"/>
              </a:spcAft>
              <a:buSzPct val="225000"/>
              <a:buNone/>
            </a:pPr>
            <a:r>
              <a:rPr lang="es-MX"/>
              <a:t>    MOV DX,OFFSET archivo                   ; DS:DX apunta al nombre del archivo</a:t>
            </a:r>
            <a:endParaRPr/>
          </a:p>
          <a:p>
            <a:pPr indent="0" lvl="0" marL="114300" rtl="0" algn="l">
              <a:lnSpc>
                <a:spcPct val="100000"/>
              </a:lnSpc>
              <a:spcBef>
                <a:spcPts val="360"/>
              </a:spcBef>
              <a:spcAft>
                <a:spcPts val="0"/>
              </a:spcAft>
              <a:buSzPct val="225000"/>
              <a:buNone/>
            </a:pPr>
            <a:r>
              <a:rPr lang="es-MX"/>
              <a:t>    MOV AH,3Ch                              ; Funcion 3Ch: crear archivo</a:t>
            </a:r>
            <a:endParaRPr/>
          </a:p>
          <a:p>
            <a:pPr indent="0" lvl="0" marL="114300" rtl="0" algn="l">
              <a:lnSpc>
                <a:spcPct val="100000"/>
              </a:lnSpc>
              <a:spcBef>
                <a:spcPts val="360"/>
              </a:spcBef>
              <a:spcAft>
                <a:spcPts val="0"/>
              </a:spcAft>
              <a:buSzPct val="225000"/>
              <a:buNone/>
            </a:pPr>
            <a:r>
              <a:rPr lang="es-MX"/>
              <a:t>    INT 21h                                 ; CREAR ARCHIVO (devuelve el handle en AX)</a:t>
            </a:r>
            <a:endParaRPr/>
          </a:p>
          <a:p>
            <a:pPr indent="0" lvl="0" marL="114300" rtl="0" algn="l">
              <a:lnSpc>
                <a:spcPct val="100000"/>
              </a:lnSpc>
              <a:spcBef>
                <a:spcPts val="360"/>
              </a:spcBef>
              <a:spcAft>
                <a:spcPts val="0"/>
              </a:spcAft>
              <a:buSzPct val="225000"/>
              <a:buNone/>
            </a:pPr>
            <a:r>
              <a:rPr lang="es-MX"/>
              <a:t>    MOV handle,AX                           ; Guarda el handle en la variable para no perderlo</a:t>
            </a:r>
            <a:endParaRPr/>
          </a:p>
          <a:p>
            <a:pPr indent="0" lvl="0" marL="114300" rtl="0" algn="l">
              <a:lnSpc>
                <a:spcPct val="100000"/>
              </a:lnSpc>
              <a:spcBef>
                <a:spcPts val="360"/>
              </a:spcBef>
              <a:spcAft>
                <a:spcPts val="0"/>
              </a:spcAft>
              <a:buSzPct val="225000"/>
              <a:buNone/>
            </a:pPr>
            <a:r>
              <a:t/>
            </a:r>
            <a:endParaRPr/>
          </a:p>
          <a:p>
            <a:pPr indent="0" lvl="0" marL="114300" rtl="0" algn="l">
              <a:lnSpc>
                <a:spcPct val="100000"/>
              </a:lnSpc>
              <a:spcBef>
                <a:spcPts val="360"/>
              </a:spcBef>
              <a:spcAft>
                <a:spcPts val="0"/>
              </a:spcAft>
              <a:buSzPct val="225000"/>
              <a:buNone/>
            </a:pPr>
            <a:r>
              <a:rPr lang="es-MX"/>
              <a:t>    MOV BX,handle                           ; BX = handle del archivo donde se va a escribir</a:t>
            </a:r>
            <a:endParaRPr/>
          </a:p>
          <a:p>
            <a:pPr indent="0" lvl="0" marL="114300" rtl="0" algn="l">
              <a:lnSpc>
                <a:spcPct val="100000"/>
              </a:lnSpc>
              <a:spcBef>
                <a:spcPts val="360"/>
              </a:spcBef>
              <a:spcAft>
                <a:spcPts val="0"/>
              </a:spcAft>
              <a:buSzPct val="225000"/>
              <a:buNone/>
            </a:pPr>
            <a:r>
              <a:rPr lang="es-MX"/>
              <a:t>    MOV CX,tamano                           ; CX = numero de bytes a escribir (10)</a:t>
            </a:r>
            <a:endParaRPr/>
          </a:p>
          <a:p>
            <a:pPr indent="0" lvl="0" marL="114300" rtl="0" algn="l">
              <a:lnSpc>
                <a:spcPct val="100000"/>
              </a:lnSpc>
              <a:spcBef>
                <a:spcPts val="360"/>
              </a:spcBef>
              <a:spcAft>
                <a:spcPts val="0"/>
              </a:spcAft>
              <a:buSzPct val="225000"/>
              <a:buNone/>
            </a:pPr>
            <a:r>
              <a:rPr lang="es-MX"/>
              <a:t>    MOV DX,OFFSET texto                     ; DS:DX apunta al texto que se va a escribir</a:t>
            </a:r>
            <a:endParaRPr/>
          </a:p>
          <a:p>
            <a:pPr indent="0" lvl="0" marL="114300" rtl="0" algn="l">
              <a:lnSpc>
                <a:spcPct val="100000"/>
              </a:lnSpc>
              <a:spcBef>
                <a:spcPts val="360"/>
              </a:spcBef>
              <a:spcAft>
                <a:spcPts val="0"/>
              </a:spcAft>
              <a:buSzPct val="225000"/>
              <a:buNone/>
            </a:pPr>
            <a:r>
              <a:rPr lang="es-MX"/>
              <a:t>    MOV AH,40h                              ; Funcion 40h: escribir en archivo</a:t>
            </a:r>
            <a:endParaRPr/>
          </a:p>
          <a:p>
            <a:pPr indent="0" lvl="0" marL="114300" rtl="0" algn="l">
              <a:lnSpc>
                <a:spcPct val="100000"/>
              </a:lnSpc>
              <a:spcBef>
                <a:spcPts val="360"/>
              </a:spcBef>
              <a:spcAft>
                <a:spcPts val="0"/>
              </a:spcAft>
              <a:buSzPct val="225000"/>
              <a:buNone/>
            </a:pPr>
            <a:r>
              <a:rPr lang="es-MX"/>
              <a:t>    INT 21h                                 ; ESCRIBIR "ABCDEFGHIJ" (el puntero queda en la posicion 10)</a:t>
            </a:r>
            <a:endParaRPr/>
          </a:p>
          <a:p>
            <a:pPr indent="0" lvl="0" marL="114300" rtl="0" algn="l">
              <a:lnSpc>
                <a:spcPct val="100000"/>
              </a:lnSpc>
              <a:spcBef>
                <a:spcPts val="360"/>
              </a:spcBef>
              <a:spcAft>
                <a:spcPts val="0"/>
              </a:spcAft>
              <a:buSzPct val="225000"/>
              <a:buNone/>
            </a:pPr>
            <a:r>
              <a:t/>
            </a:r>
            <a:endParaRPr/>
          </a:p>
          <a:p>
            <a:pPr indent="0" lvl="0" marL="114300" rtl="0" algn="l">
              <a:lnSpc>
                <a:spcPct val="100000"/>
              </a:lnSpc>
              <a:spcBef>
                <a:spcPts val="360"/>
              </a:spcBef>
              <a:spcAft>
                <a:spcPts val="0"/>
              </a:spcAft>
              <a:buSzPct val="225000"/>
              <a:buNone/>
            </a:pPr>
            <a:r>
              <a:rPr lang="es-MX"/>
              <a:t>    MOV BX,handle                           ; BX = handle del archivo</a:t>
            </a:r>
            <a:endParaRPr/>
          </a:p>
          <a:p>
            <a:pPr indent="0" lvl="0" marL="114300" rtl="0" algn="l">
              <a:lnSpc>
                <a:spcPct val="100000"/>
              </a:lnSpc>
              <a:spcBef>
                <a:spcPts val="360"/>
              </a:spcBef>
              <a:spcAft>
                <a:spcPts val="0"/>
              </a:spcAft>
              <a:buSzPct val="225000"/>
              <a:buNone/>
            </a:pPr>
            <a:r>
              <a:rPr lang="es-MX"/>
              <a:t>    MOV AL,00h                              ; Origen del desplazamiento: 0 = desde el inicio del archivo</a:t>
            </a:r>
            <a:endParaRPr/>
          </a:p>
          <a:p>
            <a:pPr indent="0" lvl="0" marL="114300" rtl="0" algn="l">
              <a:lnSpc>
                <a:spcPct val="100000"/>
              </a:lnSpc>
              <a:spcBef>
                <a:spcPts val="360"/>
              </a:spcBef>
              <a:spcAft>
                <a:spcPts val="0"/>
              </a:spcAft>
              <a:buSzPct val="225000"/>
              <a:buNone/>
            </a:pPr>
            <a:r>
              <a:rPr lang="es-MX"/>
              <a:t>    MOV CX,0000h                            ; CX = parte alta del desplazamiento (0)</a:t>
            </a:r>
            <a:endParaRPr/>
          </a:p>
          <a:p>
            <a:pPr indent="0" lvl="0" marL="114300" rtl="0" algn="l">
              <a:lnSpc>
                <a:spcPct val="100000"/>
              </a:lnSpc>
              <a:spcBef>
                <a:spcPts val="360"/>
              </a:spcBef>
              <a:spcAft>
                <a:spcPts val="0"/>
              </a:spcAft>
              <a:buSzPct val="225000"/>
              <a:buNone/>
            </a:pPr>
            <a:r>
              <a:rPr lang="es-MX"/>
              <a:t>    MOV DX,0005h                            ; DX = parte baja del desplazamiento: posicion 5</a:t>
            </a:r>
            <a:endParaRPr/>
          </a:p>
          <a:p>
            <a:pPr indent="0" lvl="0" marL="114300" rtl="0" algn="l">
              <a:lnSpc>
                <a:spcPct val="100000"/>
              </a:lnSpc>
              <a:spcBef>
                <a:spcPts val="360"/>
              </a:spcBef>
              <a:spcAft>
                <a:spcPts val="0"/>
              </a:spcAft>
              <a:buSzPct val="225000"/>
              <a:buNone/>
            </a:pPr>
            <a:r>
              <a:rPr lang="es-MX"/>
              <a:t>    MOV AH,42h                              ; Funcion 42h: mover el apuntador del archivo</a:t>
            </a:r>
            <a:endParaRPr/>
          </a:p>
          <a:p>
            <a:pPr indent="0" lvl="0" marL="114300" rtl="0" algn="l">
              <a:lnSpc>
                <a:spcPct val="100000"/>
              </a:lnSpc>
              <a:spcBef>
                <a:spcPts val="360"/>
              </a:spcBef>
              <a:spcAft>
                <a:spcPts val="0"/>
              </a:spcAft>
              <a:buSzPct val="225000"/>
              <a:buNone/>
            </a:pPr>
            <a:r>
              <a:rPr lang="es-MX"/>
              <a:t>    INT 21h                                 ; MOVER EL PUNTERO (ahora esta sobre la letra 'F')</a:t>
            </a:r>
            <a:endParaRPr/>
          </a:p>
          <a:p>
            <a:pPr indent="0" lvl="0" marL="114300" rtl="0" algn="l">
              <a:lnSpc>
                <a:spcPct val="100000"/>
              </a:lnSpc>
              <a:spcBef>
                <a:spcPts val="360"/>
              </a:spcBef>
              <a:spcAft>
                <a:spcPts val="0"/>
              </a:spcAft>
              <a:buSzPct val="225000"/>
              <a:buNone/>
            </a:pPr>
            <a:r>
              <a:t/>
            </a:r>
            <a:endParaRPr/>
          </a:p>
          <a:p>
            <a:pPr indent="0" lvl="0" marL="114300" rtl="0" algn="l">
              <a:lnSpc>
                <a:spcPct val="100000"/>
              </a:lnSpc>
              <a:spcBef>
                <a:spcPts val="360"/>
              </a:spcBef>
              <a:spcAft>
                <a:spcPts val="0"/>
              </a:spcAft>
              <a:buSzPct val="225000"/>
              <a:buNone/>
            </a:pPr>
            <a:r>
              <a:rPr lang="es-MX"/>
              <a:t>    MOV BX,handle                           ; BX = handle del archivo</a:t>
            </a:r>
            <a:endParaRPr/>
          </a:p>
          <a:p>
            <a:pPr indent="0" lvl="0" marL="114300" rtl="0" algn="l">
              <a:lnSpc>
                <a:spcPct val="100000"/>
              </a:lnSpc>
              <a:spcBef>
                <a:spcPts val="360"/>
              </a:spcBef>
              <a:spcAft>
                <a:spcPts val="0"/>
              </a:spcAft>
              <a:buSzPct val="225000"/>
              <a:buNone/>
            </a:pPr>
            <a:r>
              <a:rPr lang="es-MX"/>
              <a:t>    MOV CX,1                                ; CX = escribir solo 1 byte</a:t>
            </a:r>
            <a:endParaRPr/>
          </a:p>
          <a:p>
            <a:pPr indent="0" lvl="0" marL="114300" rtl="0" algn="l">
              <a:lnSpc>
                <a:spcPct val="100000"/>
              </a:lnSpc>
              <a:spcBef>
                <a:spcPts val="360"/>
              </a:spcBef>
              <a:spcAft>
                <a:spcPts val="0"/>
              </a:spcAft>
              <a:buSzPct val="225000"/>
              <a:buNone/>
            </a:pPr>
            <a:r>
              <a:rPr lang="es-MX"/>
              <a:t>    MOV DX,OFFSET caracter                  ; DS:DX apunta al caracter 'X'</a:t>
            </a:r>
            <a:endParaRPr/>
          </a:p>
          <a:p>
            <a:pPr indent="0" lvl="0" marL="114300" rtl="0" algn="l">
              <a:lnSpc>
                <a:spcPct val="100000"/>
              </a:lnSpc>
              <a:spcBef>
                <a:spcPts val="360"/>
              </a:spcBef>
              <a:spcAft>
                <a:spcPts val="0"/>
              </a:spcAft>
              <a:buSzPct val="225000"/>
              <a:buNone/>
            </a:pPr>
            <a:r>
              <a:rPr lang="es-MX"/>
              <a:t>    MOV AH,40h                              ; Funcion 40h: escribir en archivo</a:t>
            </a:r>
            <a:endParaRPr/>
          </a:p>
          <a:p>
            <a:pPr indent="0" lvl="0" marL="114300" rtl="0" algn="l">
              <a:lnSpc>
                <a:spcPct val="100000"/>
              </a:lnSpc>
              <a:spcBef>
                <a:spcPts val="360"/>
              </a:spcBef>
              <a:spcAft>
                <a:spcPts val="0"/>
              </a:spcAft>
              <a:buSzPct val="225000"/>
              <a:buNone/>
            </a:pPr>
            <a:r>
              <a:rPr lang="es-MX"/>
              <a:t>    INT 21h                                 ; ESCRIBIR 'X' (sobrescribe la 'F')</a:t>
            </a:r>
            <a:endParaRPr/>
          </a:p>
          <a:p>
            <a:pPr indent="0" lvl="0" marL="114300" rtl="0" algn="l">
              <a:lnSpc>
                <a:spcPct val="100000"/>
              </a:lnSpc>
              <a:spcBef>
                <a:spcPts val="360"/>
              </a:spcBef>
              <a:spcAft>
                <a:spcPts val="0"/>
              </a:spcAft>
              <a:buSzPct val="225000"/>
              <a:buNone/>
            </a:pPr>
            <a:r>
              <a:t/>
            </a:r>
            <a:endParaRPr/>
          </a:p>
          <a:p>
            <a:pPr indent="0" lvl="0" marL="114300" rtl="0" algn="l">
              <a:lnSpc>
                <a:spcPct val="100000"/>
              </a:lnSpc>
              <a:spcBef>
                <a:spcPts val="360"/>
              </a:spcBef>
              <a:spcAft>
                <a:spcPts val="0"/>
              </a:spcAft>
              <a:buSzPct val="225000"/>
              <a:buNone/>
            </a:pPr>
            <a:r>
              <a:rPr lang="es-MX"/>
              <a:t>    MOV BX,handle                           ; BX = handle del archivo a cerrar</a:t>
            </a:r>
            <a:endParaRPr/>
          </a:p>
          <a:p>
            <a:pPr indent="0" lvl="0" marL="114300" rtl="0" algn="l">
              <a:lnSpc>
                <a:spcPct val="100000"/>
              </a:lnSpc>
              <a:spcBef>
                <a:spcPts val="360"/>
              </a:spcBef>
              <a:spcAft>
                <a:spcPts val="0"/>
              </a:spcAft>
              <a:buSzPct val="225000"/>
              <a:buNone/>
            </a:pPr>
            <a:r>
              <a:rPr lang="es-MX"/>
              <a:t>    MOV AH,3Eh                              ; Funcion 3Eh: cerrar archivo</a:t>
            </a:r>
            <a:endParaRPr/>
          </a:p>
          <a:p>
            <a:pPr indent="0" lvl="0" marL="114300" rtl="0" algn="l">
              <a:lnSpc>
                <a:spcPct val="100000"/>
              </a:lnSpc>
              <a:spcBef>
                <a:spcPts val="360"/>
              </a:spcBef>
              <a:spcAft>
                <a:spcPts val="0"/>
              </a:spcAft>
              <a:buSzPct val="225000"/>
              <a:buNone/>
            </a:pPr>
            <a:r>
              <a:rPr lang="es-MX"/>
              <a:t>    INT 21h                                 ; CERRAR ARCHIVO (guarda los cambios en disco)</a:t>
            </a:r>
            <a:endParaRPr/>
          </a:p>
          <a:p>
            <a:pPr indent="0" lvl="0" marL="114300" rtl="0" algn="l">
              <a:lnSpc>
                <a:spcPct val="100000"/>
              </a:lnSpc>
              <a:spcBef>
                <a:spcPts val="360"/>
              </a:spcBef>
              <a:spcAft>
                <a:spcPts val="0"/>
              </a:spcAft>
              <a:buSzPct val="225000"/>
              <a:buNone/>
            </a:pPr>
            <a:r>
              <a:t/>
            </a:r>
            <a:endParaRPr/>
          </a:p>
          <a:p>
            <a:pPr indent="0" lvl="0" marL="114300" rtl="0" algn="l">
              <a:lnSpc>
                <a:spcPct val="100000"/>
              </a:lnSpc>
              <a:spcBef>
                <a:spcPts val="360"/>
              </a:spcBef>
              <a:spcAft>
                <a:spcPts val="0"/>
              </a:spcAft>
              <a:buSzPct val="225000"/>
              <a:buNone/>
            </a:pPr>
            <a:r>
              <a:rPr lang="es-MX"/>
              <a:t>    MOV AH,4Ch                              ; Funcion 4Ch: terminar programa</a:t>
            </a:r>
            <a:endParaRPr/>
          </a:p>
          <a:p>
            <a:pPr indent="0" lvl="0" marL="114300" rtl="0" algn="l">
              <a:lnSpc>
                <a:spcPct val="100000"/>
              </a:lnSpc>
              <a:spcBef>
                <a:spcPts val="360"/>
              </a:spcBef>
              <a:spcAft>
                <a:spcPts val="0"/>
              </a:spcAft>
              <a:buSzPct val="225000"/>
              <a:buNone/>
            </a:pPr>
            <a:r>
              <a:rPr lang="es-MX"/>
              <a:t>    INT 21h                                 ; TERMINAR (regresa el control al sistema)</a:t>
            </a:r>
            <a:endParaRPr/>
          </a:p>
          <a:p>
            <a:pPr indent="0" lvl="0" marL="114300" rtl="0" algn="l">
              <a:lnSpc>
                <a:spcPct val="100000"/>
              </a:lnSpc>
              <a:spcBef>
                <a:spcPts val="360"/>
              </a:spcBef>
              <a:spcAft>
                <a:spcPts val="0"/>
              </a:spcAft>
              <a:buSzPct val="225000"/>
              <a:buNone/>
            </a:pPr>
            <a:r>
              <a:rPr lang="es-MX"/>
              <a:t>RET                                         ; Nunca se ejecuta, porque el programa ya termino con 4Ch</a:t>
            </a:r>
            <a:endParaRPr/>
          </a:p>
        </p:txBody>
      </p:sp>
      <p:sp>
        <p:nvSpPr>
          <p:cNvPr id="1155" name="Google Shape;1155;p1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
        <p:nvSpPr>
          <p:cNvPr id="1156" name="Google Shape;1156;p145"/>
          <p:cNvSpPr txBox="1"/>
          <p:nvPr/>
        </p:nvSpPr>
        <p:spPr>
          <a:xfrm>
            <a:off x="4573518" y="1470212"/>
            <a:ext cx="4050529" cy="73866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Este programa crea el archivo prueba.txt, escribe ABCDEFGHIJ y después cambia la letra F por X</a:t>
            </a:r>
            <a:endParaRPr/>
          </a:p>
        </p:txBody>
      </p:sp>
      <p:pic>
        <p:nvPicPr>
          <p:cNvPr id="1157" name="Google Shape;1157;p145"/>
          <p:cNvPicPr preferRelativeResize="0"/>
          <p:nvPr/>
        </p:nvPicPr>
        <p:blipFill rotWithShape="1">
          <a:blip r:embed="rId3">
            <a:alphaModFix/>
          </a:blip>
          <a:srcRect b="0" l="0" r="0" t="0"/>
          <a:stretch/>
        </p:blipFill>
        <p:spPr>
          <a:xfrm>
            <a:off x="4503378" y="3675529"/>
            <a:ext cx="4183422" cy="2590904"/>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1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1163" name="Google Shape;1163;p146"/>
          <p:cNvSpPr txBox="1"/>
          <p:nvPr>
            <p:ph idx="1" type="body"/>
          </p:nvPr>
        </p:nvSpPr>
        <p:spPr>
          <a:xfrm>
            <a:off x="457200" y="1600200"/>
            <a:ext cx="8229600" cy="4525963"/>
          </a:xfrm>
          <a:prstGeom prst="rect">
            <a:avLst/>
          </a:prstGeom>
          <a:blipFill rotWithShape="1">
            <a:blip r:embed="rId3">
              <a:alphaModFix/>
            </a:blip>
            <a:stretch>
              <a:fillRect b="0" l="-519" r="0" t="-674"/>
            </a:stretch>
          </a:blip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lang="es-MX"/>
              <a:t> </a:t>
            </a:r>
            <a:endParaRPr/>
          </a:p>
        </p:txBody>
      </p:sp>
      <p:sp>
        <p:nvSpPr>
          <p:cNvPr id="1164" name="Google Shape;1164;p1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pic>
        <p:nvPicPr>
          <p:cNvPr id="1165" name="Google Shape;1165;p146"/>
          <p:cNvPicPr preferRelativeResize="0"/>
          <p:nvPr/>
        </p:nvPicPr>
        <p:blipFill rotWithShape="1">
          <a:blip r:embed="rId4">
            <a:alphaModFix/>
          </a:blip>
          <a:srcRect b="0" l="0" r="0" t="0"/>
          <a:stretch/>
        </p:blipFill>
        <p:spPr>
          <a:xfrm>
            <a:off x="2228858" y="3911507"/>
            <a:ext cx="4880153" cy="2214656"/>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1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Regla práctica para tus programas</a:t>
            </a:r>
            <a:endParaRPr/>
          </a:p>
        </p:txBody>
      </p:sp>
      <p:sp>
        <p:nvSpPr>
          <p:cNvPr id="1171" name="Google Shape;1171;p1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114300" rtl="0" algn="just">
              <a:lnSpc>
                <a:spcPct val="100000"/>
              </a:lnSpc>
              <a:spcBef>
                <a:spcPts val="360"/>
              </a:spcBef>
              <a:spcAft>
                <a:spcPts val="0"/>
              </a:spcAft>
              <a:buSzPts val="1800"/>
              <a:buNone/>
            </a:pPr>
            <a:r>
              <a:rPr lang="es-MX"/>
              <a:t>Para archivos pequeños (menores a 64 KB, como los de esta práctica):</a:t>
            </a:r>
            <a:endParaRPr/>
          </a:p>
          <a:p>
            <a:pPr indent="-342900" lvl="0" marL="457200" rtl="0" algn="just">
              <a:lnSpc>
                <a:spcPct val="100000"/>
              </a:lnSpc>
              <a:spcBef>
                <a:spcPts val="360"/>
              </a:spcBef>
              <a:spcAft>
                <a:spcPts val="0"/>
              </a:spcAft>
              <a:buSzPts val="1800"/>
              <a:buChar char="•"/>
            </a:pPr>
            <a:r>
              <a:rPr b="1" lang="es-MX"/>
              <a:t>CX = 0</a:t>
            </a:r>
            <a:r>
              <a:rPr lang="es-MX"/>
              <a:t> siempre</a:t>
            </a:r>
            <a:endParaRPr/>
          </a:p>
          <a:p>
            <a:pPr indent="-342900" lvl="0" marL="457200" rtl="0" algn="just">
              <a:lnSpc>
                <a:spcPct val="100000"/>
              </a:lnSpc>
              <a:spcBef>
                <a:spcPts val="360"/>
              </a:spcBef>
              <a:spcAft>
                <a:spcPts val="0"/>
              </a:spcAft>
              <a:buSzPts val="1800"/>
              <a:buChar char="•"/>
            </a:pPr>
            <a:r>
              <a:rPr b="1" lang="es-MX"/>
              <a:t>DX = la posición</a:t>
            </a:r>
            <a:r>
              <a:rPr lang="es-MX"/>
              <a:t> que quieres (0 a 65 535)</a:t>
            </a:r>
            <a:endParaRPr/>
          </a:p>
          <a:p>
            <a:pPr indent="0" lvl="0" marL="114300" rtl="0" algn="just">
              <a:lnSpc>
                <a:spcPct val="100000"/>
              </a:lnSpc>
              <a:spcBef>
                <a:spcPts val="360"/>
              </a:spcBef>
              <a:spcAft>
                <a:spcPts val="0"/>
              </a:spcAft>
              <a:buSzPts val="1800"/>
              <a:buNone/>
            </a:pPr>
            <a:r>
              <a:rPr lang="es-MX"/>
              <a:t>Solo necesitas CX distinto de cero cuando el archivo pasa de 65 535 bytes, o cuando quieres un desplazamiento negativo (CX = FFFFh).</a:t>
            </a:r>
            <a:endParaRPr/>
          </a:p>
          <a:p>
            <a:pPr indent="0" lvl="0" marL="114300" rtl="0" algn="l">
              <a:lnSpc>
                <a:spcPct val="100000"/>
              </a:lnSpc>
              <a:spcBef>
                <a:spcPts val="360"/>
              </a:spcBef>
              <a:spcAft>
                <a:spcPts val="0"/>
              </a:spcAft>
              <a:buSzPts val="1800"/>
              <a:buNone/>
            </a:pPr>
            <a:r>
              <a:t/>
            </a:r>
            <a:endParaRPr/>
          </a:p>
        </p:txBody>
      </p:sp>
      <p:sp>
        <p:nvSpPr>
          <p:cNvPr id="1172" name="Google Shape;1172;p1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148"/>
          <p:cNvSpPr txBox="1"/>
          <p:nvPr>
            <p:ph idx="1" type="body"/>
          </p:nvPr>
        </p:nvSpPr>
        <p:spPr>
          <a:xfrm>
            <a:off x="457200" y="274638"/>
            <a:ext cx="4038600" cy="5851525"/>
          </a:xfrm>
          <a:prstGeom prst="rect">
            <a:avLst/>
          </a:prstGeom>
          <a:noFill/>
          <a:ln>
            <a:noFill/>
          </a:ln>
        </p:spPr>
        <p:txBody>
          <a:bodyPr anchorCtr="0" anchor="t" bIns="45700" lIns="91425" spcFirstLastPara="1" rIns="91425" wrap="square" tIns="45700">
            <a:normAutofit fontScale="25000" lnSpcReduction="20000"/>
          </a:bodyPr>
          <a:lstStyle/>
          <a:p>
            <a:pPr indent="0" lvl="0" marL="50800" rtl="0" algn="l">
              <a:lnSpc>
                <a:spcPct val="100000"/>
              </a:lnSpc>
              <a:spcBef>
                <a:spcPts val="560"/>
              </a:spcBef>
              <a:spcAft>
                <a:spcPts val="0"/>
              </a:spcAft>
              <a:buSzPts val="2800"/>
              <a:buNone/>
            </a:pPr>
            <a:r>
              <a:rPr lang="es-MX"/>
              <a:t> ORG 100h                            ; Inicio del programa .COM</a:t>
            </a:r>
            <a:endParaRPr/>
          </a:p>
          <a:p>
            <a:pPr indent="0" lvl="0" marL="50800" rtl="0" algn="l">
              <a:lnSpc>
                <a:spcPct val="100000"/>
              </a:lnSpc>
              <a:spcBef>
                <a:spcPts val="560"/>
              </a:spcBef>
              <a:spcAft>
                <a:spcPts val="0"/>
              </a:spcAft>
              <a:buSzPts val="2800"/>
              <a:buNone/>
            </a:pPr>
            <a:r>
              <a:rPr lang="es-MX"/>
              <a:t>        JMP INICIO                          ; Salta los datos para no ejecutarlos</a:t>
            </a:r>
            <a:endParaRPr/>
          </a:p>
          <a:p>
            <a:pPr indent="0" lvl="0" marL="50800" rtl="0" algn="l">
              <a:lnSpc>
                <a:spcPct val="100000"/>
              </a:lnSpc>
              <a:spcBef>
                <a:spcPts val="560"/>
              </a:spcBef>
              <a:spcAft>
                <a:spcPts val="0"/>
              </a:spcAft>
              <a:buSzPts val="2800"/>
              <a:buNone/>
            </a:pPr>
            <a:r>
              <a:rPr lang="es-MX"/>
              <a:t>        archivo DB "C:\emu8086\MyBuild\prueba.txt",0   ; Nombre del archivo (ASCIIZ)</a:t>
            </a:r>
            <a:endParaRPr/>
          </a:p>
          <a:p>
            <a:pPr indent="0" lvl="0" marL="50800" rtl="0" algn="l">
              <a:lnSpc>
                <a:spcPct val="100000"/>
              </a:lnSpc>
              <a:spcBef>
                <a:spcPts val="560"/>
              </a:spcBef>
              <a:spcAft>
                <a:spcPts val="0"/>
              </a:spcAft>
              <a:buSzPts val="2800"/>
              <a:buNone/>
            </a:pPr>
            <a:r>
              <a:rPr lang="es-MX"/>
              <a:t>        ; Cuadricula de 10 filas x 10 columnas. Cada fila termina con CR,LF (13,10)</a:t>
            </a:r>
            <a:endParaRPr/>
          </a:p>
          <a:p>
            <a:pPr indent="0" lvl="0" marL="50800" rtl="0" algn="l">
              <a:lnSpc>
                <a:spcPct val="100000"/>
              </a:lnSpc>
              <a:spcBef>
                <a:spcPts val="560"/>
              </a:spcBef>
              <a:spcAft>
                <a:spcPts val="0"/>
              </a:spcAft>
              <a:buSzPts val="2800"/>
              <a:buNone/>
            </a:pPr>
            <a:r>
              <a:rPr lang="es-MX"/>
              <a:t>        ; =&gt; cada fila ocupa 12 bytes en el archivo</a:t>
            </a:r>
            <a:endParaRPr/>
          </a:p>
          <a:p>
            <a:pPr indent="0" lvl="0" marL="50800" rtl="0" algn="l">
              <a:lnSpc>
                <a:spcPct val="100000"/>
              </a:lnSpc>
              <a:spcBef>
                <a:spcPts val="560"/>
              </a:spcBef>
              <a:spcAft>
                <a:spcPts val="0"/>
              </a:spcAft>
              <a:buSzPts val="2800"/>
              <a:buNone/>
            </a:pPr>
            <a:r>
              <a:rPr lang="es-MX"/>
              <a:t>        texto DB "ABCDEFGHIJ",13,10         ; fila 0</a:t>
            </a:r>
            <a:endParaRPr/>
          </a:p>
          <a:p>
            <a:pPr indent="0" lvl="0" marL="50800" rtl="0" algn="l">
              <a:lnSpc>
                <a:spcPct val="100000"/>
              </a:lnSpc>
              <a:spcBef>
                <a:spcPts val="560"/>
              </a:spcBef>
              <a:spcAft>
                <a:spcPts val="0"/>
              </a:spcAft>
              <a:buSzPts val="2800"/>
              <a:buNone/>
            </a:pPr>
            <a:r>
              <a:rPr lang="es-MX"/>
              <a:t>              DB "ABCDEFGHIJ",13,10         ; fila 1</a:t>
            </a:r>
            <a:endParaRPr/>
          </a:p>
          <a:p>
            <a:pPr indent="0" lvl="0" marL="50800" rtl="0" algn="l">
              <a:lnSpc>
                <a:spcPct val="100000"/>
              </a:lnSpc>
              <a:spcBef>
                <a:spcPts val="560"/>
              </a:spcBef>
              <a:spcAft>
                <a:spcPts val="0"/>
              </a:spcAft>
              <a:buSzPts val="2800"/>
              <a:buNone/>
            </a:pPr>
            <a:r>
              <a:rPr lang="es-MX"/>
              <a:t>              DB "ABCDEFGHIJ",13,10         ; fila 2</a:t>
            </a:r>
            <a:endParaRPr/>
          </a:p>
          <a:p>
            <a:pPr indent="0" lvl="0" marL="50800" rtl="0" algn="l">
              <a:lnSpc>
                <a:spcPct val="100000"/>
              </a:lnSpc>
              <a:spcBef>
                <a:spcPts val="560"/>
              </a:spcBef>
              <a:spcAft>
                <a:spcPts val="0"/>
              </a:spcAft>
              <a:buSzPts val="2800"/>
              <a:buNone/>
            </a:pPr>
            <a:r>
              <a:rPr lang="es-MX"/>
              <a:t>              DB "ABCDEFGHIJ",13,10         ; fila 3</a:t>
            </a:r>
            <a:endParaRPr/>
          </a:p>
          <a:p>
            <a:pPr indent="0" lvl="0" marL="50800" rtl="0" algn="l">
              <a:lnSpc>
                <a:spcPct val="100000"/>
              </a:lnSpc>
              <a:spcBef>
                <a:spcPts val="560"/>
              </a:spcBef>
              <a:spcAft>
                <a:spcPts val="0"/>
              </a:spcAft>
              <a:buSzPts val="2800"/>
              <a:buNone/>
            </a:pPr>
            <a:r>
              <a:rPr lang="es-MX"/>
              <a:t>              DB "ABCDEFGHIJ",13,10         ; fila 4</a:t>
            </a:r>
            <a:endParaRPr/>
          </a:p>
          <a:p>
            <a:pPr indent="0" lvl="0" marL="50800" rtl="0" algn="l">
              <a:lnSpc>
                <a:spcPct val="100000"/>
              </a:lnSpc>
              <a:spcBef>
                <a:spcPts val="560"/>
              </a:spcBef>
              <a:spcAft>
                <a:spcPts val="0"/>
              </a:spcAft>
              <a:buSzPts val="2800"/>
              <a:buNone/>
            </a:pPr>
            <a:r>
              <a:rPr lang="es-MX"/>
              <a:t>              DB "          ",13,10         ; fila 5  &lt;- aqui va la X (columna 5)</a:t>
            </a:r>
            <a:endParaRPr/>
          </a:p>
          <a:p>
            <a:pPr indent="0" lvl="0" marL="50800" rtl="0" algn="l">
              <a:lnSpc>
                <a:spcPct val="100000"/>
              </a:lnSpc>
              <a:spcBef>
                <a:spcPts val="560"/>
              </a:spcBef>
              <a:spcAft>
                <a:spcPts val="0"/>
              </a:spcAft>
              <a:buSzPts val="2800"/>
              <a:buNone/>
            </a:pPr>
            <a:r>
              <a:rPr lang="es-MX"/>
              <a:t>              DB "ABCDEFGHIJ",13,10         ; fila 6</a:t>
            </a:r>
            <a:endParaRPr/>
          </a:p>
          <a:p>
            <a:pPr indent="0" lvl="0" marL="50800" rtl="0" algn="l">
              <a:lnSpc>
                <a:spcPct val="100000"/>
              </a:lnSpc>
              <a:spcBef>
                <a:spcPts val="560"/>
              </a:spcBef>
              <a:spcAft>
                <a:spcPts val="0"/>
              </a:spcAft>
              <a:buSzPts val="2800"/>
              <a:buNone/>
            </a:pPr>
            <a:r>
              <a:rPr lang="es-MX"/>
              <a:t>              DB "ABCDEFGHIJ",13,10         ; fila 7</a:t>
            </a:r>
            <a:endParaRPr/>
          </a:p>
          <a:p>
            <a:pPr indent="0" lvl="0" marL="50800" rtl="0" algn="l">
              <a:lnSpc>
                <a:spcPct val="100000"/>
              </a:lnSpc>
              <a:spcBef>
                <a:spcPts val="560"/>
              </a:spcBef>
              <a:spcAft>
                <a:spcPts val="0"/>
              </a:spcAft>
              <a:buSzPts val="2800"/>
              <a:buNone/>
            </a:pPr>
            <a:r>
              <a:rPr lang="es-MX"/>
              <a:t>              DB "ABCDEFGHIJ",13,10         ; fila 8</a:t>
            </a:r>
            <a:endParaRPr/>
          </a:p>
          <a:p>
            <a:pPr indent="0" lvl="0" marL="50800" rtl="0" algn="l">
              <a:lnSpc>
                <a:spcPct val="100000"/>
              </a:lnSpc>
              <a:spcBef>
                <a:spcPts val="560"/>
              </a:spcBef>
              <a:spcAft>
                <a:spcPts val="0"/>
              </a:spcAft>
              <a:buSzPts val="2800"/>
              <a:buNone/>
            </a:pPr>
            <a:r>
              <a:rPr lang="es-MX"/>
              <a:t>              DB "ABCDEFGHIJ",13,10         ; fila 9</a:t>
            </a:r>
            <a:endParaRPr/>
          </a:p>
          <a:p>
            <a:pPr indent="0" lvl="0" marL="50800" rtl="0" algn="l">
              <a:lnSpc>
                <a:spcPct val="100000"/>
              </a:lnSpc>
              <a:spcBef>
                <a:spcPts val="560"/>
              </a:spcBef>
              <a:spcAft>
                <a:spcPts val="0"/>
              </a:spcAft>
              <a:buSzPts val="2800"/>
              <a:buNone/>
            </a:pPr>
            <a:r>
              <a:rPr lang="es-MX"/>
              <a:t>        tamano DW $ - texto                 ; Longitud total = 120 bytes</a:t>
            </a:r>
            <a:endParaRPr/>
          </a:p>
          <a:p>
            <a:pPr indent="0" lvl="0" marL="50800" rtl="0" algn="l">
              <a:lnSpc>
                <a:spcPct val="100000"/>
              </a:lnSpc>
              <a:spcBef>
                <a:spcPts val="560"/>
              </a:spcBef>
              <a:spcAft>
                <a:spcPts val="0"/>
              </a:spcAft>
              <a:buSzPts val="2800"/>
              <a:buNone/>
            </a:pPr>
            <a:r>
              <a:rPr lang="es-MX"/>
              <a:t>        caracter DB "X"                     ; Caracter que se escribira</a:t>
            </a:r>
            <a:endParaRPr/>
          </a:p>
          <a:p>
            <a:pPr indent="0" lvl="0" marL="50800" rtl="0" algn="l">
              <a:lnSpc>
                <a:spcPct val="100000"/>
              </a:lnSpc>
              <a:spcBef>
                <a:spcPts val="560"/>
              </a:spcBef>
              <a:spcAft>
                <a:spcPts val="0"/>
              </a:spcAft>
              <a:buSzPts val="2800"/>
              <a:buNone/>
            </a:pPr>
            <a:r>
              <a:rPr lang="es-MX"/>
              <a:t>        handle DW ?                         ; Handle del archivo</a:t>
            </a:r>
            <a:endParaRPr/>
          </a:p>
          <a:p>
            <a:pPr indent="0" lvl="0" marL="50800" rtl="0" algn="l">
              <a:lnSpc>
                <a:spcPct val="100000"/>
              </a:lnSpc>
              <a:spcBef>
                <a:spcPts val="560"/>
              </a:spcBef>
              <a:spcAft>
                <a:spcPts val="0"/>
              </a:spcAft>
              <a:buSzPts val="2800"/>
              <a:buNone/>
            </a:pPr>
            <a:r>
              <a:rPr lang="es-MX"/>
              <a:t>        ; ---- Coordenada deseada (empezando a contar desde 0) ----</a:t>
            </a:r>
            <a:endParaRPr/>
          </a:p>
          <a:p>
            <a:pPr indent="0" lvl="0" marL="50800" rtl="0" algn="l">
              <a:lnSpc>
                <a:spcPct val="100000"/>
              </a:lnSpc>
              <a:spcBef>
                <a:spcPts val="560"/>
              </a:spcBef>
              <a:spcAft>
                <a:spcPts val="0"/>
              </a:spcAft>
              <a:buSzPts val="2800"/>
              <a:buNone/>
            </a:pPr>
            <a:r>
              <a:rPr lang="es-MX"/>
              <a:t>        fila     EQU 5</a:t>
            </a:r>
            <a:endParaRPr/>
          </a:p>
          <a:p>
            <a:pPr indent="0" lvl="0" marL="50800" rtl="0" algn="l">
              <a:lnSpc>
                <a:spcPct val="100000"/>
              </a:lnSpc>
              <a:spcBef>
                <a:spcPts val="560"/>
              </a:spcBef>
              <a:spcAft>
                <a:spcPts val="0"/>
              </a:spcAft>
              <a:buSzPts val="2800"/>
              <a:buNone/>
            </a:pPr>
            <a:r>
              <a:rPr lang="es-MX"/>
              <a:t>        columna  EQU 5</a:t>
            </a:r>
            <a:endParaRPr/>
          </a:p>
          <a:p>
            <a:pPr indent="0" lvl="0" marL="50800" rtl="0" algn="l">
              <a:lnSpc>
                <a:spcPct val="100000"/>
              </a:lnSpc>
              <a:spcBef>
                <a:spcPts val="560"/>
              </a:spcBef>
              <a:spcAft>
                <a:spcPts val="0"/>
              </a:spcAft>
              <a:buSzPts val="2800"/>
              <a:buNone/>
            </a:pPr>
            <a:r>
              <a:rPr lang="es-MX"/>
              <a:t>        ancho    EQU 12                     ; 10 letras + CR + LF</a:t>
            </a:r>
            <a:endParaRPr/>
          </a:p>
          <a:p>
            <a:pPr indent="0" lvl="0" marL="50800" rtl="0" algn="l">
              <a:lnSpc>
                <a:spcPct val="100000"/>
              </a:lnSpc>
              <a:spcBef>
                <a:spcPts val="560"/>
              </a:spcBef>
              <a:spcAft>
                <a:spcPts val="0"/>
              </a:spcAft>
              <a:buSzPts val="2800"/>
              <a:buNone/>
            </a:pPr>
            <a:r>
              <a:rPr lang="es-MX"/>
              <a:t>        ; desplazamiento = fila*ancho + columna = 5*12 + 5 = 65</a:t>
            </a:r>
            <a:endParaRPr/>
          </a:p>
          <a:p>
            <a:pPr indent="0" lvl="0" marL="50800" rtl="0" algn="l">
              <a:lnSpc>
                <a:spcPct val="100000"/>
              </a:lnSpc>
              <a:spcBef>
                <a:spcPts val="560"/>
              </a:spcBef>
              <a:spcAft>
                <a:spcPts val="0"/>
              </a:spcAft>
              <a:buSzPts val="2800"/>
              <a:buNone/>
            </a:pPr>
            <a:r>
              <a:rPr lang="es-MX"/>
              <a:t>INICIO:</a:t>
            </a:r>
            <a:endParaRPr/>
          </a:p>
          <a:p>
            <a:pPr indent="0" lvl="0" marL="50800" rtl="0" algn="l">
              <a:lnSpc>
                <a:spcPct val="100000"/>
              </a:lnSpc>
              <a:spcBef>
                <a:spcPts val="560"/>
              </a:spcBef>
              <a:spcAft>
                <a:spcPts val="0"/>
              </a:spcAft>
              <a:buSzPts val="2800"/>
              <a:buNone/>
            </a:pPr>
            <a:r>
              <a:rPr lang="es-MX"/>
              <a:t>    ; --- 1. CREAR ARCHIVO ---</a:t>
            </a:r>
            <a:endParaRPr/>
          </a:p>
          <a:p>
            <a:pPr indent="0" lvl="0" marL="50800" rtl="0" algn="l">
              <a:lnSpc>
                <a:spcPct val="100000"/>
              </a:lnSpc>
              <a:spcBef>
                <a:spcPts val="560"/>
              </a:spcBef>
              <a:spcAft>
                <a:spcPts val="0"/>
              </a:spcAft>
              <a:buSzPts val="2800"/>
              <a:buNone/>
            </a:pPr>
            <a:r>
              <a:rPr lang="es-MX"/>
              <a:t>    MOV CX,0000h                            ; Atributos: archivo normal</a:t>
            </a:r>
            <a:endParaRPr/>
          </a:p>
          <a:p>
            <a:pPr indent="0" lvl="0" marL="50800" rtl="0" algn="l">
              <a:lnSpc>
                <a:spcPct val="100000"/>
              </a:lnSpc>
              <a:spcBef>
                <a:spcPts val="560"/>
              </a:spcBef>
              <a:spcAft>
                <a:spcPts val="0"/>
              </a:spcAft>
              <a:buSzPts val="2800"/>
              <a:buNone/>
            </a:pPr>
            <a:r>
              <a:rPr lang="es-MX"/>
              <a:t>MOV DX,OFFSET archivo                   ; DS:DX = nombre del archivo</a:t>
            </a:r>
            <a:endParaRPr/>
          </a:p>
          <a:p>
            <a:pPr indent="0" lvl="0" marL="50800" rtl="0" algn="l">
              <a:lnSpc>
                <a:spcPct val="100000"/>
              </a:lnSpc>
              <a:spcBef>
                <a:spcPts val="560"/>
              </a:spcBef>
              <a:spcAft>
                <a:spcPts val="0"/>
              </a:spcAft>
              <a:buSzPts val="2800"/>
              <a:buNone/>
            </a:pPr>
            <a:r>
              <a:rPr lang="es-MX"/>
              <a:t>    MOV AH,3Ch                              ; Funcion 3Ch: crear archivo</a:t>
            </a:r>
            <a:endParaRPr/>
          </a:p>
          <a:p>
            <a:pPr indent="0" lvl="0" marL="50800" rtl="0" algn="l">
              <a:lnSpc>
                <a:spcPct val="100000"/>
              </a:lnSpc>
              <a:spcBef>
                <a:spcPts val="560"/>
              </a:spcBef>
              <a:spcAft>
                <a:spcPts val="0"/>
              </a:spcAft>
              <a:buSzPts val="2800"/>
              <a:buNone/>
            </a:pPr>
            <a:r>
              <a:rPr lang="es-MX"/>
              <a:t>    INT 21h</a:t>
            </a:r>
            <a:endParaRPr/>
          </a:p>
          <a:p>
            <a:pPr indent="0" lvl="0" marL="50800" rtl="0" algn="l">
              <a:lnSpc>
                <a:spcPct val="100000"/>
              </a:lnSpc>
              <a:spcBef>
                <a:spcPts val="560"/>
              </a:spcBef>
              <a:spcAft>
                <a:spcPts val="0"/>
              </a:spcAft>
              <a:buSzPts val="2800"/>
              <a:buNone/>
            </a:pPr>
            <a:r>
              <a:t/>
            </a:r>
            <a:endParaRPr/>
          </a:p>
          <a:p>
            <a:pPr indent="0" lvl="0" marL="50800" rtl="0" algn="l">
              <a:lnSpc>
                <a:spcPct val="100000"/>
              </a:lnSpc>
              <a:spcBef>
                <a:spcPts val="560"/>
              </a:spcBef>
              <a:spcAft>
                <a:spcPts val="0"/>
              </a:spcAft>
              <a:buSzPts val="2800"/>
              <a:buNone/>
            </a:pPr>
            <a:r>
              <a:rPr lang="es-MX"/>
              <a:t>    </a:t>
            </a:r>
            <a:endParaRPr/>
          </a:p>
        </p:txBody>
      </p:sp>
      <p:sp>
        <p:nvSpPr>
          <p:cNvPr id="1178" name="Google Shape;1178;p148"/>
          <p:cNvSpPr txBox="1"/>
          <p:nvPr>
            <p:ph idx="2" type="body"/>
          </p:nvPr>
        </p:nvSpPr>
        <p:spPr>
          <a:xfrm>
            <a:off x="4648200" y="274638"/>
            <a:ext cx="4038600" cy="5851525"/>
          </a:xfrm>
          <a:prstGeom prst="rect">
            <a:avLst/>
          </a:prstGeom>
          <a:noFill/>
          <a:ln>
            <a:noFill/>
          </a:ln>
        </p:spPr>
        <p:txBody>
          <a:bodyPr anchorCtr="0" anchor="t" bIns="45700" lIns="91425" spcFirstLastPara="1" rIns="91425" wrap="square" tIns="45700">
            <a:normAutofit fontScale="32500" lnSpcReduction="20000"/>
          </a:bodyPr>
          <a:lstStyle/>
          <a:p>
            <a:pPr indent="0" lvl="0" marL="50800" rtl="0" algn="l">
              <a:lnSpc>
                <a:spcPct val="100000"/>
              </a:lnSpc>
              <a:spcBef>
                <a:spcPts val="560"/>
              </a:spcBef>
              <a:spcAft>
                <a:spcPts val="0"/>
              </a:spcAft>
              <a:buSzPct val="307692"/>
              <a:buNone/>
            </a:pPr>
            <a:r>
              <a:rPr lang="es-MX"/>
              <a:t>MOV handle,AX                           ; Guarda el handle</a:t>
            </a:r>
            <a:endParaRPr/>
          </a:p>
          <a:p>
            <a:pPr indent="0" lvl="0" marL="50800" rtl="0" algn="l">
              <a:lnSpc>
                <a:spcPct val="100000"/>
              </a:lnSpc>
              <a:spcBef>
                <a:spcPts val="560"/>
              </a:spcBef>
              <a:spcAft>
                <a:spcPts val="0"/>
              </a:spcAft>
              <a:buSzPct val="307692"/>
              <a:buNone/>
            </a:pPr>
            <a:r>
              <a:rPr lang="es-MX"/>
              <a:t>    ; --- 2. ESCRIBIR LA CUADRICULA COMPLETA ---</a:t>
            </a:r>
            <a:endParaRPr/>
          </a:p>
          <a:p>
            <a:pPr indent="0" lvl="0" marL="50800" rtl="0" algn="l">
              <a:lnSpc>
                <a:spcPct val="100000"/>
              </a:lnSpc>
              <a:spcBef>
                <a:spcPts val="560"/>
              </a:spcBef>
              <a:spcAft>
                <a:spcPts val="0"/>
              </a:spcAft>
              <a:buSzPct val="307692"/>
              <a:buNone/>
            </a:pPr>
            <a:r>
              <a:rPr lang="es-MX"/>
              <a:t>    MOV BX,handle</a:t>
            </a:r>
            <a:endParaRPr/>
          </a:p>
          <a:p>
            <a:pPr indent="0" lvl="0" marL="50800" rtl="0" algn="l">
              <a:lnSpc>
                <a:spcPct val="100000"/>
              </a:lnSpc>
              <a:spcBef>
                <a:spcPts val="560"/>
              </a:spcBef>
              <a:spcAft>
                <a:spcPts val="0"/>
              </a:spcAft>
              <a:buSzPct val="307692"/>
              <a:buNone/>
            </a:pPr>
            <a:r>
              <a:rPr lang="es-MX"/>
              <a:t>    MOV CX,tamano                           ; 120 bytes</a:t>
            </a:r>
            <a:endParaRPr/>
          </a:p>
          <a:p>
            <a:pPr indent="0" lvl="0" marL="50800" rtl="0" algn="l">
              <a:lnSpc>
                <a:spcPct val="100000"/>
              </a:lnSpc>
              <a:spcBef>
                <a:spcPts val="560"/>
              </a:spcBef>
              <a:spcAft>
                <a:spcPts val="0"/>
              </a:spcAft>
              <a:buSzPct val="307692"/>
              <a:buNone/>
            </a:pPr>
            <a:r>
              <a:rPr lang="es-MX"/>
              <a:t>    MOV DX,OFFSET texto</a:t>
            </a:r>
            <a:endParaRPr/>
          </a:p>
          <a:p>
            <a:pPr indent="0" lvl="0" marL="50800" rtl="0" algn="l">
              <a:lnSpc>
                <a:spcPct val="100000"/>
              </a:lnSpc>
              <a:spcBef>
                <a:spcPts val="560"/>
              </a:spcBef>
              <a:spcAft>
                <a:spcPts val="0"/>
              </a:spcAft>
              <a:buSzPct val="307692"/>
              <a:buNone/>
            </a:pPr>
            <a:r>
              <a:rPr lang="es-MX"/>
              <a:t>    MOV AH,40h                              ; Funcion 40h: escribir</a:t>
            </a:r>
            <a:endParaRPr/>
          </a:p>
          <a:p>
            <a:pPr indent="0" lvl="0" marL="50800" rtl="0" algn="l">
              <a:lnSpc>
                <a:spcPct val="100000"/>
              </a:lnSpc>
              <a:spcBef>
                <a:spcPts val="560"/>
              </a:spcBef>
              <a:spcAft>
                <a:spcPts val="0"/>
              </a:spcAft>
              <a:buSzPct val="307692"/>
              <a:buNone/>
            </a:pPr>
            <a:r>
              <a:rPr lang="es-MX"/>
              <a:t>    INT 21h</a:t>
            </a:r>
            <a:endParaRPr/>
          </a:p>
          <a:p>
            <a:pPr indent="0" lvl="0" marL="50800" rtl="0" algn="l">
              <a:lnSpc>
                <a:spcPct val="100000"/>
              </a:lnSpc>
              <a:spcBef>
                <a:spcPts val="560"/>
              </a:spcBef>
              <a:spcAft>
                <a:spcPts val="0"/>
              </a:spcAft>
              <a:buSzPct val="307692"/>
              <a:buNone/>
            </a:pPr>
            <a:r>
              <a:rPr lang="es-MX"/>
              <a:t>    ; --- 3. POSICIONAR EL PUNTERO EN (fila 5, columna 5) ---</a:t>
            </a:r>
            <a:endParaRPr/>
          </a:p>
          <a:p>
            <a:pPr indent="0" lvl="0" marL="50800" rtl="0" algn="l">
              <a:lnSpc>
                <a:spcPct val="100000"/>
              </a:lnSpc>
              <a:spcBef>
                <a:spcPts val="560"/>
              </a:spcBef>
              <a:spcAft>
                <a:spcPts val="0"/>
              </a:spcAft>
              <a:buSzPct val="307692"/>
              <a:buNone/>
            </a:pPr>
            <a:r>
              <a:rPr lang="es-MX"/>
              <a:t>    MOV BX,handle</a:t>
            </a:r>
            <a:endParaRPr/>
          </a:p>
          <a:p>
            <a:pPr indent="0" lvl="0" marL="50800" rtl="0" algn="l">
              <a:lnSpc>
                <a:spcPct val="100000"/>
              </a:lnSpc>
              <a:spcBef>
                <a:spcPts val="560"/>
              </a:spcBef>
              <a:spcAft>
                <a:spcPts val="0"/>
              </a:spcAft>
              <a:buSzPct val="307692"/>
              <a:buNone/>
            </a:pPr>
            <a:r>
              <a:rPr lang="es-MX"/>
              <a:t>    MOV AL,00h                              ; Desde el inicio del archivo</a:t>
            </a:r>
            <a:endParaRPr/>
          </a:p>
          <a:p>
            <a:pPr indent="0" lvl="0" marL="50800" rtl="0" algn="l">
              <a:lnSpc>
                <a:spcPct val="100000"/>
              </a:lnSpc>
              <a:spcBef>
                <a:spcPts val="560"/>
              </a:spcBef>
              <a:spcAft>
                <a:spcPts val="0"/>
              </a:spcAft>
              <a:buSzPct val="307692"/>
              <a:buNone/>
            </a:pPr>
            <a:r>
              <a:rPr lang="es-MX"/>
              <a:t>    MOV CX,0000h                            ; Parte ALTA del desplazamiento = 0</a:t>
            </a:r>
            <a:endParaRPr/>
          </a:p>
          <a:p>
            <a:pPr indent="0" lvl="0" marL="50800" rtl="0" algn="l">
              <a:lnSpc>
                <a:spcPct val="100000"/>
              </a:lnSpc>
              <a:spcBef>
                <a:spcPts val="560"/>
              </a:spcBef>
              <a:spcAft>
                <a:spcPts val="0"/>
              </a:spcAft>
              <a:buSzPct val="307692"/>
              <a:buNone/>
            </a:pPr>
            <a:r>
              <a:rPr lang="es-MX"/>
              <a:t>    MOV DX,fila*ancho+columna               ; Parte BAJA = 65</a:t>
            </a:r>
            <a:endParaRPr/>
          </a:p>
          <a:p>
            <a:pPr indent="0" lvl="0" marL="50800" rtl="0" algn="l">
              <a:lnSpc>
                <a:spcPct val="100000"/>
              </a:lnSpc>
              <a:spcBef>
                <a:spcPts val="560"/>
              </a:spcBef>
              <a:spcAft>
                <a:spcPts val="0"/>
              </a:spcAft>
              <a:buSzPct val="307692"/>
              <a:buNone/>
            </a:pPr>
            <a:r>
              <a:rPr lang="es-MX"/>
              <a:t>    MOV AH,42h                              ; Funcion 42h: mover apuntador</a:t>
            </a:r>
            <a:endParaRPr/>
          </a:p>
          <a:p>
            <a:pPr indent="0" lvl="0" marL="50800" rtl="0" algn="l">
              <a:lnSpc>
                <a:spcPct val="100000"/>
              </a:lnSpc>
              <a:spcBef>
                <a:spcPts val="560"/>
              </a:spcBef>
              <a:spcAft>
                <a:spcPts val="0"/>
              </a:spcAft>
              <a:buSzPct val="307692"/>
              <a:buNone/>
            </a:pPr>
            <a:r>
              <a:rPr lang="es-MX"/>
              <a:t>    INT 21h</a:t>
            </a:r>
            <a:endParaRPr/>
          </a:p>
          <a:p>
            <a:pPr indent="0" lvl="0" marL="50800" rtl="0" algn="l">
              <a:lnSpc>
                <a:spcPct val="100000"/>
              </a:lnSpc>
              <a:spcBef>
                <a:spcPts val="560"/>
              </a:spcBef>
              <a:spcAft>
                <a:spcPts val="0"/>
              </a:spcAft>
              <a:buSzPct val="307692"/>
              <a:buNone/>
            </a:pPr>
            <a:r>
              <a:rPr lang="es-MX"/>
              <a:t>    ; --- 4. ESCRIBIR LA 'X' EN ESA POSICION ---</a:t>
            </a:r>
            <a:endParaRPr/>
          </a:p>
          <a:p>
            <a:pPr indent="0" lvl="0" marL="50800" rtl="0" algn="l">
              <a:lnSpc>
                <a:spcPct val="100000"/>
              </a:lnSpc>
              <a:spcBef>
                <a:spcPts val="560"/>
              </a:spcBef>
              <a:spcAft>
                <a:spcPts val="0"/>
              </a:spcAft>
              <a:buSzPct val="307692"/>
              <a:buNone/>
            </a:pPr>
            <a:r>
              <a:rPr lang="es-MX"/>
              <a:t>    MOV BX,handle</a:t>
            </a:r>
            <a:endParaRPr/>
          </a:p>
          <a:p>
            <a:pPr indent="0" lvl="0" marL="50800" rtl="0" algn="l">
              <a:lnSpc>
                <a:spcPct val="100000"/>
              </a:lnSpc>
              <a:spcBef>
                <a:spcPts val="560"/>
              </a:spcBef>
              <a:spcAft>
                <a:spcPts val="0"/>
              </a:spcAft>
              <a:buSzPct val="307692"/>
              <a:buNone/>
            </a:pPr>
            <a:r>
              <a:rPr lang="es-MX"/>
              <a:t>    MOV CX,1                                ; 1 byte</a:t>
            </a:r>
            <a:endParaRPr/>
          </a:p>
          <a:p>
            <a:pPr indent="0" lvl="0" marL="50800" rtl="0" algn="l">
              <a:lnSpc>
                <a:spcPct val="100000"/>
              </a:lnSpc>
              <a:spcBef>
                <a:spcPts val="560"/>
              </a:spcBef>
              <a:spcAft>
                <a:spcPts val="0"/>
              </a:spcAft>
              <a:buSzPct val="307692"/>
              <a:buNone/>
            </a:pPr>
            <a:r>
              <a:rPr lang="es-MX"/>
              <a:t>    MOV DX,OFFSET caracter</a:t>
            </a:r>
            <a:endParaRPr/>
          </a:p>
          <a:p>
            <a:pPr indent="0" lvl="0" marL="50800" rtl="0" algn="l">
              <a:lnSpc>
                <a:spcPct val="100000"/>
              </a:lnSpc>
              <a:spcBef>
                <a:spcPts val="560"/>
              </a:spcBef>
              <a:spcAft>
                <a:spcPts val="0"/>
              </a:spcAft>
              <a:buSzPct val="307692"/>
              <a:buNone/>
            </a:pPr>
            <a:r>
              <a:rPr lang="es-MX"/>
              <a:t>    MOV AH,40h</a:t>
            </a:r>
            <a:endParaRPr/>
          </a:p>
          <a:p>
            <a:pPr indent="0" lvl="0" marL="50800" rtl="0" algn="l">
              <a:lnSpc>
                <a:spcPct val="100000"/>
              </a:lnSpc>
              <a:spcBef>
                <a:spcPts val="560"/>
              </a:spcBef>
              <a:spcAft>
                <a:spcPts val="0"/>
              </a:spcAft>
              <a:buSzPct val="307692"/>
              <a:buNone/>
            </a:pPr>
            <a:r>
              <a:rPr lang="es-MX"/>
              <a:t>    INT 21h</a:t>
            </a:r>
            <a:endParaRPr/>
          </a:p>
          <a:p>
            <a:pPr indent="0" lvl="0" marL="50800" rtl="0" algn="l">
              <a:lnSpc>
                <a:spcPct val="100000"/>
              </a:lnSpc>
              <a:spcBef>
                <a:spcPts val="560"/>
              </a:spcBef>
              <a:spcAft>
                <a:spcPts val="0"/>
              </a:spcAft>
              <a:buSzPct val="307692"/>
              <a:buNone/>
            </a:pPr>
            <a:r>
              <a:rPr lang="es-MX"/>
              <a:t>    ; --- 5. CERRAR ARCHIVO ---</a:t>
            </a:r>
            <a:endParaRPr/>
          </a:p>
          <a:p>
            <a:pPr indent="0" lvl="0" marL="50800" rtl="0" algn="l">
              <a:lnSpc>
                <a:spcPct val="100000"/>
              </a:lnSpc>
              <a:spcBef>
                <a:spcPts val="560"/>
              </a:spcBef>
              <a:spcAft>
                <a:spcPts val="0"/>
              </a:spcAft>
              <a:buSzPct val="307692"/>
              <a:buNone/>
            </a:pPr>
            <a:r>
              <a:rPr lang="es-MX"/>
              <a:t>    MOV BX,handle</a:t>
            </a:r>
            <a:endParaRPr/>
          </a:p>
          <a:p>
            <a:pPr indent="0" lvl="0" marL="50800" rtl="0" algn="l">
              <a:lnSpc>
                <a:spcPct val="100000"/>
              </a:lnSpc>
              <a:spcBef>
                <a:spcPts val="560"/>
              </a:spcBef>
              <a:spcAft>
                <a:spcPts val="0"/>
              </a:spcAft>
              <a:buSzPct val="307692"/>
              <a:buNone/>
            </a:pPr>
            <a:r>
              <a:rPr lang="es-MX"/>
              <a:t>    MOV AH,3Eh</a:t>
            </a:r>
            <a:endParaRPr/>
          </a:p>
          <a:p>
            <a:pPr indent="0" lvl="0" marL="50800" rtl="0" algn="l">
              <a:lnSpc>
                <a:spcPct val="100000"/>
              </a:lnSpc>
              <a:spcBef>
                <a:spcPts val="560"/>
              </a:spcBef>
              <a:spcAft>
                <a:spcPts val="0"/>
              </a:spcAft>
              <a:buSzPct val="307692"/>
              <a:buNone/>
            </a:pPr>
            <a:r>
              <a:rPr lang="es-MX"/>
              <a:t>    INT 21h</a:t>
            </a:r>
            <a:endParaRPr/>
          </a:p>
          <a:p>
            <a:pPr indent="0" lvl="0" marL="50800" rtl="0" algn="l">
              <a:lnSpc>
                <a:spcPct val="100000"/>
              </a:lnSpc>
              <a:spcBef>
                <a:spcPts val="560"/>
              </a:spcBef>
              <a:spcAft>
                <a:spcPts val="0"/>
              </a:spcAft>
              <a:buSzPct val="307692"/>
              <a:buNone/>
            </a:pPr>
            <a:r>
              <a:rPr lang="es-MX"/>
              <a:t>    ; --- 6. TERMINAR ---</a:t>
            </a:r>
            <a:endParaRPr/>
          </a:p>
          <a:p>
            <a:pPr indent="0" lvl="0" marL="50800" rtl="0" algn="l">
              <a:lnSpc>
                <a:spcPct val="100000"/>
              </a:lnSpc>
              <a:spcBef>
                <a:spcPts val="560"/>
              </a:spcBef>
              <a:spcAft>
                <a:spcPts val="0"/>
              </a:spcAft>
              <a:buSzPct val="307692"/>
              <a:buNone/>
            </a:pPr>
            <a:r>
              <a:rPr lang="es-MX"/>
              <a:t>    MOV AH,4Ch</a:t>
            </a:r>
            <a:endParaRPr/>
          </a:p>
          <a:p>
            <a:pPr indent="0" lvl="0" marL="50800" rtl="0" algn="l">
              <a:lnSpc>
                <a:spcPct val="100000"/>
              </a:lnSpc>
              <a:spcBef>
                <a:spcPts val="560"/>
              </a:spcBef>
              <a:spcAft>
                <a:spcPts val="0"/>
              </a:spcAft>
              <a:buSzPct val="307692"/>
              <a:buNone/>
            </a:pPr>
            <a:r>
              <a:rPr lang="es-MX"/>
              <a:t>    INT 21h</a:t>
            </a:r>
            <a:endParaRPr/>
          </a:p>
        </p:txBody>
      </p:sp>
      <p:sp>
        <p:nvSpPr>
          <p:cNvPr id="1179" name="Google Shape;1179;p1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1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NT 21H Función 43H Subfunción 00h</a:t>
            </a:r>
            <a:endParaRPr/>
          </a:p>
        </p:txBody>
      </p:sp>
      <p:sp>
        <p:nvSpPr>
          <p:cNvPr id="1185" name="Google Shape;1185;p1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Obtener atributos de fichero</a:t>
            </a:r>
            <a:endParaRPr/>
          </a:p>
          <a:p>
            <a:pPr indent="0" lvl="0" marL="0" rtl="0" algn="l">
              <a:lnSpc>
                <a:spcPct val="100000"/>
              </a:lnSpc>
              <a:spcBef>
                <a:spcPts val="304"/>
              </a:spcBef>
              <a:spcAft>
                <a:spcPts val="0"/>
              </a:spcAft>
              <a:buClr>
                <a:schemeClr val="dk1"/>
              </a:buClr>
              <a:buSzPct val="100000"/>
              <a:buNone/>
            </a:pPr>
            <a:r>
              <a:rPr lang="es-MX"/>
              <a:t>LLAMADA: AH = 43H</a:t>
            </a:r>
            <a:endParaRPr/>
          </a:p>
          <a:p>
            <a:pPr indent="0" lvl="0" marL="0" rtl="0" algn="l">
              <a:lnSpc>
                <a:spcPct val="100000"/>
              </a:lnSpc>
              <a:spcBef>
                <a:spcPts val="304"/>
              </a:spcBef>
              <a:spcAft>
                <a:spcPts val="0"/>
              </a:spcAft>
              <a:buClr>
                <a:schemeClr val="dk1"/>
              </a:buClr>
              <a:buSzPct val="100000"/>
              <a:buNone/>
            </a:pPr>
            <a:r>
              <a:rPr lang="es-MX"/>
              <a:t>AL = 00h</a:t>
            </a:r>
            <a:endParaRPr/>
          </a:p>
          <a:p>
            <a:pPr indent="0" lvl="0" marL="0" rtl="0" algn="l">
              <a:lnSpc>
                <a:spcPct val="100000"/>
              </a:lnSpc>
              <a:spcBef>
                <a:spcPts val="304"/>
              </a:spcBef>
              <a:spcAft>
                <a:spcPts val="0"/>
              </a:spcAft>
              <a:buClr>
                <a:schemeClr val="dk1"/>
              </a:buClr>
              <a:buSzPct val="100000"/>
              <a:buNone/>
            </a:pPr>
            <a:r>
              <a:rPr lang="es-MX"/>
              <a:t>DS:DX = Segmento: Desplazamiento de la cadena ASCIIZ con el nombre del fichero.</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DEVUELVE</a:t>
            </a:r>
            <a:endParaRPr/>
          </a:p>
          <a:p>
            <a:pPr indent="0" lvl="0" marL="0" rtl="0" algn="l">
              <a:lnSpc>
                <a:spcPct val="100000"/>
              </a:lnSpc>
              <a:spcBef>
                <a:spcPts val="304"/>
              </a:spcBef>
              <a:spcAft>
                <a:spcPts val="0"/>
              </a:spcAft>
              <a:buClr>
                <a:schemeClr val="dk1"/>
              </a:buClr>
              <a:buSzPct val="100000"/>
              <a:buNone/>
            </a:pPr>
            <a:r>
              <a:rPr lang="es-MX"/>
              <a:t>Si se ejecutó correctamente:</a:t>
            </a:r>
            <a:endParaRPr/>
          </a:p>
          <a:p>
            <a:pPr indent="-342900" lvl="0" marL="342900" rtl="0" algn="l">
              <a:lnSpc>
                <a:spcPct val="100000"/>
              </a:lnSpc>
              <a:spcBef>
                <a:spcPts val="304"/>
              </a:spcBef>
              <a:spcAft>
                <a:spcPts val="0"/>
              </a:spcAft>
              <a:buClr>
                <a:schemeClr val="dk1"/>
              </a:buClr>
              <a:buSzPct val="100000"/>
              <a:buChar char="•"/>
            </a:pPr>
            <a:r>
              <a:rPr lang="es-MX"/>
              <a:t>Flag de acarreo (Cf) = 0</a:t>
            </a:r>
            <a:endParaRPr/>
          </a:p>
          <a:p>
            <a:pPr indent="-285750" lvl="1" marL="742950" rtl="0" algn="l">
              <a:lnSpc>
                <a:spcPct val="100000"/>
              </a:lnSpc>
              <a:spcBef>
                <a:spcPts val="266"/>
              </a:spcBef>
              <a:spcAft>
                <a:spcPts val="0"/>
              </a:spcAft>
              <a:buClr>
                <a:schemeClr val="dk1"/>
              </a:buClr>
              <a:buSzPct val="100000"/>
              <a:buChar char="–"/>
            </a:pPr>
            <a:r>
              <a:rPr lang="es-MX"/>
              <a:t>CX = Atributos del fichero</a:t>
            </a:r>
            <a:endParaRPr/>
          </a:p>
          <a:p>
            <a:pPr indent="-285750" lvl="1" marL="742950" rtl="0" algn="l">
              <a:lnSpc>
                <a:spcPct val="100000"/>
              </a:lnSpc>
              <a:spcBef>
                <a:spcPts val="266"/>
              </a:spcBef>
              <a:spcAft>
                <a:spcPts val="0"/>
              </a:spcAft>
              <a:buClr>
                <a:schemeClr val="dk1"/>
              </a:buClr>
              <a:buSzPct val="100000"/>
              <a:buChar char="–"/>
            </a:pPr>
            <a:r>
              <a:rPr lang="es-MX"/>
              <a:t>Si Bit 0 = 1, Fichero de sólo lectura.</a:t>
            </a:r>
            <a:endParaRPr/>
          </a:p>
          <a:p>
            <a:pPr indent="-285750" lvl="1" marL="742950" rtl="0" algn="l">
              <a:lnSpc>
                <a:spcPct val="100000"/>
              </a:lnSpc>
              <a:spcBef>
                <a:spcPts val="266"/>
              </a:spcBef>
              <a:spcAft>
                <a:spcPts val="0"/>
              </a:spcAft>
              <a:buClr>
                <a:schemeClr val="dk1"/>
              </a:buClr>
              <a:buSzPct val="100000"/>
              <a:buChar char="–"/>
            </a:pPr>
            <a:r>
              <a:rPr lang="es-MX"/>
              <a:t>Si Bit 1 = 1, Fichero oculto.</a:t>
            </a:r>
            <a:endParaRPr/>
          </a:p>
          <a:p>
            <a:pPr indent="-285750" lvl="1" marL="742950" rtl="0" algn="l">
              <a:lnSpc>
                <a:spcPct val="100000"/>
              </a:lnSpc>
              <a:spcBef>
                <a:spcPts val="266"/>
              </a:spcBef>
              <a:spcAft>
                <a:spcPts val="0"/>
              </a:spcAft>
              <a:buClr>
                <a:schemeClr val="dk1"/>
              </a:buClr>
              <a:buSzPct val="100000"/>
              <a:buChar char="–"/>
            </a:pPr>
            <a:r>
              <a:rPr lang="es-MX"/>
              <a:t>Si Bit 2 = 1, Fichero de sistema.</a:t>
            </a:r>
            <a:endParaRPr/>
          </a:p>
          <a:p>
            <a:pPr indent="-285750" lvl="1" marL="742950" rtl="0" algn="l">
              <a:lnSpc>
                <a:spcPct val="100000"/>
              </a:lnSpc>
              <a:spcBef>
                <a:spcPts val="266"/>
              </a:spcBef>
              <a:spcAft>
                <a:spcPts val="0"/>
              </a:spcAft>
              <a:buClr>
                <a:schemeClr val="dk1"/>
              </a:buClr>
              <a:buSzPct val="100000"/>
              <a:buChar char="–"/>
            </a:pPr>
            <a:r>
              <a:rPr lang="es-MX"/>
              <a:t>Si Bit 5 = 1, El archivo ha sido modificado desde el último backup.</a:t>
            </a:r>
            <a:endParaRPr/>
          </a:p>
          <a:p>
            <a:pPr indent="-342900" lvl="0" marL="342900" rtl="0" algn="l">
              <a:lnSpc>
                <a:spcPct val="100000"/>
              </a:lnSpc>
              <a:spcBef>
                <a:spcPts val="304"/>
              </a:spcBef>
              <a:spcAft>
                <a:spcPts val="0"/>
              </a:spcAft>
              <a:buClr>
                <a:schemeClr val="dk1"/>
              </a:buClr>
              <a:buSzPct val="100000"/>
              <a:buChar char="•"/>
            </a:pPr>
            <a:r>
              <a:rPr lang="es-MX"/>
              <a:t>Si NO se ejecutó correctamente:</a:t>
            </a:r>
            <a:endParaRPr/>
          </a:p>
          <a:p>
            <a:pPr indent="-285750" lvl="1" marL="742950" rtl="0" algn="l">
              <a:lnSpc>
                <a:spcPct val="100000"/>
              </a:lnSpc>
              <a:spcBef>
                <a:spcPts val="266"/>
              </a:spcBef>
              <a:spcAft>
                <a:spcPts val="0"/>
              </a:spcAft>
              <a:buClr>
                <a:schemeClr val="dk1"/>
              </a:buClr>
              <a:buSzPct val="100000"/>
              <a:buChar char="–"/>
            </a:pPr>
            <a:r>
              <a:rPr lang="es-MX"/>
              <a:t>Flag de acarreo (Cf) = 1</a:t>
            </a:r>
            <a:endParaRPr/>
          </a:p>
          <a:p>
            <a:pPr indent="-285750" lvl="1" marL="742950" rtl="0" algn="l">
              <a:lnSpc>
                <a:spcPct val="100000"/>
              </a:lnSpc>
              <a:spcBef>
                <a:spcPts val="266"/>
              </a:spcBef>
              <a:spcAft>
                <a:spcPts val="0"/>
              </a:spcAft>
              <a:buClr>
                <a:schemeClr val="dk1"/>
              </a:buClr>
              <a:buSzPct val="100000"/>
              <a:buChar char="–"/>
            </a:pPr>
            <a:r>
              <a:rPr lang="es-MX"/>
              <a:t>AX = Código de error.</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EFECTO: Mediante esta función se obtiene información acerca de los atributos de un determinado fichero, indicado mediante la cadena ASCII.</a:t>
            </a:r>
            <a:endParaRPr/>
          </a:p>
        </p:txBody>
      </p:sp>
      <p:sp>
        <p:nvSpPr>
          <p:cNvPr id="1186" name="Google Shape;1186;p1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187" name="Google Shape;1187;p1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150"/>
          <p:cNvSpPr txBox="1"/>
          <p:nvPr>
            <p:ph idx="1" type="body"/>
          </p:nvPr>
        </p:nvSpPr>
        <p:spPr>
          <a:xfrm>
            <a:off x="457200" y="404664"/>
            <a:ext cx="8229600" cy="5721499"/>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208"/>
              </a:spcBef>
              <a:spcAft>
                <a:spcPts val="0"/>
              </a:spcAft>
              <a:buClr>
                <a:schemeClr val="dk1"/>
              </a:buClr>
              <a:buSzPct val="100000"/>
              <a:buNone/>
            </a:pPr>
            <a:r>
              <a:rPr lang="es-MX"/>
              <a:t>        jmp inicio</a:t>
            </a:r>
            <a:endParaRPr/>
          </a:p>
          <a:p>
            <a:pPr indent="0" lvl="0" marL="0" rtl="0" algn="l">
              <a:lnSpc>
                <a:spcPct val="100000"/>
              </a:lnSpc>
              <a:spcBef>
                <a:spcPts val="208"/>
              </a:spcBef>
              <a:spcAft>
                <a:spcPts val="0"/>
              </a:spcAft>
              <a:buClr>
                <a:schemeClr val="dk1"/>
              </a:buClr>
              <a:buSzPct val="100000"/>
              <a:buNone/>
            </a:pPr>
            <a:r>
              <a:rPr lang="es-MX"/>
              <a:t>        archivo db "C:\emu8086\MyBuild\prueba.txt", 0   ;ascii del nombre del archivo </a:t>
            </a:r>
            <a:endParaRPr/>
          </a:p>
          <a:p>
            <a:pPr indent="0" lvl="0" marL="0" rtl="0" algn="l">
              <a:lnSpc>
                <a:spcPct val="100000"/>
              </a:lnSpc>
              <a:spcBef>
                <a:spcPts val="208"/>
              </a:spcBef>
              <a:spcAft>
                <a:spcPts val="0"/>
              </a:spcAft>
              <a:buClr>
                <a:schemeClr val="dk1"/>
              </a:buClr>
              <a:buSzPct val="100000"/>
              <a:buNone/>
            </a:pPr>
            <a:r>
              <a:rPr lang="es-MX"/>
              <a:t>        leido db "$$$$$$$$$$$$$$$$$$$$$$$$$$$$$"</a:t>
            </a:r>
            <a:endParaRPr/>
          </a:p>
          <a:p>
            <a:pPr indent="0" lvl="0" marL="0" rtl="0" algn="l">
              <a:lnSpc>
                <a:spcPct val="100000"/>
              </a:lnSpc>
              <a:spcBef>
                <a:spcPts val="208"/>
              </a:spcBef>
              <a:spcAft>
                <a:spcPts val="0"/>
              </a:spcAft>
              <a:buClr>
                <a:schemeClr val="dk1"/>
              </a:buClr>
              <a:buSzPct val="100000"/>
              <a:buNone/>
            </a:pPr>
            <a:r>
              <a:rPr lang="es-MX"/>
              <a:t>        handle dw ?                                     ;identificador del arhivo</a:t>
            </a:r>
            <a:endParaRPr/>
          </a:p>
          <a:p>
            <a:pPr indent="0" lvl="0" marL="0" rtl="0" algn="l">
              <a:lnSpc>
                <a:spcPct val="100000"/>
              </a:lnSpc>
              <a:spcBef>
                <a:spcPts val="208"/>
              </a:spcBef>
              <a:spcAft>
                <a:spcPts val="0"/>
              </a:spcAft>
              <a:buClr>
                <a:schemeClr val="dk1"/>
              </a:buClr>
              <a:buSzPct val="100000"/>
              <a:buNone/>
            </a:pPr>
            <a:r>
              <a:rPr lang="es-MX"/>
              <a:t>inicio: mov al, 0                                       ;modo de acceso para abrir arhivo, modo lectura/escritura</a:t>
            </a:r>
            <a:endParaRPr/>
          </a:p>
          <a:p>
            <a:pPr indent="0" lvl="0" marL="0" rtl="0" algn="l">
              <a:lnSpc>
                <a:spcPct val="100000"/>
              </a:lnSpc>
              <a:spcBef>
                <a:spcPts val="208"/>
              </a:spcBef>
              <a:spcAft>
                <a:spcPts val="0"/>
              </a:spcAft>
              <a:buClr>
                <a:schemeClr val="dk1"/>
              </a:buClr>
              <a:buSzPct val="100000"/>
              <a:buNone/>
            </a:pPr>
            <a:r>
              <a:rPr lang="es-MX"/>
              <a:t>        mov dx, offset archivo                          ;offset lugar de memoria donde esta la variable</a:t>
            </a:r>
            <a:endParaRPr/>
          </a:p>
          <a:p>
            <a:pPr indent="0" lvl="0" marL="0" rtl="0" algn="l">
              <a:lnSpc>
                <a:spcPct val="100000"/>
              </a:lnSpc>
              <a:spcBef>
                <a:spcPts val="208"/>
              </a:spcBef>
              <a:spcAft>
                <a:spcPts val="0"/>
              </a:spcAft>
              <a:buClr>
                <a:schemeClr val="dk1"/>
              </a:buClr>
              <a:buSzPct val="100000"/>
              <a:buNone/>
            </a:pPr>
            <a:r>
              <a:rPr lang="es-MX"/>
              <a:t>        mov ah, 3dh                                     ;Abre archivo, DS:DX apunta al archivo</a:t>
            </a:r>
            <a:endParaRPr/>
          </a:p>
          <a:p>
            <a:pPr indent="0" lvl="0" marL="0" rtl="0" algn="l">
              <a:lnSpc>
                <a:spcPct val="100000"/>
              </a:lnSpc>
              <a:spcBef>
                <a:spcPts val="208"/>
              </a:spcBef>
              <a:spcAft>
                <a:spcPts val="0"/>
              </a:spcAft>
              <a:buClr>
                <a:schemeClr val="dk1"/>
              </a:buClr>
              <a:buSzPct val="100000"/>
              <a:buNone/>
            </a:pPr>
            <a:r>
              <a:rPr lang="es-MX"/>
              <a:t>                                                         ;AL = 0 (solo lectura), 1 (solo escritura) o 2 (escritura / lectura).</a:t>
            </a:r>
            <a:endParaRPr/>
          </a:p>
          <a:p>
            <a:pPr indent="0" lvl="0" marL="0" rtl="0" algn="l">
              <a:lnSpc>
                <a:spcPct val="100000"/>
              </a:lnSpc>
              <a:spcBef>
                <a:spcPts val="208"/>
              </a:spcBef>
              <a:spcAft>
                <a:spcPts val="0"/>
              </a:spcAft>
              <a:buClr>
                <a:schemeClr val="dk1"/>
              </a:buClr>
              <a:buSzPct val="100000"/>
              <a:buNone/>
            </a:pPr>
            <a:r>
              <a:rPr lang="es-MX"/>
              <a:t>        int 21h                                         ;llamada a la interrupcion DOS</a:t>
            </a:r>
            <a:endParaRPr/>
          </a:p>
          <a:p>
            <a:pPr indent="0" lvl="0" marL="0" rtl="0" algn="l">
              <a:lnSpc>
                <a:spcPct val="100000"/>
              </a:lnSpc>
              <a:spcBef>
                <a:spcPts val="208"/>
              </a:spcBef>
              <a:spcAft>
                <a:spcPts val="0"/>
              </a:spcAft>
              <a:buClr>
                <a:schemeClr val="dk1"/>
              </a:buClr>
              <a:buSzPct val="100000"/>
              <a:buNone/>
            </a:pPr>
            <a:r>
              <a:rPr lang="es-MX"/>
              <a:t>        jc error                                        ;si se prendio la bandera c ir a error</a:t>
            </a:r>
            <a:endParaRPr/>
          </a:p>
          <a:p>
            <a:pPr indent="0" lvl="0" marL="0" rtl="0" algn="l">
              <a:lnSpc>
                <a:spcPct val="100000"/>
              </a:lnSpc>
              <a:spcBef>
                <a:spcPts val="208"/>
              </a:spcBef>
              <a:spcAft>
                <a:spcPts val="0"/>
              </a:spcAft>
              <a:buClr>
                <a:schemeClr val="dk1"/>
              </a:buClr>
              <a:buSzPct val="100000"/>
              <a:buNone/>
            </a:pPr>
            <a:r>
              <a:rPr lang="es-MX"/>
              <a:t>        mov handle, ax                                  ;si no paso mover a lo que le dio el SO</a:t>
            </a:r>
            <a:endParaRPr/>
          </a:p>
          <a:p>
            <a:pPr indent="0" lvl="0" marL="0" rtl="0" algn="l">
              <a:lnSpc>
                <a:spcPct val="100000"/>
              </a:lnSpc>
              <a:spcBef>
                <a:spcPts val="208"/>
              </a:spcBef>
              <a:spcAft>
                <a:spcPts val="0"/>
              </a:spcAft>
              <a:buClr>
                <a:schemeClr val="dk1"/>
              </a:buClr>
              <a:buSzPct val="100000"/>
              <a:buNone/>
            </a:pPr>
            <a:r>
              <a:rPr lang="es-MX"/>
              <a:t>        jmp leer</a:t>
            </a:r>
            <a:endParaRPr/>
          </a:p>
          <a:p>
            <a:pPr indent="0" lvl="0" marL="0" rtl="0" algn="l">
              <a:lnSpc>
                <a:spcPct val="100000"/>
              </a:lnSpc>
              <a:spcBef>
                <a:spcPts val="208"/>
              </a:spcBef>
              <a:spcAft>
                <a:spcPts val="0"/>
              </a:spcAft>
              <a:buClr>
                <a:schemeClr val="dk1"/>
              </a:buClr>
              <a:buSzPct val="100000"/>
              <a:buNone/>
            </a:pPr>
            <a:r>
              <a:t/>
            </a:r>
            <a:endParaRPr/>
          </a:p>
          <a:p>
            <a:pPr indent="0" lvl="0" marL="0" rtl="0" algn="l">
              <a:lnSpc>
                <a:spcPct val="100000"/>
              </a:lnSpc>
              <a:spcBef>
                <a:spcPts val="208"/>
              </a:spcBef>
              <a:spcAft>
                <a:spcPts val="0"/>
              </a:spcAft>
              <a:buClr>
                <a:schemeClr val="dk1"/>
              </a:buClr>
              <a:buSzPct val="100000"/>
              <a:buNone/>
            </a:pPr>
            <a:r>
              <a:rPr lang="es-MX"/>
              <a:t> error: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leer:  mov bx, handle                                   ;leer archivo </a:t>
            </a:r>
            <a:endParaRPr/>
          </a:p>
          <a:p>
            <a:pPr indent="0" lvl="0" marL="0" rtl="0" algn="l">
              <a:lnSpc>
                <a:spcPct val="100000"/>
              </a:lnSpc>
              <a:spcBef>
                <a:spcPts val="208"/>
              </a:spcBef>
              <a:spcAft>
                <a:spcPts val="0"/>
              </a:spcAft>
              <a:buClr>
                <a:schemeClr val="dk1"/>
              </a:buClr>
              <a:buSzPct val="100000"/>
              <a:buNone/>
            </a:pPr>
            <a:r>
              <a:rPr lang="es-MX"/>
              <a:t>        mov cx, 9</a:t>
            </a:r>
            <a:endParaRPr/>
          </a:p>
          <a:p>
            <a:pPr indent="0" lvl="0" marL="0" rtl="0" algn="l">
              <a:lnSpc>
                <a:spcPct val="100000"/>
              </a:lnSpc>
              <a:spcBef>
                <a:spcPts val="208"/>
              </a:spcBef>
              <a:spcAft>
                <a:spcPts val="0"/>
              </a:spcAft>
              <a:buClr>
                <a:schemeClr val="dk1"/>
              </a:buClr>
              <a:buSzPct val="100000"/>
              <a:buNone/>
            </a:pPr>
            <a:r>
              <a:rPr lang="es-MX"/>
              <a:t>        mov dx, offset leido</a:t>
            </a:r>
            <a:endParaRPr/>
          </a:p>
          <a:p>
            <a:pPr indent="0" lvl="0" marL="0" rtl="0" algn="l">
              <a:lnSpc>
                <a:spcPct val="100000"/>
              </a:lnSpc>
              <a:spcBef>
                <a:spcPts val="208"/>
              </a:spcBef>
              <a:spcAft>
                <a:spcPts val="0"/>
              </a:spcAft>
              <a:buClr>
                <a:schemeClr val="dk1"/>
              </a:buClr>
              <a:buSzPct val="100000"/>
              <a:buNone/>
            </a:pPr>
            <a:r>
              <a:rPr lang="es-MX"/>
              <a:t>        mov ah, 3fh                                     ; Lectura desde archivo / dispositivo, </a:t>
            </a:r>
            <a:endParaRPr/>
          </a:p>
          <a:p>
            <a:pPr indent="0" lvl="0" marL="0" rtl="0" algn="l">
              <a:lnSpc>
                <a:spcPct val="100000"/>
              </a:lnSpc>
              <a:spcBef>
                <a:spcPts val="208"/>
              </a:spcBef>
              <a:spcAft>
                <a:spcPts val="0"/>
              </a:spcAft>
              <a:buClr>
                <a:schemeClr val="dk1"/>
              </a:buClr>
              <a:buSzPct val="100000"/>
              <a:buNone/>
            </a:pPr>
            <a:r>
              <a:rPr lang="es-MX"/>
              <a:t>                                                        ; BX = manejador de archivo, </a:t>
            </a:r>
            <a:endParaRPr/>
          </a:p>
          <a:p>
            <a:pPr indent="0" lvl="0" marL="0" rtl="0" algn="l">
              <a:lnSpc>
                <a:spcPct val="100000"/>
              </a:lnSpc>
              <a:spcBef>
                <a:spcPts val="208"/>
              </a:spcBef>
              <a:spcAft>
                <a:spcPts val="0"/>
              </a:spcAft>
              <a:buClr>
                <a:schemeClr val="dk1"/>
              </a:buClr>
              <a:buSzPct val="100000"/>
              <a:buNone/>
            </a:pPr>
            <a:r>
              <a:rPr lang="es-MX"/>
              <a:t>                                                        ; CX = numero de bytes que se desea leer y </a:t>
            </a:r>
            <a:endParaRPr/>
          </a:p>
          <a:p>
            <a:pPr indent="0" lvl="0" marL="0" rtl="0" algn="l">
              <a:lnSpc>
                <a:spcPct val="100000"/>
              </a:lnSpc>
              <a:spcBef>
                <a:spcPts val="208"/>
              </a:spcBef>
              <a:spcAft>
                <a:spcPts val="0"/>
              </a:spcAft>
              <a:buClr>
                <a:schemeClr val="dk1"/>
              </a:buClr>
              <a:buSzPct val="100000"/>
              <a:buNone/>
            </a:pPr>
            <a:r>
              <a:rPr lang="es-MX"/>
              <a:t>                                                        ; DS:DX = buffer a ser cargado; después de la llamada</a:t>
            </a:r>
            <a:endParaRPr/>
          </a:p>
          <a:p>
            <a:pPr indent="0" lvl="0" marL="0" rtl="0" algn="l">
              <a:lnSpc>
                <a:spcPct val="100000"/>
              </a:lnSpc>
              <a:spcBef>
                <a:spcPts val="208"/>
              </a:spcBef>
              <a:spcAft>
                <a:spcPts val="0"/>
              </a:spcAft>
              <a:buClr>
                <a:schemeClr val="dk1"/>
              </a:buClr>
              <a:buSzPct val="100000"/>
              <a:buNone/>
            </a:pPr>
            <a:r>
              <a:rPr lang="es-MX"/>
              <a:t>                                                        ; AX = numero de bytes leidos.</a:t>
            </a:r>
            <a:endParaRPr/>
          </a:p>
          <a:p>
            <a:pPr indent="0" lvl="0" marL="0" rtl="0" algn="l">
              <a:lnSpc>
                <a:spcPct val="100000"/>
              </a:lnSpc>
              <a:spcBef>
                <a:spcPts val="208"/>
              </a:spcBef>
              <a:spcAft>
                <a:spcPts val="0"/>
              </a:spcAft>
              <a:buClr>
                <a:schemeClr val="dk1"/>
              </a:buClr>
              <a:buSzPct val="100000"/>
              <a:buNone/>
            </a:pPr>
            <a:r>
              <a:rPr lang="es-MX"/>
              <a:t>        int 21h</a:t>
            </a:r>
            <a:endParaRPr/>
          </a:p>
          <a:p>
            <a:pPr indent="0" lvl="0" marL="0" rtl="0" algn="l">
              <a:lnSpc>
                <a:spcPct val="100000"/>
              </a:lnSpc>
              <a:spcBef>
                <a:spcPts val="208"/>
              </a:spcBef>
              <a:spcAft>
                <a:spcPts val="0"/>
              </a:spcAft>
              <a:buClr>
                <a:schemeClr val="dk1"/>
              </a:buClr>
              <a:buSzPct val="100000"/>
              <a:buNone/>
            </a:pPr>
            <a:r>
              <a:t/>
            </a:r>
            <a:endParaRPr/>
          </a:p>
          <a:p>
            <a:pPr indent="0" lvl="0" marL="0" rtl="0" algn="l">
              <a:lnSpc>
                <a:spcPct val="100000"/>
              </a:lnSpc>
              <a:spcBef>
                <a:spcPts val="208"/>
              </a:spcBef>
              <a:spcAft>
                <a:spcPts val="0"/>
              </a:spcAft>
              <a:buClr>
                <a:schemeClr val="dk1"/>
              </a:buClr>
              <a:buSzPct val="100000"/>
              <a:buNone/>
            </a:pPr>
            <a:r>
              <a:rPr lang="es-MX"/>
              <a:t>        mov bx, handle                                  ;cerramos archivo</a:t>
            </a:r>
            <a:endParaRPr/>
          </a:p>
          <a:p>
            <a:pPr indent="0" lvl="0" marL="0" rtl="0" algn="l">
              <a:lnSpc>
                <a:spcPct val="100000"/>
              </a:lnSpc>
              <a:spcBef>
                <a:spcPts val="208"/>
              </a:spcBef>
              <a:spcAft>
                <a:spcPts val="0"/>
              </a:spcAft>
              <a:buClr>
                <a:schemeClr val="dk1"/>
              </a:buClr>
              <a:buSzPct val="100000"/>
              <a:buNone/>
            </a:pPr>
            <a:r>
              <a:rPr lang="es-MX"/>
              <a:t>        mov ah, 3eh                                     ;Cierra manejador de archivo</a:t>
            </a:r>
            <a:endParaRPr/>
          </a:p>
          <a:p>
            <a:pPr indent="0" lvl="0" marL="0" rtl="0" algn="l">
              <a:lnSpc>
                <a:spcPct val="100000"/>
              </a:lnSpc>
              <a:spcBef>
                <a:spcPts val="208"/>
              </a:spcBef>
              <a:spcAft>
                <a:spcPts val="0"/>
              </a:spcAft>
              <a:buClr>
                <a:schemeClr val="dk1"/>
              </a:buClr>
              <a:buSzPct val="100000"/>
              <a:buNone/>
            </a:pPr>
            <a:r>
              <a:rPr lang="es-MX"/>
              <a:t>                                                        ;BX = manejador de archivo; se cierra el archivo, </a:t>
            </a:r>
            <a:endParaRPr/>
          </a:p>
          <a:p>
            <a:pPr indent="0" lvl="0" marL="0" rtl="0" algn="l">
              <a:lnSpc>
                <a:spcPct val="100000"/>
              </a:lnSpc>
              <a:spcBef>
                <a:spcPts val="208"/>
              </a:spcBef>
              <a:spcAft>
                <a:spcPts val="0"/>
              </a:spcAft>
              <a:buClr>
                <a:schemeClr val="dk1"/>
              </a:buClr>
              <a:buSzPct val="100000"/>
              <a:buNone/>
            </a:pPr>
            <a:r>
              <a:rPr lang="es-MX"/>
              <a:t>                                                        ;se actualiza el directorio y se remueven los buffers internos del archivo.</a:t>
            </a:r>
            <a:endParaRPr/>
          </a:p>
          <a:p>
            <a:pPr indent="0" lvl="0" marL="0" rtl="0" algn="l">
              <a:lnSpc>
                <a:spcPct val="100000"/>
              </a:lnSpc>
              <a:spcBef>
                <a:spcPts val="208"/>
              </a:spcBef>
              <a:spcAft>
                <a:spcPts val="0"/>
              </a:spcAft>
              <a:buClr>
                <a:schemeClr val="dk1"/>
              </a:buClr>
              <a:buSzPct val="100000"/>
              <a:buNone/>
            </a:pPr>
            <a:r>
              <a:rPr lang="es-MX"/>
              <a:t>        int 21h </a:t>
            </a:r>
            <a:endParaRPr/>
          </a:p>
          <a:p>
            <a:pPr indent="0" lvl="0" marL="0" rtl="0" algn="l">
              <a:lnSpc>
                <a:spcPct val="100000"/>
              </a:lnSpc>
              <a:spcBef>
                <a:spcPts val="208"/>
              </a:spcBef>
              <a:spcAft>
                <a:spcPts val="0"/>
              </a:spcAft>
              <a:buClr>
                <a:schemeClr val="dk1"/>
              </a:buClr>
              <a:buSzPct val="100000"/>
              <a:buNone/>
            </a:pPr>
            <a:r>
              <a:t/>
            </a:r>
            <a:endParaRPr/>
          </a:p>
          <a:p>
            <a:pPr indent="0" lvl="0" marL="0" rtl="0" algn="l">
              <a:lnSpc>
                <a:spcPct val="100000"/>
              </a:lnSpc>
              <a:spcBef>
                <a:spcPts val="208"/>
              </a:spcBef>
              <a:spcAft>
                <a:spcPts val="0"/>
              </a:spcAft>
              <a:buClr>
                <a:schemeClr val="dk1"/>
              </a:buClr>
              <a:buSzPct val="100000"/>
              <a:buNone/>
            </a:pPr>
            <a:r>
              <a:rPr lang="es-MX"/>
              <a:t>        mov dx, offset leido                            ;imprimir el contenido de leido</a:t>
            </a:r>
            <a:endParaRPr/>
          </a:p>
          <a:p>
            <a:pPr indent="0" lvl="0" marL="0" rtl="0" algn="l">
              <a:lnSpc>
                <a:spcPct val="100000"/>
              </a:lnSpc>
              <a:spcBef>
                <a:spcPts val="208"/>
              </a:spcBef>
              <a:spcAft>
                <a:spcPts val="0"/>
              </a:spcAft>
              <a:buClr>
                <a:schemeClr val="dk1"/>
              </a:buClr>
              <a:buSzPct val="100000"/>
              <a:buNone/>
            </a:pPr>
            <a:r>
              <a:rPr lang="es-MX"/>
              <a:t>        mov ah, 9</a:t>
            </a:r>
            <a:endParaRPr/>
          </a:p>
          <a:p>
            <a:pPr indent="0" lvl="0" marL="0" rtl="0" algn="l">
              <a:lnSpc>
                <a:spcPct val="100000"/>
              </a:lnSpc>
              <a:spcBef>
                <a:spcPts val="208"/>
              </a:spcBef>
              <a:spcAft>
                <a:spcPts val="0"/>
              </a:spcAft>
              <a:buClr>
                <a:schemeClr val="dk1"/>
              </a:buClr>
              <a:buSzPct val="100000"/>
              <a:buNone/>
            </a:pPr>
            <a:r>
              <a:rPr lang="es-MX"/>
              <a:t>        int 21h</a:t>
            </a:r>
            <a:endParaRPr/>
          </a:p>
          <a:p>
            <a:pPr indent="0" lvl="0" marL="0" rtl="0" algn="l">
              <a:lnSpc>
                <a:spcPct val="100000"/>
              </a:lnSpc>
              <a:spcBef>
                <a:spcPts val="208"/>
              </a:spcBef>
              <a:spcAft>
                <a:spcPts val="0"/>
              </a:spcAft>
              <a:buClr>
                <a:schemeClr val="dk1"/>
              </a:buClr>
              <a:buSzPct val="100000"/>
              <a:buNone/>
            </a:pPr>
            <a:r>
              <a:rPr lang="es-MX"/>
              <a:t>        ret </a:t>
            </a:r>
            <a:endParaRPr/>
          </a:p>
        </p:txBody>
      </p:sp>
      <p:sp>
        <p:nvSpPr>
          <p:cNvPr id="1193" name="Google Shape;1193;p1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194" name="Google Shape;1194;p1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151"/>
          <p:cNvSpPr txBox="1"/>
          <p:nvPr>
            <p:ph idx="1" type="body"/>
          </p:nvPr>
        </p:nvSpPr>
        <p:spPr>
          <a:xfrm>
            <a:off x="457200" y="332656"/>
            <a:ext cx="8229600" cy="5793507"/>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160"/>
              </a:spcBef>
              <a:spcAft>
                <a:spcPts val="0"/>
              </a:spcAft>
              <a:buClr>
                <a:schemeClr val="dk1"/>
              </a:buClr>
              <a:buSzPct val="100000"/>
              <a:buNone/>
            </a:pPr>
            <a:r>
              <a:rPr lang="es-MX"/>
              <a:t>            jmp inicio </a:t>
            </a:r>
            <a:endParaRPr/>
          </a:p>
          <a:p>
            <a:pPr indent="0" lvl="0" marL="0" rtl="0" algn="l">
              <a:lnSpc>
                <a:spcPct val="100000"/>
              </a:lnSpc>
              <a:spcBef>
                <a:spcPts val="160"/>
              </a:spcBef>
              <a:spcAft>
                <a:spcPts val="0"/>
              </a:spcAft>
              <a:buClr>
                <a:schemeClr val="dk1"/>
              </a:buClr>
              <a:buSzPct val="100000"/>
              <a:buNone/>
            </a:pPr>
            <a:r>
              <a:rPr lang="es-MX"/>
              <a:t>            archivo db "C:\emu8086\MyBuild\prueba.txt", 0   ;ascii del nombre del archivo </a:t>
            </a:r>
            <a:endParaRPr/>
          </a:p>
          <a:p>
            <a:pPr indent="0" lvl="0" marL="0" rtl="0" algn="l">
              <a:lnSpc>
                <a:spcPct val="100000"/>
              </a:lnSpc>
              <a:spcBef>
                <a:spcPts val="160"/>
              </a:spcBef>
              <a:spcAft>
                <a:spcPts val="0"/>
              </a:spcAft>
              <a:buClr>
                <a:schemeClr val="dk1"/>
              </a:buClr>
              <a:buSzPct val="100000"/>
              <a:buNone/>
            </a:pPr>
            <a:r>
              <a:rPr lang="es-MX"/>
              <a:t>            leido db "$"</a:t>
            </a:r>
            <a:endParaRPr/>
          </a:p>
          <a:p>
            <a:pPr indent="0" lvl="0" marL="0" rtl="0" algn="l">
              <a:lnSpc>
                <a:spcPct val="100000"/>
              </a:lnSpc>
              <a:spcBef>
                <a:spcPts val="160"/>
              </a:spcBef>
              <a:spcAft>
                <a:spcPts val="0"/>
              </a:spcAft>
              <a:buClr>
                <a:schemeClr val="dk1"/>
              </a:buClr>
              <a:buSzPct val="100000"/>
              <a:buNone/>
            </a:pPr>
            <a:r>
              <a:rPr lang="es-MX"/>
              <a:t>            handle dw ?                                     ;identificador del arhivo </a:t>
            </a:r>
            <a:endParaRPr/>
          </a:p>
          <a:p>
            <a:pPr indent="0" lvl="0" marL="0" rtl="0" algn="l">
              <a:lnSpc>
                <a:spcPct val="100000"/>
              </a:lnSpc>
              <a:spcBef>
                <a:spcPts val="160"/>
              </a:spcBef>
              <a:spcAft>
                <a:spcPts val="0"/>
              </a:spcAft>
              <a:buClr>
                <a:schemeClr val="dk1"/>
              </a:buClr>
              <a:buSzPct val="100000"/>
              <a:buNone/>
            </a:pPr>
            <a:r>
              <a:rPr lang="es-MX"/>
              <a:t>            aux db "$"</a:t>
            </a:r>
            <a:endParaRPr/>
          </a:p>
          <a:p>
            <a:pPr indent="0" lvl="0" marL="0" rtl="0" algn="l">
              <a:lnSpc>
                <a:spcPct val="100000"/>
              </a:lnSpc>
              <a:spcBef>
                <a:spcPts val="160"/>
              </a:spcBef>
              <a:spcAft>
                <a:spcPts val="0"/>
              </a:spcAft>
              <a:buClr>
                <a:schemeClr val="dk1"/>
              </a:buClr>
              <a:buSzPct val="100000"/>
              <a:buNone/>
            </a:pPr>
            <a:r>
              <a:rPr lang="es-MX"/>
              <a:t>            cont db 0</a:t>
            </a:r>
            <a:endParaRPr/>
          </a:p>
          <a:p>
            <a:pPr indent="0" lvl="0" marL="0" rtl="0" algn="l">
              <a:lnSpc>
                <a:spcPct val="100000"/>
              </a:lnSpc>
              <a:spcBef>
                <a:spcPts val="160"/>
              </a:spcBef>
              <a:spcAft>
                <a:spcPts val="0"/>
              </a:spcAft>
              <a:buClr>
                <a:schemeClr val="dk1"/>
              </a:buClr>
              <a:buSzPct val="100000"/>
              <a:buNone/>
            </a:pPr>
            <a:r>
              <a:rPr lang="es-MX"/>
              <a:t> inicio:    mov al, 0                                       ; modo de acceso para abrir arhivo, modo lectura/escritura</a:t>
            </a:r>
            <a:endParaRPr/>
          </a:p>
          <a:p>
            <a:pPr indent="0" lvl="0" marL="0" rtl="0" algn="l">
              <a:lnSpc>
                <a:spcPct val="100000"/>
              </a:lnSpc>
              <a:spcBef>
                <a:spcPts val="160"/>
              </a:spcBef>
              <a:spcAft>
                <a:spcPts val="0"/>
              </a:spcAft>
              <a:buClr>
                <a:schemeClr val="dk1"/>
              </a:buClr>
              <a:buSzPct val="100000"/>
              <a:buNone/>
            </a:pPr>
            <a:r>
              <a:rPr lang="es-MX"/>
              <a:t>            mov dx, offset archivo                          ; offset lugar de memoria donde esta la variable</a:t>
            </a:r>
            <a:endParaRPr/>
          </a:p>
          <a:p>
            <a:pPr indent="0" lvl="0" marL="0" rtl="0" algn="l">
              <a:lnSpc>
                <a:spcPct val="100000"/>
              </a:lnSpc>
              <a:spcBef>
                <a:spcPts val="160"/>
              </a:spcBef>
              <a:spcAft>
                <a:spcPts val="0"/>
              </a:spcAft>
              <a:buClr>
                <a:schemeClr val="dk1"/>
              </a:buClr>
              <a:buSzPct val="100000"/>
              <a:buNone/>
            </a:pPr>
            <a:r>
              <a:rPr lang="es-MX"/>
              <a:t>            mov ah, 3dh                                     ; Abre archivo, DS:DX apunta al archivo</a:t>
            </a:r>
            <a:endParaRPr/>
          </a:p>
          <a:p>
            <a:pPr indent="0" lvl="0" marL="0" rtl="0" algn="l">
              <a:lnSpc>
                <a:spcPct val="100000"/>
              </a:lnSpc>
              <a:spcBef>
                <a:spcPts val="160"/>
              </a:spcBef>
              <a:spcAft>
                <a:spcPts val="0"/>
              </a:spcAft>
              <a:buClr>
                <a:schemeClr val="dk1"/>
              </a:buClr>
              <a:buSzPct val="100000"/>
              <a:buNone/>
            </a:pPr>
            <a:r>
              <a:rPr lang="es-MX"/>
              <a:t>                                                            ; AL = 0 (solo lectura), 1 (solo escritura) o 2 (escritura / lectura).</a:t>
            </a:r>
            <a:endParaRPr/>
          </a:p>
          <a:p>
            <a:pPr indent="0" lvl="0" marL="0" rtl="0" algn="l">
              <a:lnSpc>
                <a:spcPct val="100000"/>
              </a:lnSpc>
              <a:spcBef>
                <a:spcPts val="160"/>
              </a:spcBef>
              <a:spcAft>
                <a:spcPts val="0"/>
              </a:spcAft>
              <a:buClr>
                <a:schemeClr val="dk1"/>
              </a:buClr>
              <a:buSzPct val="100000"/>
              <a:buNone/>
            </a:pPr>
            <a:r>
              <a:rPr lang="es-MX"/>
              <a:t>            int 21h                                         ;llamada a la interrupcion DOS</a:t>
            </a:r>
            <a:endParaRPr/>
          </a:p>
          <a:p>
            <a:pPr indent="0" lvl="0" marL="0" rtl="0" algn="l">
              <a:lnSpc>
                <a:spcPct val="100000"/>
              </a:lnSpc>
              <a:spcBef>
                <a:spcPts val="160"/>
              </a:spcBef>
              <a:spcAft>
                <a:spcPts val="0"/>
              </a:spcAft>
              <a:buClr>
                <a:schemeClr val="dk1"/>
              </a:buClr>
              <a:buSzPct val="100000"/>
              <a:buNone/>
            </a:pPr>
            <a:r>
              <a:rPr lang="es-MX"/>
              <a:t>            jc error                                        ; si se prendio la bandera c ir a error</a:t>
            </a:r>
            <a:endParaRPr/>
          </a:p>
          <a:p>
            <a:pPr indent="0" lvl="0" marL="0" rtl="0" algn="l">
              <a:lnSpc>
                <a:spcPct val="100000"/>
              </a:lnSpc>
              <a:spcBef>
                <a:spcPts val="160"/>
              </a:spcBef>
              <a:spcAft>
                <a:spcPts val="0"/>
              </a:spcAft>
              <a:buClr>
                <a:schemeClr val="dk1"/>
              </a:buClr>
              <a:buSzPct val="100000"/>
              <a:buNone/>
            </a:pPr>
            <a:r>
              <a:rPr lang="es-MX"/>
              <a:t>            mov handle, ax                                  ; si no paso mover a lo que le dio el SO</a:t>
            </a:r>
            <a:endParaRPr/>
          </a:p>
          <a:p>
            <a:pPr indent="0" lvl="0" marL="0" rtl="0" algn="l">
              <a:lnSpc>
                <a:spcPct val="100000"/>
              </a:lnSpc>
              <a:spcBef>
                <a:spcPts val="160"/>
              </a:spcBef>
              <a:spcAft>
                <a:spcPts val="0"/>
              </a:spcAft>
              <a:buClr>
                <a:schemeClr val="dk1"/>
              </a:buClr>
              <a:buSzPct val="100000"/>
              <a:buNone/>
            </a:pPr>
            <a:r>
              <a:rPr lang="es-MX"/>
              <a:t>            jmp leer</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rPr lang="es-MX"/>
              <a:t> error:     </a:t>
            </a:r>
            <a:endParaRPr/>
          </a:p>
          <a:p>
            <a:pPr indent="0" lvl="0" marL="0" rtl="0" algn="l">
              <a:lnSpc>
                <a:spcPct val="100000"/>
              </a:lnSpc>
              <a:spcBef>
                <a:spcPts val="160"/>
              </a:spcBef>
              <a:spcAft>
                <a:spcPts val="0"/>
              </a:spcAft>
              <a:buClr>
                <a:schemeClr val="dk1"/>
              </a:buClr>
              <a:buSzPct val="100000"/>
              <a:buNone/>
            </a:pPr>
            <a:r>
              <a:rPr lang="es-MX"/>
              <a:t> leer:      mov bx, handle                                  ;leer archivo </a:t>
            </a:r>
            <a:endParaRPr/>
          </a:p>
          <a:p>
            <a:pPr indent="0" lvl="0" marL="0" rtl="0" algn="l">
              <a:lnSpc>
                <a:spcPct val="100000"/>
              </a:lnSpc>
              <a:spcBef>
                <a:spcPts val="160"/>
              </a:spcBef>
              <a:spcAft>
                <a:spcPts val="0"/>
              </a:spcAft>
              <a:buClr>
                <a:schemeClr val="dk1"/>
              </a:buClr>
              <a:buSzPct val="100000"/>
              <a:buNone/>
            </a:pPr>
            <a:r>
              <a:rPr lang="es-MX"/>
              <a:t>            mov cx, 1                                       </a:t>
            </a:r>
            <a:endParaRPr/>
          </a:p>
          <a:p>
            <a:pPr indent="0" lvl="0" marL="0" rtl="0" algn="l">
              <a:lnSpc>
                <a:spcPct val="100000"/>
              </a:lnSpc>
              <a:spcBef>
                <a:spcPts val="160"/>
              </a:spcBef>
              <a:spcAft>
                <a:spcPts val="0"/>
              </a:spcAft>
              <a:buClr>
                <a:schemeClr val="dk1"/>
              </a:buClr>
              <a:buSzPct val="100000"/>
              <a:buNone/>
            </a:pPr>
            <a:r>
              <a:rPr lang="es-MX"/>
              <a:t>            mov dx, offset leido                            </a:t>
            </a:r>
            <a:endParaRPr/>
          </a:p>
          <a:p>
            <a:pPr indent="0" lvl="0" marL="0" rtl="0" algn="l">
              <a:lnSpc>
                <a:spcPct val="100000"/>
              </a:lnSpc>
              <a:spcBef>
                <a:spcPts val="160"/>
              </a:spcBef>
              <a:spcAft>
                <a:spcPts val="0"/>
              </a:spcAft>
              <a:buClr>
                <a:schemeClr val="dk1"/>
              </a:buClr>
              <a:buSzPct val="100000"/>
              <a:buNone/>
            </a:pPr>
            <a:r>
              <a:rPr lang="es-MX"/>
              <a:t>            mov ah, 3fh                                     ; Lectura desde archivo / dispositivo, BX = manejador de archivo, </a:t>
            </a:r>
            <a:endParaRPr/>
          </a:p>
          <a:p>
            <a:pPr indent="0" lvl="0" marL="0" rtl="0" algn="l">
              <a:lnSpc>
                <a:spcPct val="100000"/>
              </a:lnSpc>
              <a:spcBef>
                <a:spcPts val="160"/>
              </a:spcBef>
              <a:spcAft>
                <a:spcPts val="0"/>
              </a:spcAft>
              <a:buClr>
                <a:schemeClr val="dk1"/>
              </a:buClr>
              <a:buSzPct val="100000"/>
              <a:buNone/>
            </a:pPr>
            <a:r>
              <a:rPr lang="es-MX"/>
              <a:t>                                                            ; CX = numero de bytes que se desea leer y DS:DX = buffer a ser cargado;</a:t>
            </a:r>
            <a:endParaRPr/>
          </a:p>
          <a:p>
            <a:pPr indent="0" lvl="0" marL="0" rtl="0" algn="l">
              <a:lnSpc>
                <a:spcPct val="100000"/>
              </a:lnSpc>
              <a:spcBef>
                <a:spcPts val="160"/>
              </a:spcBef>
              <a:spcAft>
                <a:spcPts val="0"/>
              </a:spcAft>
              <a:buClr>
                <a:schemeClr val="dk1"/>
              </a:buClr>
              <a:buSzPct val="100000"/>
              <a:buNone/>
            </a:pPr>
            <a:r>
              <a:rPr lang="es-MX"/>
              <a:t>                                                            ; despues de la llamada, AX = numero de bytes leidos.</a:t>
            </a:r>
            <a:endParaRPr/>
          </a:p>
          <a:p>
            <a:pPr indent="0" lvl="0" marL="0" rtl="0" algn="l">
              <a:lnSpc>
                <a:spcPct val="100000"/>
              </a:lnSpc>
              <a:spcBef>
                <a:spcPts val="160"/>
              </a:spcBef>
              <a:spcAft>
                <a:spcPts val="0"/>
              </a:spcAft>
              <a:buClr>
                <a:schemeClr val="dk1"/>
              </a:buClr>
              <a:buSzPct val="100000"/>
              <a:buNone/>
            </a:pPr>
            <a:r>
              <a:rPr lang="es-MX"/>
              <a:t>            int 21h</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rPr lang="es-MX"/>
              <a:t>            cmp ax, 0                                       ;ax queda en 0 cuando llega a EOF     </a:t>
            </a:r>
            <a:endParaRPr/>
          </a:p>
          <a:p>
            <a:pPr indent="0" lvl="0" marL="0" rtl="0" algn="l">
              <a:lnSpc>
                <a:spcPct val="100000"/>
              </a:lnSpc>
              <a:spcBef>
                <a:spcPts val="160"/>
              </a:spcBef>
              <a:spcAft>
                <a:spcPts val="0"/>
              </a:spcAft>
              <a:buClr>
                <a:schemeClr val="dk1"/>
              </a:buClr>
              <a:buSzPct val="100000"/>
              <a:buNone/>
            </a:pPr>
            <a:r>
              <a:rPr lang="es-MX"/>
              <a:t>            jz FIN                                          ;si es 0 entonces va a fin para cerrar archivo </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rPr lang="es-MX"/>
              <a:t>            mov dl, leido[0]                                ;Detectar palabras que terminan con a</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rPr lang="es-MX"/>
              <a:t>            cmp dl, " "                                     ;comparar si es espacio</a:t>
            </a:r>
            <a:endParaRPr/>
          </a:p>
          <a:p>
            <a:pPr indent="0" lvl="0" marL="0" rtl="0" algn="l">
              <a:lnSpc>
                <a:spcPct val="100000"/>
              </a:lnSpc>
              <a:spcBef>
                <a:spcPts val="160"/>
              </a:spcBef>
              <a:spcAft>
                <a:spcPts val="0"/>
              </a:spcAft>
              <a:buClr>
                <a:schemeClr val="dk1"/>
              </a:buClr>
              <a:buSzPct val="100000"/>
              <a:buNone/>
            </a:pPr>
            <a:r>
              <a:rPr lang="es-MX"/>
              <a:t>            jnz mostrar                                      ;si es espacio entonces ir a mostrar</a:t>
            </a:r>
            <a:endParaRPr/>
          </a:p>
          <a:p>
            <a:pPr indent="0" lvl="0" marL="0" rtl="0" algn="l">
              <a:lnSpc>
                <a:spcPct val="100000"/>
              </a:lnSpc>
              <a:spcBef>
                <a:spcPts val="160"/>
              </a:spcBef>
              <a:spcAft>
                <a:spcPts val="0"/>
              </a:spcAft>
              <a:buClr>
                <a:schemeClr val="dk1"/>
              </a:buClr>
              <a:buSzPct val="100000"/>
              <a:buNone/>
            </a:pPr>
            <a:r>
              <a:rPr lang="es-MX"/>
              <a:t>            jmp abajo                                       ;si no es espacio entonces ir a abajo</a:t>
            </a:r>
            <a:endParaRPr/>
          </a:p>
          <a:p>
            <a:pPr indent="0" lvl="0" marL="0" rtl="0" algn="l">
              <a:lnSpc>
                <a:spcPct val="100000"/>
              </a:lnSpc>
              <a:spcBef>
                <a:spcPts val="160"/>
              </a:spcBef>
              <a:spcAft>
                <a:spcPts val="0"/>
              </a:spcAft>
              <a:buClr>
                <a:schemeClr val="dk1"/>
              </a:buClr>
              <a:buSzPct val="100000"/>
              <a:buNone/>
            </a:pPr>
            <a:r>
              <a:rPr lang="es-MX"/>
              <a:t>mostrar:    cmp aux, "a"                                    ;compara si el anterior es a</a:t>
            </a:r>
            <a:endParaRPr/>
          </a:p>
          <a:p>
            <a:pPr indent="0" lvl="0" marL="0" rtl="0" algn="l">
              <a:lnSpc>
                <a:spcPct val="100000"/>
              </a:lnSpc>
              <a:spcBef>
                <a:spcPts val="160"/>
              </a:spcBef>
              <a:spcAft>
                <a:spcPts val="0"/>
              </a:spcAft>
              <a:buClr>
                <a:schemeClr val="dk1"/>
              </a:buClr>
              <a:buSzPct val="100000"/>
              <a:buNone/>
            </a:pPr>
            <a:r>
              <a:rPr lang="es-MX"/>
              <a:t>            jnz abajo</a:t>
            </a:r>
            <a:endParaRPr/>
          </a:p>
          <a:p>
            <a:pPr indent="0" lvl="0" marL="0" rtl="0" algn="l">
              <a:lnSpc>
                <a:spcPct val="100000"/>
              </a:lnSpc>
              <a:spcBef>
                <a:spcPts val="160"/>
              </a:spcBef>
              <a:spcAft>
                <a:spcPts val="0"/>
              </a:spcAft>
              <a:buClr>
                <a:schemeClr val="dk1"/>
              </a:buClr>
              <a:buSzPct val="100000"/>
              <a:buNone/>
            </a:pPr>
            <a:r>
              <a:rPr lang="es-MX"/>
              <a:t>            inc cont                                        ;si es a entonces incrementar contador</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rPr lang="es-MX"/>
              <a:t>abajo:      mov aux, dl                                     ;guardar en aux lo que hay en dl para comparar en la proxima vuelta</a:t>
            </a:r>
            <a:endParaRPr/>
          </a:p>
          <a:p>
            <a:pPr indent="0" lvl="0" marL="0" rtl="0" algn="l">
              <a:lnSpc>
                <a:spcPct val="100000"/>
              </a:lnSpc>
              <a:spcBef>
                <a:spcPts val="160"/>
              </a:spcBef>
              <a:spcAft>
                <a:spcPts val="0"/>
              </a:spcAft>
              <a:buClr>
                <a:schemeClr val="dk1"/>
              </a:buClr>
              <a:buSzPct val="100000"/>
              <a:buNone/>
            </a:pPr>
            <a:r>
              <a:rPr lang="es-MX"/>
              <a:t>            jmp leer</a:t>
            </a:r>
            <a:endParaRPr/>
          </a:p>
          <a:p>
            <a:pPr indent="0" lvl="0" marL="0" rtl="0" algn="l">
              <a:lnSpc>
                <a:spcPct val="100000"/>
              </a:lnSpc>
              <a:spcBef>
                <a:spcPts val="160"/>
              </a:spcBef>
              <a:spcAft>
                <a:spcPts val="0"/>
              </a:spcAft>
              <a:buClr>
                <a:schemeClr val="dk1"/>
              </a:buClr>
              <a:buSzPct val="100000"/>
              <a:buNone/>
            </a:pPr>
            <a:r>
              <a:rPr lang="es-MX"/>
              <a:t>FIN:        mov bx, handle                                   ;cerramos archivo</a:t>
            </a:r>
            <a:endParaRPr/>
          </a:p>
          <a:p>
            <a:pPr indent="0" lvl="0" marL="0" rtl="0" algn="l">
              <a:lnSpc>
                <a:spcPct val="100000"/>
              </a:lnSpc>
              <a:spcBef>
                <a:spcPts val="160"/>
              </a:spcBef>
              <a:spcAft>
                <a:spcPts val="0"/>
              </a:spcAft>
              <a:buClr>
                <a:schemeClr val="dk1"/>
              </a:buClr>
              <a:buSzPct val="100000"/>
              <a:buNone/>
            </a:pPr>
            <a:r>
              <a:rPr lang="es-MX"/>
              <a:t>            mov ah, 3eh                                     ; Cierra manejador de archivo, BX = manejador de archivo</a:t>
            </a:r>
            <a:endParaRPr/>
          </a:p>
          <a:p>
            <a:pPr indent="0" lvl="0" marL="0" rtl="0" algn="l">
              <a:lnSpc>
                <a:spcPct val="100000"/>
              </a:lnSpc>
              <a:spcBef>
                <a:spcPts val="160"/>
              </a:spcBef>
              <a:spcAft>
                <a:spcPts val="0"/>
              </a:spcAft>
              <a:buClr>
                <a:schemeClr val="dk1"/>
              </a:buClr>
              <a:buSzPct val="100000"/>
              <a:buNone/>
            </a:pPr>
            <a:r>
              <a:rPr lang="es-MX"/>
              <a:t>                                                            ; se cierra el archivo, se actualiza el directorio y </a:t>
            </a:r>
            <a:endParaRPr/>
          </a:p>
          <a:p>
            <a:pPr indent="0" lvl="0" marL="0" rtl="0" algn="l">
              <a:lnSpc>
                <a:spcPct val="100000"/>
              </a:lnSpc>
              <a:spcBef>
                <a:spcPts val="160"/>
              </a:spcBef>
              <a:spcAft>
                <a:spcPts val="0"/>
              </a:spcAft>
              <a:buClr>
                <a:schemeClr val="dk1"/>
              </a:buClr>
              <a:buSzPct val="100000"/>
              <a:buNone/>
            </a:pPr>
            <a:r>
              <a:rPr lang="es-MX"/>
              <a:t>                                                            ; se remueven los buffers internos del archivo</a:t>
            </a:r>
            <a:endParaRPr/>
          </a:p>
          <a:p>
            <a:pPr indent="0" lvl="0" marL="0" rtl="0" algn="l">
              <a:lnSpc>
                <a:spcPct val="100000"/>
              </a:lnSpc>
              <a:spcBef>
                <a:spcPts val="160"/>
              </a:spcBef>
              <a:spcAft>
                <a:spcPts val="0"/>
              </a:spcAft>
              <a:buClr>
                <a:schemeClr val="dk1"/>
              </a:buClr>
              <a:buSzPct val="100000"/>
              <a:buNone/>
            </a:pPr>
            <a:r>
              <a:rPr lang="es-MX"/>
              <a:t>            int 21h                                                    ;</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rPr lang="es-MX"/>
              <a:t>            ret</a:t>
            </a:r>
            <a:endParaRPr/>
          </a:p>
        </p:txBody>
      </p:sp>
      <p:sp>
        <p:nvSpPr>
          <p:cNvPr id="1200" name="Google Shape;1200;p1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01" name="Google Shape;1201;p1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
        <p:nvSpPr>
          <p:cNvPr id="1202" name="Google Shape;1202;p151"/>
          <p:cNvSpPr txBox="1"/>
          <p:nvPr/>
        </p:nvSpPr>
        <p:spPr>
          <a:xfrm>
            <a:off x="6185647" y="1649506"/>
            <a:ext cx="154241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Busca la letra “a”</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1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br>
              <a:rPr lang="es-MX"/>
            </a:br>
            <a:r>
              <a:rPr lang="es-MX"/>
              <a:t> </a:t>
            </a:r>
            <a:r>
              <a:rPr b="1" lang="es-MX"/>
              <a:t>OPCIONES DE INT 21H (Directorio)</a:t>
            </a:r>
            <a:r>
              <a:rPr lang="es-MX"/>
              <a:t>	</a:t>
            </a:r>
            <a:br>
              <a:rPr lang="es-MX"/>
            </a:br>
            <a:endParaRPr/>
          </a:p>
        </p:txBody>
      </p:sp>
      <p:graphicFrame>
        <p:nvGraphicFramePr>
          <p:cNvPr id="1208" name="Google Shape;1208;p152"/>
          <p:cNvGraphicFramePr/>
          <p:nvPr/>
        </p:nvGraphicFramePr>
        <p:xfrm>
          <a:off x="457200" y="1600200"/>
          <a:ext cx="3000000" cy="3000000"/>
        </p:xfrm>
        <a:graphic>
          <a:graphicData uri="http://schemas.openxmlformats.org/drawingml/2006/table">
            <a:tbl>
              <a:tblPr bandRow="1" firstRow="1">
                <a:noFill/>
                <a:tableStyleId>{7BCB561C-A8D9-4940-A105-9EE0E4D35472}</a:tableStyleId>
              </a:tblPr>
              <a:tblGrid>
                <a:gridCol w="586400"/>
                <a:gridCol w="2304250"/>
                <a:gridCol w="720075"/>
                <a:gridCol w="461885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s-MX" sz="1800" u="none" cap="none" strike="noStrike"/>
                        <a:t>AH</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lt1"/>
                          </a:solidFill>
                          <a:latin typeface="Calibri"/>
                          <a:ea typeface="Calibri"/>
                          <a:cs typeface="Calibri"/>
                          <a:sym typeface="Calibri"/>
                        </a:rPr>
                        <a:t> </a:t>
                      </a:r>
                      <a:r>
                        <a:rPr b="1" i="0" lang="es-MX" sz="1800" u="none" cap="none" strike="noStrike">
                          <a:solidFill>
                            <a:schemeClr val="lt1"/>
                          </a:solidFill>
                          <a:latin typeface="Calibri"/>
                          <a:ea typeface="Calibri"/>
                          <a:cs typeface="Calibri"/>
                          <a:sym typeface="Calibri"/>
                        </a:rPr>
                        <a:t>Propósito </a:t>
                      </a:r>
                      <a:r>
                        <a:rPr b="0" i="0" lang="es-MX" sz="1800" u="none" cap="none" strike="noStrike">
                          <a:solidFill>
                            <a:schemeClr val="lt1"/>
                          </a:solidFill>
                          <a:latin typeface="Calibri"/>
                          <a:ea typeface="Calibri"/>
                          <a:cs typeface="Calibri"/>
                          <a:sym typeface="Calibri"/>
                        </a:rPr>
                        <a:t>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lt1"/>
                          </a:solidFill>
                          <a:latin typeface="Calibri"/>
                          <a:ea typeface="Calibri"/>
                          <a:cs typeface="Calibri"/>
                          <a:sym typeface="Calibri"/>
                        </a:rPr>
                        <a:t> </a:t>
                      </a:r>
                      <a:r>
                        <a:rPr b="1" i="0" lang="es-MX" sz="1800" u="none" cap="none" strike="noStrike">
                          <a:solidFill>
                            <a:schemeClr val="lt1"/>
                          </a:solidFill>
                          <a:latin typeface="Calibri"/>
                          <a:ea typeface="Calibri"/>
                          <a:cs typeface="Calibri"/>
                          <a:sym typeface="Calibri"/>
                        </a:rPr>
                        <a:t>Tipo </a:t>
                      </a:r>
                      <a:endParaRPr b="0" i="0" sz="18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lt1"/>
                          </a:solidFill>
                          <a:latin typeface="Calibri"/>
                          <a:ea typeface="Calibri"/>
                          <a:cs typeface="Calibri"/>
                          <a:sym typeface="Calibri"/>
                        </a:rPr>
                        <a:t> </a:t>
                      </a:r>
                      <a:r>
                        <a:rPr b="1" i="0" lang="es-MX" sz="1800" u="none" cap="none" strike="noStrike">
                          <a:solidFill>
                            <a:schemeClr val="lt1"/>
                          </a:solidFill>
                          <a:latin typeface="Calibri"/>
                          <a:ea typeface="Calibri"/>
                          <a:cs typeface="Calibri"/>
                          <a:sym typeface="Calibri"/>
                        </a:rPr>
                        <a:t>Descripción. </a:t>
                      </a:r>
                      <a:r>
                        <a:rPr b="0" i="0" lang="es-MX" sz="1800" u="none" cap="none" strike="noStrike">
                          <a:solidFill>
                            <a:schemeClr val="lt1"/>
                          </a:solidFill>
                          <a:latin typeface="Calibri"/>
                          <a:ea typeface="Calibri"/>
                          <a:cs typeface="Calibri"/>
                          <a:sym typeface="Calibri"/>
                        </a:rPr>
                        <a:t>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39h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Crear subdirectorio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Disco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Genera la función MKDIR; con DS:DX apuntando a una cadena ASCIIZ que contiene la unidad de disco.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3Ah</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Elimina subdirectorio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Disco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Función RMDIR; DS:DX apunta a la cadena que contiene los nombres de la unidad de disco y la ruta.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3Bh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Cambio de directorio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Disco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Función CHDIR: DS:DX apunta a la cadena que contiene los nombres de la unidad de disco y ruta. 	</a:t>
                      </a:r>
                      <a:endParaRPr sz="1400" u="none" cap="none" strike="noStrike"/>
                    </a:p>
                  </a:txBody>
                  <a:tcPr marT="45725" marB="45725" marR="91450" marL="91450"/>
                </a:tc>
              </a:tr>
            </a:tbl>
          </a:graphicData>
        </a:graphic>
      </p:graphicFrame>
      <p:sp>
        <p:nvSpPr>
          <p:cNvPr id="1209" name="Google Shape;1209;p1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10" name="Google Shape;1210;p1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1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s-MX"/>
              <a:t>INT 21H Función 39H</a:t>
            </a:r>
            <a:endParaRPr/>
          </a:p>
        </p:txBody>
      </p:sp>
      <p:sp>
        <p:nvSpPr>
          <p:cNvPr id="1216" name="Google Shape;1216;p15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just">
              <a:lnSpc>
                <a:spcPct val="100000"/>
              </a:lnSpc>
              <a:spcBef>
                <a:spcPts val="0"/>
              </a:spcBef>
              <a:spcAft>
                <a:spcPts val="0"/>
              </a:spcAft>
              <a:buClr>
                <a:schemeClr val="dk1"/>
              </a:buClr>
              <a:buSzPct val="100000"/>
              <a:buNone/>
            </a:pPr>
            <a:r>
              <a:rPr lang="es-MX"/>
              <a:t>Crear directorio</a:t>
            </a:r>
            <a:endParaRPr/>
          </a:p>
          <a:p>
            <a:pPr indent="0" lvl="0" marL="0" rtl="0" algn="just">
              <a:lnSpc>
                <a:spcPct val="100000"/>
              </a:lnSpc>
              <a:spcBef>
                <a:spcPts val="400"/>
              </a:spcBef>
              <a:spcAft>
                <a:spcPts val="0"/>
              </a:spcAft>
              <a:buClr>
                <a:schemeClr val="dk1"/>
              </a:buClr>
              <a:buSzPct val="100000"/>
              <a:buNone/>
            </a:pPr>
            <a:r>
              <a:t/>
            </a:r>
            <a:endParaRPr/>
          </a:p>
          <a:p>
            <a:pPr indent="0" lvl="0" marL="0" rtl="0" algn="just">
              <a:lnSpc>
                <a:spcPct val="100000"/>
              </a:lnSpc>
              <a:spcBef>
                <a:spcPts val="400"/>
              </a:spcBef>
              <a:spcAft>
                <a:spcPts val="0"/>
              </a:spcAft>
              <a:buClr>
                <a:schemeClr val="dk1"/>
              </a:buClr>
              <a:buSzPct val="100000"/>
              <a:buNone/>
            </a:pPr>
            <a:r>
              <a:rPr lang="es-MX"/>
              <a:t>LLAMADA: AH = 39H</a:t>
            </a:r>
            <a:endParaRPr/>
          </a:p>
          <a:p>
            <a:pPr indent="0" lvl="0" marL="0" rtl="0" algn="just">
              <a:lnSpc>
                <a:spcPct val="100000"/>
              </a:lnSpc>
              <a:spcBef>
                <a:spcPts val="400"/>
              </a:spcBef>
              <a:spcAft>
                <a:spcPts val="0"/>
              </a:spcAft>
              <a:buClr>
                <a:schemeClr val="dk1"/>
              </a:buClr>
              <a:buSzPct val="100000"/>
              <a:buNone/>
            </a:pPr>
            <a:r>
              <a:t/>
            </a:r>
            <a:endParaRPr/>
          </a:p>
          <a:p>
            <a:pPr indent="0" lvl="0" marL="0" rtl="0" algn="just">
              <a:lnSpc>
                <a:spcPct val="100000"/>
              </a:lnSpc>
              <a:spcBef>
                <a:spcPts val="400"/>
              </a:spcBef>
              <a:spcAft>
                <a:spcPts val="0"/>
              </a:spcAft>
              <a:buClr>
                <a:schemeClr val="dk1"/>
              </a:buClr>
              <a:buSzPct val="100000"/>
              <a:buNone/>
            </a:pPr>
            <a:r>
              <a:rPr lang="es-MX"/>
              <a:t>DS:DX = Segmento: Desplazamiento de una cadena ASCII con el nombre del directorio.</a:t>
            </a:r>
            <a:endParaRPr/>
          </a:p>
          <a:p>
            <a:pPr indent="0" lvl="0" marL="0" rtl="0" algn="just">
              <a:lnSpc>
                <a:spcPct val="100000"/>
              </a:lnSpc>
              <a:spcBef>
                <a:spcPts val="400"/>
              </a:spcBef>
              <a:spcAft>
                <a:spcPts val="0"/>
              </a:spcAft>
              <a:buClr>
                <a:schemeClr val="dk1"/>
              </a:buClr>
              <a:buSzPct val="100000"/>
              <a:buNone/>
            </a:pPr>
            <a:r>
              <a:t/>
            </a:r>
            <a:endParaRPr/>
          </a:p>
          <a:p>
            <a:pPr indent="0" lvl="0" marL="0" rtl="0" algn="just">
              <a:lnSpc>
                <a:spcPct val="100000"/>
              </a:lnSpc>
              <a:spcBef>
                <a:spcPts val="400"/>
              </a:spcBef>
              <a:spcAft>
                <a:spcPts val="0"/>
              </a:spcAft>
              <a:buClr>
                <a:schemeClr val="dk1"/>
              </a:buClr>
              <a:buSzPct val="100000"/>
              <a:buNone/>
            </a:pPr>
            <a:r>
              <a:rPr lang="es-MX"/>
              <a:t>DEVUELVE: </a:t>
            </a:r>
            <a:endParaRPr/>
          </a:p>
          <a:p>
            <a:pPr indent="-342900" lvl="0" marL="342900" rtl="0" algn="just">
              <a:lnSpc>
                <a:spcPct val="100000"/>
              </a:lnSpc>
              <a:spcBef>
                <a:spcPts val="400"/>
              </a:spcBef>
              <a:spcAft>
                <a:spcPts val="0"/>
              </a:spcAft>
              <a:buClr>
                <a:schemeClr val="dk1"/>
              </a:buClr>
              <a:buSzPct val="100000"/>
              <a:buChar char="•"/>
            </a:pPr>
            <a:r>
              <a:rPr lang="es-MX"/>
              <a:t>Si se ejecutó correctamente: Flag de acarreo (Cf) = 0</a:t>
            </a:r>
            <a:endParaRPr/>
          </a:p>
          <a:p>
            <a:pPr indent="-342900" lvl="0" marL="342900" rtl="0" algn="just">
              <a:lnSpc>
                <a:spcPct val="100000"/>
              </a:lnSpc>
              <a:spcBef>
                <a:spcPts val="400"/>
              </a:spcBef>
              <a:spcAft>
                <a:spcPts val="0"/>
              </a:spcAft>
              <a:buClr>
                <a:schemeClr val="dk1"/>
              </a:buClr>
              <a:buSzPct val="100000"/>
              <a:buChar char="•"/>
            </a:pPr>
            <a:r>
              <a:rPr lang="es-MX"/>
              <a:t>Si NO se ejecutó correctamente: Flag de acarreo (Cf) = 1</a:t>
            </a:r>
            <a:endParaRPr/>
          </a:p>
          <a:p>
            <a:pPr indent="-342900" lvl="0" marL="342900" rtl="0" algn="just">
              <a:lnSpc>
                <a:spcPct val="100000"/>
              </a:lnSpc>
              <a:spcBef>
                <a:spcPts val="400"/>
              </a:spcBef>
              <a:spcAft>
                <a:spcPts val="0"/>
              </a:spcAft>
              <a:buClr>
                <a:schemeClr val="dk1"/>
              </a:buClr>
              <a:buSzPct val="100000"/>
              <a:buChar char="•"/>
            </a:pPr>
            <a:r>
              <a:rPr lang="es-MX"/>
              <a:t>AX = Código de error.</a:t>
            </a:r>
            <a:endParaRPr/>
          </a:p>
          <a:p>
            <a:pPr indent="0" lvl="0" marL="0" rtl="0" algn="just">
              <a:lnSpc>
                <a:spcPct val="100000"/>
              </a:lnSpc>
              <a:spcBef>
                <a:spcPts val="400"/>
              </a:spcBef>
              <a:spcAft>
                <a:spcPts val="0"/>
              </a:spcAft>
              <a:buClr>
                <a:schemeClr val="dk1"/>
              </a:buClr>
              <a:buSzPct val="100000"/>
              <a:buNone/>
            </a:pPr>
            <a:r>
              <a:rPr lang="es-MX"/>
              <a:t> </a:t>
            </a:r>
            <a:endParaRPr/>
          </a:p>
          <a:p>
            <a:pPr indent="0" lvl="0" marL="0" rtl="0" algn="just">
              <a:lnSpc>
                <a:spcPct val="100000"/>
              </a:lnSpc>
              <a:spcBef>
                <a:spcPts val="400"/>
              </a:spcBef>
              <a:spcAft>
                <a:spcPts val="0"/>
              </a:spcAft>
              <a:buClr>
                <a:schemeClr val="dk1"/>
              </a:buClr>
              <a:buSzPct val="100000"/>
              <a:buNone/>
            </a:pPr>
            <a:r>
              <a:rPr lang="es-MX"/>
              <a:t>EFECTO: Se crea un nuevo directorio usando la unidad de disco y la vía de acceso especificada en la cadena ASCIIZ.</a:t>
            </a:r>
            <a:endParaRPr/>
          </a:p>
        </p:txBody>
      </p:sp>
      <p:sp>
        <p:nvSpPr>
          <p:cNvPr id="1217" name="Google Shape;1217;p1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18" name="Google Shape;1218;p1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224" name="Google Shape;1224;p1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None/>
            </a:pPr>
            <a:r>
              <a:rPr lang="es-MX" sz="1600"/>
              <a:t>org 100h</a:t>
            </a:r>
            <a:endParaRPr/>
          </a:p>
          <a:p>
            <a:pPr indent="0" lvl="0" marL="0" rtl="0" algn="l">
              <a:lnSpc>
                <a:spcPct val="100000"/>
              </a:lnSpc>
              <a:spcBef>
                <a:spcPts val="320"/>
              </a:spcBef>
              <a:spcAft>
                <a:spcPts val="0"/>
              </a:spcAft>
              <a:buClr>
                <a:schemeClr val="dk1"/>
              </a:buClr>
              <a:buSzPts val="1600"/>
              <a:buNone/>
            </a:pPr>
            <a:r>
              <a:rPr lang="es-MX" sz="1600"/>
              <a:t>            jmp inicio</a:t>
            </a:r>
            <a:endParaRPr/>
          </a:p>
          <a:p>
            <a:pPr indent="0" lvl="0" marL="0" rtl="0" algn="l">
              <a:lnSpc>
                <a:spcPct val="100000"/>
              </a:lnSpc>
              <a:spcBef>
                <a:spcPts val="320"/>
              </a:spcBef>
              <a:spcAft>
                <a:spcPts val="0"/>
              </a:spcAft>
              <a:buClr>
                <a:schemeClr val="dk1"/>
              </a:buClr>
              <a:buSzPts val="1600"/>
              <a:buNone/>
            </a:pPr>
            <a:r>
              <a:rPr lang="es-MX" sz="1600"/>
              <a:t>            directorio db "C:\emu8086\MyBuild\prueba1", 0   ;ascii del nombre del </a:t>
            </a:r>
            <a:endParaRPr/>
          </a:p>
          <a:p>
            <a:pPr indent="0" lvl="0" marL="0" rtl="0" algn="l">
              <a:lnSpc>
                <a:spcPct val="100000"/>
              </a:lnSpc>
              <a:spcBef>
                <a:spcPts val="320"/>
              </a:spcBef>
              <a:spcAft>
                <a:spcPts val="0"/>
              </a:spcAft>
              <a:buClr>
                <a:schemeClr val="dk1"/>
              </a:buClr>
              <a:buSzPts val="1600"/>
              <a:buNone/>
            </a:pPr>
            <a:r>
              <a:rPr lang="es-MX" sz="1600"/>
              <a:t>                                                                                                       ;directorio </a:t>
            </a:r>
            <a:endParaRPr/>
          </a:p>
          <a:p>
            <a:pPr indent="0" lvl="0" marL="0" rtl="0" algn="l">
              <a:lnSpc>
                <a:spcPct val="100000"/>
              </a:lnSpc>
              <a:spcBef>
                <a:spcPts val="320"/>
              </a:spcBef>
              <a:spcAft>
                <a:spcPts val="0"/>
              </a:spcAft>
              <a:buClr>
                <a:schemeClr val="dk1"/>
              </a:buClr>
              <a:buSzPts val="1600"/>
              <a:buNone/>
            </a:pPr>
            <a:r>
              <a:rPr lang="es-MX" sz="1600"/>
              <a:t>inicio:                                             </a:t>
            </a:r>
            <a:endParaRPr/>
          </a:p>
          <a:p>
            <a:pPr indent="0" lvl="0" marL="0" rtl="0" algn="l">
              <a:lnSpc>
                <a:spcPct val="100000"/>
              </a:lnSpc>
              <a:spcBef>
                <a:spcPts val="320"/>
              </a:spcBef>
              <a:spcAft>
                <a:spcPts val="0"/>
              </a:spcAft>
              <a:buClr>
                <a:schemeClr val="dk1"/>
              </a:buClr>
              <a:buSzPts val="1600"/>
              <a:buNone/>
            </a:pPr>
            <a:r>
              <a:rPr lang="es-MX" sz="1600"/>
              <a:t>            mov dx, offset directorio    ; offset lugar de memoria donde esta la variable</a:t>
            </a:r>
            <a:endParaRPr/>
          </a:p>
          <a:p>
            <a:pPr indent="0" lvl="0" marL="0" rtl="0" algn="l">
              <a:lnSpc>
                <a:spcPct val="100000"/>
              </a:lnSpc>
              <a:spcBef>
                <a:spcPts val="320"/>
              </a:spcBef>
              <a:spcAft>
                <a:spcPts val="0"/>
              </a:spcAft>
              <a:buClr>
                <a:schemeClr val="dk1"/>
              </a:buClr>
              <a:buSzPts val="1600"/>
              <a:buNone/>
            </a:pPr>
            <a:r>
              <a:rPr lang="es-MX" sz="1600"/>
              <a:t>            mov ah, 39h                  ; crea directorio DS:DX apunta al directorio</a:t>
            </a:r>
            <a:endParaRPr/>
          </a:p>
          <a:p>
            <a:pPr indent="0" lvl="0" marL="0" rtl="0" algn="l">
              <a:lnSpc>
                <a:spcPct val="100000"/>
              </a:lnSpc>
              <a:spcBef>
                <a:spcPts val="320"/>
              </a:spcBef>
              <a:spcAft>
                <a:spcPts val="0"/>
              </a:spcAft>
              <a:buClr>
                <a:schemeClr val="dk1"/>
              </a:buClr>
              <a:buSzPts val="1600"/>
              <a:buNone/>
            </a:pPr>
            <a:r>
              <a:rPr lang="es-MX" sz="1600"/>
              <a:t>                                                            </a:t>
            </a:r>
            <a:endParaRPr/>
          </a:p>
          <a:p>
            <a:pPr indent="0" lvl="0" marL="0" rtl="0" algn="l">
              <a:lnSpc>
                <a:spcPct val="100000"/>
              </a:lnSpc>
              <a:spcBef>
                <a:spcPts val="320"/>
              </a:spcBef>
              <a:spcAft>
                <a:spcPts val="0"/>
              </a:spcAft>
              <a:buClr>
                <a:schemeClr val="dk1"/>
              </a:buClr>
              <a:buSzPts val="1600"/>
              <a:buNone/>
            </a:pPr>
            <a:r>
              <a:rPr lang="es-MX" sz="1600"/>
              <a:t>            int 21h                      ;llamada a la interrupcion DOS</a:t>
            </a:r>
            <a:endParaRPr/>
          </a:p>
          <a:p>
            <a:pPr indent="0" lvl="0" marL="0" rtl="0" algn="l">
              <a:lnSpc>
                <a:spcPct val="100000"/>
              </a:lnSpc>
              <a:spcBef>
                <a:spcPts val="320"/>
              </a:spcBef>
              <a:spcAft>
                <a:spcPts val="0"/>
              </a:spcAft>
              <a:buClr>
                <a:schemeClr val="dk1"/>
              </a:buClr>
              <a:buSzPts val="1600"/>
              <a:buNone/>
            </a:pPr>
            <a:r>
              <a:rPr lang="es-MX" sz="1600"/>
              <a:t>            ret </a:t>
            </a:r>
            <a:endParaRPr/>
          </a:p>
        </p:txBody>
      </p:sp>
      <p:sp>
        <p:nvSpPr>
          <p:cNvPr id="1225" name="Google Shape;1225;p1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26" name="Google Shape;1226;p1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t>INT 21H Función 3AH</a:t>
            </a:r>
            <a:endParaRPr/>
          </a:p>
        </p:txBody>
      </p:sp>
      <p:sp>
        <p:nvSpPr>
          <p:cNvPr id="1232" name="Google Shape;1232;p15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just">
              <a:lnSpc>
                <a:spcPct val="100000"/>
              </a:lnSpc>
              <a:spcBef>
                <a:spcPts val="0"/>
              </a:spcBef>
              <a:spcAft>
                <a:spcPts val="0"/>
              </a:spcAft>
              <a:buClr>
                <a:schemeClr val="dk1"/>
              </a:buClr>
              <a:buSzPct val="100000"/>
              <a:buNone/>
            </a:pPr>
            <a:r>
              <a:rPr lang="es-MX"/>
              <a:t>Borrar directorio</a:t>
            </a:r>
            <a:endParaRPr/>
          </a:p>
          <a:p>
            <a:pPr indent="0" lvl="0" marL="0" rtl="0" algn="just">
              <a:lnSpc>
                <a:spcPct val="100000"/>
              </a:lnSpc>
              <a:spcBef>
                <a:spcPts val="448"/>
              </a:spcBef>
              <a:spcAft>
                <a:spcPts val="0"/>
              </a:spcAft>
              <a:buClr>
                <a:schemeClr val="dk1"/>
              </a:buClr>
              <a:buSzPct val="100000"/>
              <a:buNone/>
            </a:pPr>
            <a:r>
              <a:rPr lang="es-MX"/>
              <a:t>LLAMADA: AH = 3AH</a:t>
            </a:r>
            <a:endParaRPr/>
          </a:p>
          <a:p>
            <a:pPr indent="0" lvl="0" marL="0" rtl="0" algn="just">
              <a:lnSpc>
                <a:spcPct val="100000"/>
              </a:lnSpc>
              <a:spcBef>
                <a:spcPts val="448"/>
              </a:spcBef>
              <a:spcAft>
                <a:spcPts val="0"/>
              </a:spcAft>
              <a:buClr>
                <a:schemeClr val="dk1"/>
              </a:buClr>
              <a:buSzPct val="100000"/>
              <a:buNone/>
            </a:pPr>
            <a:r>
              <a:t/>
            </a:r>
            <a:endParaRPr/>
          </a:p>
          <a:p>
            <a:pPr indent="0" lvl="0" marL="0" rtl="0" algn="just">
              <a:lnSpc>
                <a:spcPct val="100000"/>
              </a:lnSpc>
              <a:spcBef>
                <a:spcPts val="448"/>
              </a:spcBef>
              <a:spcAft>
                <a:spcPts val="0"/>
              </a:spcAft>
              <a:buClr>
                <a:schemeClr val="dk1"/>
              </a:buClr>
              <a:buSzPct val="100000"/>
              <a:buNone/>
            </a:pPr>
            <a:r>
              <a:rPr lang="es-MX"/>
              <a:t>DS:DX = Segmento: Desplazamiento de una cadena ASCII con el nombre del directorio a borrar.</a:t>
            </a:r>
            <a:endParaRPr/>
          </a:p>
          <a:p>
            <a:pPr indent="0" lvl="0" marL="0" rtl="0" algn="just">
              <a:lnSpc>
                <a:spcPct val="100000"/>
              </a:lnSpc>
              <a:spcBef>
                <a:spcPts val="448"/>
              </a:spcBef>
              <a:spcAft>
                <a:spcPts val="0"/>
              </a:spcAft>
              <a:buClr>
                <a:schemeClr val="dk1"/>
              </a:buClr>
              <a:buSzPct val="100000"/>
              <a:buNone/>
            </a:pPr>
            <a:r>
              <a:t/>
            </a:r>
            <a:endParaRPr/>
          </a:p>
          <a:p>
            <a:pPr indent="0" lvl="0" marL="0" rtl="0" algn="just">
              <a:lnSpc>
                <a:spcPct val="100000"/>
              </a:lnSpc>
              <a:spcBef>
                <a:spcPts val="448"/>
              </a:spcBef>
              <a:spcAft>
                <a:spcPts val="0"/>
              </a:spcAft>
              <a:buClr>
                <a:schemeClr val="dk1"/>
              </a:buClr>
              <a:buSzPct val="100000"/>
              <a:buNone/>
            </a:pPr>
            <a:r>
              <a:rPr lang="es-MX"/>
              <a:t>DEVUELVE:</a:t>
            </a:r>
            <a:endParaRPr/>
          </a:p>
          <a:p>
            <a:pPr indent="-342900" lvl="0" marL="342900" rtl="0" algn="just">
              <a:lnSpc>
                <a:spcPct val="100000"/>
              </a:lnSpc>
              <a:spcBef>
                <a:spcPts val="448"/>
              </a:spcBef>
              <a:spcAft>
                <a:spcPts val="0"/>
              </a:spcAft>
              <a:buClr>
                <a:schemeClr val="dk1"/>
              </a:buClr>
              <a:buSzPct val="100000"/>
              <a:buChar char="•"/>
            </a:pPr>
            <a:r>
              <a:rPr lang="es-MX"/>
              <a:t>Si se ejecutó correctamente: Flag de acarreo (Cf) = 0</a:t>
            </a:r>
            <a:endParaRPr/>
          </a:p>
          <a:p>
            <a:pPr indent="-342900" lvl="0" marL="342900" rtl="0" algn="just">
              <a:lnSpc>
                <a:spcPct val="100000"/>
              </a:lnSpc>
              <a:spcBef>
                <a:spcPts val="448"/>
              </a:spcBef>
              <a:spcAft>
                <a:spcPts val="0"/>
              </a:spcAft>
              <a:buClr>
                <a:schemeClr val="dk1"/>
              </a:buClr>
              <a:buSzPct val="100000"/>
              <a:buChar char="•"/>
            </a:pPr>
            <a:r>
              <a:rPr lang="es-MX"/>
              <a:t>Si NO se ejecutó correctamente: Flag de acarreo (Cf) = 1</a:t>
            </a:r>
            <a:endParaRPr/>
          </a:p>
          <a:p>
            <a:pPr indent="-342900" lvl="0" marL="342900" rtl="0" algn="just">
              <a:lnSpc>
                <a:spcPct val="100000"/>
              </a:lnSpc>
              <a:spcBef>
                <a:spcPts val="448"/>
              </a:spcBef>
              <a:spcAft>
                <a:spcPts val="0"/>
              </a:spcAft>
              <a:buClr>
                <a:schemeClr val="dk1"/>
              </a:buClr>
              <a:buSzPct val="100000"/>
              <a:buChar char="•"/>
            </a:pPr>
            <a:r>
              <a:rPr lang="es-MX"/>
              <a:t>AX = Código de error.</a:t>
            </a:r>
            <a:endParaRPr/>
          </a:p>
          <a:p>
            <a:pPr indent="0" lvl="0" marL="0" rtl="0" algn="just">
              <a:lnSpc>
                <a:spcPct val="100000"/>
              </a:lnSpc>
              <a:spcBef>
                <a:spcPts val="448"/>
              </a:spcBef>
              <a:spcAft>
                <a:spcPts val="0"/>
              </a:spcAft>
              <a:buClr>
                <a:schemeClr val="dk1"/>
              </a:buClr>
              <a:buSzPct val="100000"/>
              <a:buNone/>
            </a:pPr>
            <a:r>
              <a:rPr lang="es-MX"/>
              <a:t> </a:t>
            </a:r>
            <a:endParaRPr/>
          </a:p>
          <a:p>
            <a:pPr indent="0" lvl="0" marL="0" rtl="0" algn="just">
              <a:lnSpc>
                <a:spcPct val="100000"/>
              </a:lnSpc>
              <a:spcBef>
                <a:spcPts val="448"/>
              </a:spcBef>
              <a:spcAft>
                <a:spcPts val="0"/>
              </a:spcAft>
              <a:buClr>
                <a:schemeClr val="dk1"/>
              </a:buClr>
              <a:buSzPct val="100000"/>
              <a:buNone/>
            </a:pPr>
            <a:r>
              <a:rPr lang="es-MX"/>
              <a:t>EFECTO: Se elimina el directorio indicado de la unidad de disco y la vía de acceso especificada en la cadena ASCII.</a:t>
            </a:r>
            <a:endParaRPr/>
          </a:p>
        </p:txBody>
      </p:sp>
      <p:sp>
        <p:nvSpPr>
          <p:cNvPr id="1233" name="Google Shape;1233;p1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34" name="Google Shape;1234;p1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1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240" name="Google Shape;1240;p1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None/>
            </a:pPr>
            <a:r>
              <a:rPr lang="es-MX" sz="1600"/>
              <a:t>org 100h</a:t>
            </a:r>
            <a:endParaRPr/>
          </a:p>
          <a:p>
            <a:pPr indent="0" lvl="0" marL="0" rtl="0" algn="l">
              <a:lnSpc>
                <a:spcPct val="100000"/>
              </a:lnSpc>
              <a:spcBef>
                <a:spcPts val="320"/>
              </a:spcBef>
              <a:spcAft>
                <a:spcPts val="0"/>
              </a:spcAft>
              <a:buClr>
                <a:schemeClr val="dk1"/>
              </a:buClr>
              <a:buSzPts val="1600"/>
              <a:buNone/>
            </a:pPr>
            <a:r>
              <a:rPr lang="es-MX" sz="1600"/>
              <a:t>jmp inicio</a:t>
            </a:r>
            <a:endParaRPr/>
          </a:p>
          <a:p>
            <a:pPr indent="0" lvl="0" marL="0" rtl="0" algn="l">
              <a:lnSpc>
                <a:spcPct val="100000"/>
              </a:lnSpc>
              <a:spcBef>
                <a:spcPts val="320"/>
              </a:spcBef>
              <a:spcAft>
                <a:spcPts val="0"/>
              </a:spcAft>
              <a:buClr>
                <a:schemeClr val="dk1"/>
              </a:buClr>
              <a:buSzPts val="1600"/>
              <a:buNone/>
            </a:pPr>
            <a:r>
              <a:rPr lang="es-MX" sz="1600"/>
              <a:t>directorio db "C:\emu8086\MyBuild\prueba1", 0   ;ascii del nombre del</a:t>
            </a:r>
            <a:endParaRPr/>
          </a:p>
          <a:p>
            <a:pPr indent="0" lvl="0" marL="0" rtl="0" algn="l">
              <a:lnSpc>
                <a:spcPct val="100000"/>
              </a:lnSpc>
              <a:spcBef>
                <a:spcPts val="320"/>
              </a:spcBef>
              <a:spcAft>
                <a:spcPts val="0"/>
              </a:spcAft>
              <a:buClr>
                <a:schemeClr val="dk1"/>
              </a:buClr>
              <a:buSzPts val="1600"/>
              <a:buNone/>
            </a:pPr>
            <a:r>
              <a:rPr lang="es-MX" sz="1600"/>
              <a:t>                                                                                          ;directorio</a:t>
            </a:r>
            <a:endParaRPr/>
          </a:p>
          <a:p>
            <a:pPr indent="0" lvl="0" marL="0" rtl="0" algn="l">
              <a:lnSpc>
                <a:spcPct val="100000"/>
              </a:lnSpc>
              <a:spcBef>
                <a:spcPts val="320"/>
              </a:spcBef>
              <a:spcAft>
                <a:spcPts val="0"/>
              </a:spcAft>
              <a:buClr>
                <a:schemeClr val="dk1"/>
              </a:buClr>
              <a:buSzPts val="1600"/>
              <a:buNone/>
            </a:pPr>
            <a:r>
              <a:rPr lang="es-MX" sz="1600"/>
              <a:t>inicio:</a:t>
            </a:r>
            <a:endParaRPr/>
          </a:p>
          <a:p>
            <a:pPr indent="0" lvl="0" marL="0" rtl="0" algn="l">
              <a:lnSpc>
                <a:spcPct val="100000"/>
              </a:lnSpc>
              <a:spcBef>
                <a:spcPts val="320"/>
              </a:spcBef>
              <a:spcAft>
                <a:spcPts val="0"/>
              </a:spcAft>
              <a:buClr>
                <a:schemeClr val="dk1"/>
              </a:buClr>
              <a:buSzPts val="1600"/>
              <a:buNone/>
            </a:pPr>
            <a:r>
              <a:rPr lang="es-MX" sz="1600"/>
              <a:t>mov dx, offset directorio    ; offset lugar de memoria donde esta la variable</a:t>
            </a:r>
            <a:endParaRPr/>
          </a:p>
          <a:p>
            <a:pPr indent="0" lvl="0" marL="0" rtl="0" algn="l">
              <a:lnSpc>
                <a:spcPct val="100000"/>
              </a:lnSpc>
              <a:spcBef>
                <a:spcPts val="320"/>
              </a:spcBef>
              <a:spcAft>
                <a:spcPts val="0"/>
              </a:spcAft>
              <a:buClr>
                <a:schemeClr val="dk1"/>
              </a:buClr>
              <a:buSzPts val="1600"/>
              <a:buNone/>
            </a:pPr>
            <a:r>
              <a:rPr lang="es-MX" sz="1600"/>
              <a:t>mov ah, 3AH                  ; crea directorio DS:DX apunta al directorio</a:t>
            </a:r>
            <a:endParaRPr/>
          </a:p>
          <a:p>
            <a:pPr indent="0" lvl="0" marL="0" rtl="0" algn="l">
              <a:lnSpc>
                <a:spcPct val="100000"/>
              </a:lnSpc>
              <a:spcBef>
                <a:spcPts val="320"/>
              </a:spcBef>
              <a:spcAft>
                <a:spcPts val="0"/>
              </a:spcAft>
              <a:buClr>
                <a:schemeClr val="dk1"/>
              </a:buClr>
              <a:buSzPts val="1600"/>
              <a:buNone/>
            </a:pPr>
            <a:r>
              <a:t/>
            </a:r>
            <a:endParaRPr sz="1600"/>
          </a:p>
          <a:p>
            <a:pPr indent="0" lvl="0" marL="0" rtl="0" algn="l">
              <a:lnSpc>
                <a:spcPct val="100000"/>
              </a:lnSpc>
              <a:spcBef>
                <a:spcPts val="320"/>
              </a:spcBef>
              <a:spcAft>
                <a:spcPts val="0"/>
              </a:spcAft>
              <a:buClr>
                <a:schemeClr val="dk1"/>
              </a:buClr>
              <a:buSzPts val="1600"/>
              <a:buNone/>
            </a:pPr>
            <a:r>
              <a:rPr lang="es-MX" sz="1600"/>
              <a:t>int 21h                      ;llamada a la interrupcion DOS</a:t>
            </a:r>
            <a:endParaRPr/>
          </a:p>
          <a:p>
            <a:pPr indent="0" lvl="0" marL="0" rtl="0" algn="l">
              <a:lnSpc>
                <a:spcPct val="100000"/>
              </a:lnSpc>
              <a:spcBef>
                <a:spcPts val="320"/>
              </a:spcBef>
              <a:spcAft>
                <a:spcPts val="0"/>
              </a:spcAft>
              <a:buClr>
                <a:schemeClr val="dk1"/>
              </a:buClr>
              <a:buSzPts val="1600"/>
              <a:buNone/>
            </a:pPr>
            <a:r>
              <a:rPr lang="es-MX" sz="1600"/>
              <a:t>ret</a:t>
            </a:r>
            <a:endParaRPr sz="1600"/>
          </a:p>
        </p:txBody>
      </p:sp>
      <p:sp>
        <p:nvSpPr>
          <p:cNvPr id="1241" name="Google Shape;1241;p1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42" name="Google Shape;1242;p1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1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t>INT 21H Función 3BH</a:t>
            </a:r>
            <a:endParaRPr/>
          </a:p>
        </p:txBody>
      </p:sp>
      <p:sp>
        <p:nvSpPr>
          <p:cNvPr id="1248" name="Google Shape;1248;p1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just">
              <a:lnSpc>
                <a:spcPct val="100000"/>
              </a:lnSpc>
              <a:spcBef>
                <a:spcPts val="0"/>
              </a:spcBef>
              <a:spcAft>
                <a:spcPts val="0"/>
              </a:spcAft>
              <a:buClr>
                <a:schemeClr val="dk1"/>
              </a:buClr>
              <a:buSzPct val="100000"/>
              <a:buNone/>
            </a:pPr>
            <a:r>
              <a:rPr lang="es-MX"/>
              <a:t>Establecer directorio actual</a:t>
            </a:r>
            <a:endParaRPr/>
          </a:p>
          <a:p>
            <a:pPr indent="0" lvl="0" marL="0" rtl="0" algn="just">
              <a:lnSpc>
                <a:spcPct val="100000"/>
              </a:lnSpc>
              <a:spcBef>
                <a:spcPts val="448"/>
              </a:spcBef>
              <a:spcAft>
                <a:spcPts val="0"/>
              </a:spcAft>
              <a:buClr>
                <a:schemeClr val="dk1"/>
              </a:buClr>
              <a:buSzPct val="100000"/>
              <a:buNone/>
            </a:pPr>
            <a:r>
              <a:rPr lang="es-MX"/>
              <a:t>LLAMADA: AH = 3BH</a:t>
            </a:r>
            <a:endParaRPr/>
          </a:p>
          <a:p>
            <a:pPr indent="0" lvl="0" marL="0" rtl="0" algn="just">
              <a:lnSpc>
                <a:spcPct val="100000"/>
              </a:lnSpc>
              <a:spcBef>
                <a:spcPts val="448"/>
              </a:spcBef>
              <a:spcAft>
                <a:spcPts val="0"/>
              </a:spcAft>
              <a:buClr>
                <a:schemeClr val="dk1"/>
              </a:buClr>
              <a:buSzPct val="100000"/>
              <a:buNone/>
            </a:pPr>
            <a:r>
              <a:t/>
            </a:r>
            <a:endParaRPr/>
          </a:p>
          <a:p>
            <a:pPr indent="0" lvl="0" marL="0" rtl="0" algn="just">
              <a:lnSpc>
                <a:spcPct val="100000"/>
              </a:lnSpc>
              <a:spcBef>
                <a:spcPts val="448"/>
              </a:spcBef>
              <a:spcAft>
                <a:spcPts val="0"/>
              </a:spcAft>
              <a:buClr>
                <a:schemeClr val="dk1"/>
              </a:buClr>
              <a:buSzPct val="100000"/>
              <a:buNone/>
            </a:pPr>
            <a:r>
              <a:rPr lang="es-MX"/>
              <a:t>DS:DX = Segmento: Desplazamiento de una cadena ASCII con el nombre del directorio.</a:t>
            </a:r>
            <a:endParaRPr/>
          </a:p>
          <a:p>
            <a:pPr indent="0" lvl="0" marL="0" rtl="0" algn="just">
              <a:lnSpc>
                <a:spcPct val="100000"/>
              </a:lnSpc>
              <a:spcBef>
                <a:spcPts val="448"/>
              </a:spcBef>
              <a:spcAft>
                <a:spcPts val="0"/>
              </a:spcAft>
              <a:buClr>
                <a:schemeClr val="dk1"/>
              </a:buClr>
              <a:buSzPct val="100000"/>
              <a:buNone/>
            </a:pPr>
            <a:r>
              <a:t/>
            </a:r>
            <a:endParaRPr/>
          </a:p>
          <a:p>
            <a:pPr indent="0" lvl="0" marL="0" rtl="0" algn="just">
              <a:lnSpc>
                <a:spcPct val="100000"/>
              </a:lnSpc>
              <a:spcBef>
                <a:spcPts val="448"/>
              </a:spcBef>
              <a:spcAft>
                <a:spcPts val="0"/>
              </a:spcAft>
              <a:buClr>
                <a:schemeClr val="dk1"/>
              </a:buClr>
              <a:buSzPct val="100000"/>
              <a:buNone/>
            </a:pPr>
            <a:r>
              <a:rPr lang="es-MX"/>
              <a:t>DEVUELVE:</a:t>
            </a:r>
            <a:endParaRPr/>
          </a:p>
          <a:p>
            <a:pPr indent="-342900" lvl="0" marL="342900" rtl="0" algn="just">
              <a:lnSpc>
                <a:spcPct val="100000"/>
              </a:lnSpc>
              <a:spcBef>
                <a:spcPts val="448"/>
              </a:spcBef>
              <a:spcAft>
                <a:spcPts val="0"/>
              </a:spcAft>
              <a:buClr>
                <a:schemeClr val="dk1"/>
              </a:buClr>
              <a:buSzPct val="100000"/>
              <a:buChar char="•"/>
            </a:pPr>
            <a:r>
              <a:rPr lang="es-MX"/>
              <a:t>Si se ejecutó correctamente: Flag de acarreo (Cf) = 0</a:t>
            </a:r>
            <a:endParaRPr/>
          </a:p>
          <a:p>
            <a:pPr indent="-342900" lvl="0" marL="342900" rtl="0" algn="just">
              <a:lnSpc>
                <a:spcPct val="100000"/>
              </a:lnSpc>
              <a:spcBef>
                <a:spcPts val="448"/>
              </a:spcBef>
              <a:spcAft>
                <a:spcPts val="0"/>
              </a:spcAft>
              <a:buClr>
                <a:schemeClr val="dk1"/>
              </a:buClr>
              <a:buSzPct val="100000"/>
              <a:buChar char="•"/>
            </a:pPr>
            <a:r>
              <a:rPr lang="es-MX"/>
              <a:t>Si NO se ejecutó correctamente: Flag de acarreo (Cf) = 1</a:t>
            </a:r>
            <a:endParaRPr/>
          </a:p>
          <a:p>
            <a:pPr indent="-342900" lvl="0" marL="342900" rtl="0" algn="just">
              <a:lnSpc>
                <a:spcPct val="100000"/>
              </a:lnSpc>
              <a:spcBef>
                <a:spcPts val="448"/>
              </a:spcBef>
              <a:spcAft>
                <a:spcPts val="0"/>
              </a:spcAft>
              <a:buClr>
                <a:schemeClr val="dk1"/>
              </a:buClr>
              <a:buSzPct val="100000"/>
              <a:buChar char="•"/>
            </a:pPr>
            <a:r>
              <a:rPr lang="es-MX"/>
              <a:t>AX = Código de error.</a:t>
            </a:r>
            <a:endParaRPr/>
          </a:p>
          <a:p>
            <a:pPr indent="0" lvl="0" marL="0" rtl="0" algn="just">
              <a:lnSpc>
                <a:spcPct val="100000"/>
              </a:lnSpc>
              <a:spcBef>
                <a:spcPts val="448"/>
              </a:spcBef>
              <a:spcAft>
                <a:spcPts val="0"/>
              </a:spcAft>
              <a:buClr>
                <a:schemeClr val="dk1"/>
              </a:buClr>
              <a:buSzPct val="100000"/>
              <a:buNone/>
            </a:pPr>
            <a:r>
              <a:rPr lang="es-MX"/>
              <a:t> </a:t>
            </a:r>
            <a:endParaRPr/>
          </a:p>
          <a:p>
            <a:pPr indent="0" lvl="0" marL="0" rtl="0" algn="just">
              <a:lnSpc>
                <a:spcPct val="100000"/>
              </a:lnSpc>
              <a:spcBef>
                <a:spcPts val="448"/>
              </a:spcBef>
              <a:spcAft>
                <a:spcPts val="0"/>
              </a:spcAft>
              <a:buClr>
                <a:schemeClr val="dk1"/>
              </a:buClr>
              <a:buSzPct val="100000"/>
              <a:buNone/>
            </a:pPr>
            <a:r>
              <a:rPr lang="es-MX"/>
              <a:t>EFECTO: Establece como directorio actual el indicado mediante la cadena ASCII.</a:t>
            </a:r>
            <a:endParaRPr/>
          </a:p>
        </p:txBody>
      </p:sp>
      <p:sp>
        <p:nvSpPr>
          <p:cNvPr id="1249" name="Google Shape;1249;p1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50" name="Google Shape;1250;p1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1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INT 21H Función 47H</a:t>
            </a:r>
            <a:endParaRPr/>
          </a:p>
        </p:txBody>
      </p:sp>
      <p:sp>
        <p:nvSpPr>
          <p:cNvPr id="1256" name="Google Shape;1256;p1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just">
              <a:lnSpc>
                <a:spcPct val="100000"/>
              </a:lnSpc>
              <a:spcBef>
                <a:spcPts val="0"/>
              </a:spcBef>
              <a:spcAft>
                <a:spcPts val="0"/>
              </a:spcAft>
              <a:buClr>
                <a:schemeClr val="dk1"/>
              </a:buClr>
              <a:buSzPct val="100000"/>
              <a:buNone/>
            </a:pPr>
            <a:r>
              <a:rPr lang="es-MX"/>
              <a:t>Obtener directorio actual</a:t>
            </a:r>
            <a:endParaRPr/>
          </a:p>
          <a:p>
            <a:pPr indent="0" lvl="0" marL="0" rtl="0" algn="just">
              <a:lnSpc>
                <a:spcPct val="100000"/>
              </a:lnSpc>
              <a:spcBef>
                <a:spcPts val="352"/>
              </a:spcBef>
              <a:spcAft>
                <a:spcPts val="0"/>
              </a:spcAft>
              <a:buClr>
                <a:schemeClr val="dk1"/>
              </a:buClr>
              <a:buSzPct val="100000"/>
              <a:buNone/>
            </a:pPr>
            <a:r>
              <a:rPr lang="es-MX"/>
              <a:t>LLAMADA: AH = 47H</a:t>
            </a:r>
            <a:endParaRPr/>
          </a:p>
          <a:p>
            <a:pPr indent="0" lvl="0" marL="0" rtl="0" algn="just">
              <a:lnSpc>
                <a:spcPct val="100000"/>
              </a:lnSpc>
              <a:spcBef>
                <a:spcPts val="352"/>
              </a:spcBef>
              <a:spcAft>
                <a:spcPts val="0"/>
              </a:spcAft>
              <a:buClr>
                <a:schemeClr val="dk1"/>
              </a:buClr>
              <a:buSzPct val="100000"/>
              <a:buNone/>
            </a:pPr>
            <a:r>
              <a:t/>
            </a:r>
            <a:endParaRPr/>
          </a:p>
          <a:p>
            <a:pPr indent="0" lvl="0" marL="0" rtl="0" algn="just">
              <a:lnSpc>
                <a:spcPct val="100000"/>
              </a:lnSpc>
              <a:spcBef>
                <a:spcPts val="352"/>
              </a:spcBef>
              <a:spcAft>
                <a:spcPts val="0"/>
              </a:spcAft>
              <a:buClr>
                <a:schemeClr val="dk1"/>
              </a:buClr>
              <a:buSzPct val="100000"/>
              <a:buNone/>
            </a:pPr>
            <a:r>
              <a:rPr lang="es-MX"/>
              <a:t>DL = Código de la unidad (0 = unidad por defecto, actual;1 = A ; 2 = B ; etc...)</a:t>
            </a:r>
            <a:endParaRPr/>
          </a:p>
          <a:p>
            <a:pPr indent="0" lvl="0" marL="0" rtl="0" algn="just">
              <a:lnSpc>
                <a:spcPct val="100000"/>
              </a:lnSpc>
              <a:spcBef>
                <a:spcPts val="352"/>
              </a:spcBef>
              <a:spcAft>
                <a:spcPts val="0"/>
              </a:spcAft>
              <a:buClr>
                <a:schemeClr val="dk1"/>
              </a:buClr>
              <a:buSzPct val="100000"/>
              <a:buNone/>
            </a:pPr>
            <a:r>
              <a:rPr lang="es-MX"/>
              <a:t>DS:SI = Segmento: Desplazamiento de un buffer de 64 bytes. Este buffer contendrá el nombre del directorio, con toda la vía de acceso al mismo, en forma de cadena ASCII.</a:t>
            </a:r>
            <a:endParaRPr/>
          </a:p>
          <a:p>
            <a:pPr indent="0" lvl="0" marL="0" rtl="0" algn="just">
              <a:lnSpc>
                <a:spcPct val="100000"/>
              </a:lnSpc>
              <a:spcBef>
                <a:spcPts val="352"/>
              </a:spcBef>
              <a:spcAft>
                <a:spcPts val="0"/>
              </a:spcAft>
              <a:buClr>
                <a:schemeClr val="dk1"/>
              </a:buClr>
              <a:buSzPct val="100000"/>
              <a:buNone/>
            </a:pPr>
            <a:r>
              <a:rPr lang="es-MX"/>
              <a:t> </a:t>
            </a:r>
            <a:endParaRPr/>
          </a:p>
          <a:p>
            <a:pPr indent="0" lvl="0" marL="0" rtl="0" algn="just">
              <a:lnSpc>
                <a:spcPct val="100000"/>
              </a:lnSpc>
              <a:spcBef>
                <a:spcPts val="352"/>
              </a:spcBef>
              <a:spcAft>
                <a:spcPts val="0"/>
              </a:spcAft>
              <a:buClr>
                <a:schemeClr val="dk1"/>
              </a:buClr>
              <a:buSzPct val="100000"/>
              <a:buNone/>
            </a:pPr>
            <a:r>
              <a:rPr lang="es-MX"/>
              <a:t>DEVUELVE:</a:t>
            </a:r>
            <a:endParaRPr/>
          </a:p>
          <a:p>
            <a:pPr indent="-342900" lvl="0" marL="342900" rtl="0" algn="just">
              <a:lnSpc>
                <a:spcPct val="100000"/>
              </a:lnSpc>
              <a:spcBef>
                <a:spcPts val="352"/>
              </a:spcBef>
              <a:spcAft>
                <a:spcPts val="0"/>
              </a:spcAft>
              <a:buClr>
                <a:schemeClr val="dk1"/>
              </a:buClr>
              <a:buSzPct val="100000"/>
              <a:buChar char="•"/>
            </a:pPr>
            <a:r>
              <a:rPr lang="es-MX"/>
              <a:t>Si se ejecutó correctamente: Flag de acarreo (Cf) = 0</a:t>
            </a:r>
            <a:endParaRPr/>
          </a:p>
          <a:p>
            <a:pPr indent="-342900" lvl="0" marL="342900" rtl="0" algn="just">
              <a:lnSpc>
                <a:spcPct val="100000"/>
              </a:lnSpc>
              <a:spcBef>
                <a:spcPts val="352"/>
              </a:spcBef>
              <a:spcAft>
                <a:spcPts val="0"/>
              </a:spcAft>
              <a:buClr>
                <a:schemeClr val="dk1"/>
              </a:buClr>
              <a:buSzPct val="100000"/>
              <a:buChar char="•"/>
            </a:pPr>
            <a:r>
              <a:rPr lang="es-MX"/>
              <a:t>Si NO se ejecutó correctamente: Flag de acarreo (Cf) = 1</a:t>
            </a:r>
            <a:endParaRPr/>
          </a:p>
          <a:p>
            <a:pPr indent="-342900" lvl="0" marL="342900" rtl="0" algn="just">
              <a:lnSpc>
                <a:spcPct val="100000"/>
              </a:lnSpc>
              <a:spcBef>
                <a:spcPts val="352"/>
              </a:spcBef>
              <a:spcAft>
                <a:spcPts val="0"/>
              </a:spcAft>
              <a:buClr>
                <a:schemeClr val="dk1"/>
              </a:buClr>
              <a:buSzPct val="100000"/>
              <a:buChar char="•"/>
            </a:pPr>
            <a:r>
              <a:rPr lang="es-MX"/>
              <a:t>AX = Código de error.</a:t>
            </a:r>
            <a:endParaRPr/>
          </a:p>
          <a:p>
            <a:pPr indent="0" lvl="0" marL="0" rtl="0" algn="just">
              <a:lnSpc>
                <a:spcPct val="100000"/>
              </a:lnSpc>
              <a:spcBef>
                <a:spcPts val="352"/>
              </a:spcBef>
              <a:spcAft>
                <a:spcPts val="0"/>
              </a:spcAft>
              <a:buClr>
                <a:schemeClr val="dk1"/>
              </a:buClr>
              <a:buSzPct val="100000"/>
              <a:buNone/>
            </a:pPr>
            <a:r>
              <a:rPr lang="es-MX"/>
              <a:t> </a:t>
            </a:r>
            <a:endParaRPr/>
          </a:p>
          <a:p>
            <a:pPr indent="0" lvl="0" marL="0" rtl="0" algn="just">
              <a:lnSpc>
                <a:spcPct val="100000"/>
              </a:lnSpc>
              <a:spcBef>
                <a:spcPts val="352"/>
              </a:spcBef>
              <a:spcAft>
                <a:spcPts val="0"/>
              </a:spcAft>
              <a:buClr>
                <a:schemeClr val="dk1"/>
              </a:buClr>
              <a:buSzPct val="100000"/>
              <a:buNone/>
            </a:pPr>
            <a:r>
              <a:rPr lang="es-MX"/>
              <a:t>EFECTO: Establece como directorio actual el indicado mediante la cadena ASCII. Esta función se abortará (indicándolo mediante Cf y AX) si el código de unidad no es válido.</a:t>
            </a:r>
            <a:endParaRPr/>
          </a:p>
        </p:txBody>
      </p:sp>
      <p:sp>
        <p:nvSpPr>
          <p:cNvPr id="1257" name="Google Shape;1257;p1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58" name="Google Shape;1258;p1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159"/>
          <p:cNvSpPr txBox="1"/>
          <p:nvPr>
            <p:ph idx="1" type="body"/>
          </p:nvPr>
        </p:nvSpPr>
        <p:spPr>
          <a:xfrm>
            <a:off x="457200" y="260648"/>
            <a:ext cx="8229600" cy="6192688"/>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208"/>
              </a:spcBef>
              <a:spcAft>
                <a:spcPts val="0"/>
              </a:spcAft>
              <a:buClr>
                <a:schemeClr val="dk1"/>
              </a:buClr>
              <a:buSzPct val="100000"/>
              <a:buNone/>
            </a:pPr>
            <a:r>
              <a:rPr lang="es-MX"/>
              <a:t>            jmp inicio</a:t>
            </a:r>
            <a:endParaRPr/>
          </a:p>
          <a:p>
            <a:pPr indent="0" lvl="0" marL="0" rtl="0" algn="l">
              <a:lnSpc>
                <a:spcPct val="100000"/>
              </a:lnSpc>
              <a:spcBef>
                <a:spcPts val="208"/>
              </a:spcBef>
              <a:spcAft>
                <a:spcPts val="0"/>
              </a:spcAft>
              <a:buClr>
                <a:schemeClr val="dk1"/>
              </a:buClr>
              <a:buSzPct val="100000"/>
              <a:buNone/>
            </a:pPr>
            <a:r>
              <a:rPr lang="es-MX"/>
              <a:t>            directorio db "C:\emu8086\MyBuild\prueba1", 0   ;ascii del nombre del  </a:t>
            </a:r>
            <a:endParaRPr/>
          </a:p>
          <a:p>
            <a:pPr indent="0" lvl="0" marL="0" rtl="0" algn="l">
              <a:lnSpc>
                <a:spcPct val="100000"/>
              </a:lnSpc>
              <a:spcBef>
                <a:spcPts val="208"/>
              </a:spcBef>
              <a:spcAft>
                <a:spcPts val="0"/>
              </a:spcAft>
              <a:buClr>
                <a:schemeClr val="dk1"/>
              </a:buClr>
              <a:buSzPct val="100000"/>
              <a:buNone/>
            </a:pPr>
            <a:r>
              <a:rPr lang="es-MX"/>
              <a:t>            directori1 db "C:\emu8086\MyBuild", 0   ;ascii del nombre del</a:t>
            </a:r>
            <a:endParaRPr/>
          </a:p>
          <a:p>
            <a:pPr indent="0" lvl="0" marL="0" rtl="0" algn="l">
              <a:lnSpc>
                <a:spcPct val="100000"/>
              </a:lnSpc>
              <a:spcBef>
                <a:spcPts val="208"/>
              </a:spcBef>
              <a:spcAft>
                <a:spcPts val="0"/>
              </a:spcAft>
              <a:buClr>
                <a:schemeClr val="dk1"/>
              </a:buClr>
              <a:buSzPct val="100000"/>
              <a:buNone/>
            </a:pPr>
            <a:r>
              <a:rPr lang="es-MX"/>
              <a:t>            nombre     db "$$$$$$$$$$$$$$$$$$$$$$$$$$$$$$$$$$$$",0</a:t>
            </a:r>
            <a:endParaRPr/>
          </a:p>
          <a:p>
            <a:pPr indent="0" lvl="0" marL="0" rtl="0" algn="l">
              <a:lnSpc>
                <a:spcPct val="100000"/>
              </a:lnSpc>
              <a:spcBef>
                <a:spcPts val="208"/>
              </a:spcBef>
              <a:spcAft>
                <a:spcPts val="0"/>
              </a:spcAft>
              <a:buClr>
                <a:schemeClr val="dk1"/>
              </a:buClr>
              <a:buSzPct val="100000"/>
              <a:buNone/>
            </a:pPr>
            <a:r>
              <a:rPr lang="es-MX"/>
              <a:t>                                                                                                       ;directorio </a:t>
            </a:r>
            <a:endParaRPr/>
          </a:p>
          <a:p>
            <a:pPr indent="0" lvl="0" marL="0" rtl="0" algn="l">
              <a:lnSpc>
                <a:spcPct val="100000"/>
              </a:lnSpc>
              <a:spcBef>
                <a:spcPts val="208"/>
              </a:spcBef>
              <a:spcAft>
                <a:spcPts val="0"/>
              </a:spcAft>
              <a:buClr>
                <a:schemeClr val="dk1"/>
              </a:buClr>
              <a:buSzPct val="100000"/>
              <a:buNone/>
            </a:pPr>
            <a:r>
              <a:rPr lang="es-MX"/>
              <a:t>inicio:                                             </a:t>
            </a:r>
            <a:endParaRPr/>
          </a:p>
          <a:p>
            <a:pPr indent="0" lvl="0" marL="0" rtl="0" algn="l">
              <a:lnSpc>
                <a:spcPct val="100000"/>
              </a:lnSpc>
              <a:spcBef>
                <a:spcPts val="208"/>
              </a:spcBef>
              <a:spcAft>
                <a:spcPts val="0"/>
              </a:spcAft>
              <a:buClr>
                <a:schemeClr val="dk1"/>
              </a:buClr>
              <a:buSzPct val="100000"/>
              <a:buNone/>
            </a:pPr>
            <a:r>
              <a:rPr lang="es-MX"/>
              <a:t>            mov dx, offset directorio    ; offset lugar de memoria donde esta la variable</a:t>
            </a:r>
            <a:endParaRPr/>
          </a:p>
          <a:p>
            <a:pPr indent="0" lvl="0" marL="0" rtl="0" algn="l">
              <a:lnSpc>
                <a:spcPct val="100000"/>
              </a:lnSpc>
              <a:spcBef>
                <a:spcPts val="208"/>
              </a:spcBef>
              <a:spcAft>
                <a:spcPts val="0"/>
              </a:spcAft>
              <a:buClr>
                <a:schemeClr val="dk1"/>
              </a:buClr>
              <a:buSzPct val="100000"/>
              <a:buNone/>
            </a:pPr>
            <a:r>
              <a:rPr lang="es-MX"/>
              <a:t>            mov ah, 39h                  ; crea directorio DS:DX apunta al directorio</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int 21h                      ;llamada a la interrupcion DOS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mov dx, offset directorio    ; offset lugar de memoria donde esta la variable</a:t>
            </a:r>
            <a:endParaRPr/>
          </a:p>
          <a:p>
            <a:pPr indent="0" lvl="0" marL="0" rtl="0" algn="l">
              <a:lnSpc>
                <a:spcPct val="100000"/>
              </a:lnSpc>
              <a:spcBef>
                <a:spcPts val="208"/>
              </a:spcBef>
              <a:spcAft>
                <a:spcPts val="0"/>
              </a:spcAft>
              <a:buClr>
                <a:schemeClr val="dk1"/>
              </a:buClr>
              <a:buSzPct val="100000"/>
              <a:buNone/>
            </a:pPr>
            <a:r>
              <a:rPr lang="es-MX"/>
              <a:t>            mov ah, 3Bh                  ; cambio directorio DS:DX apunta al directorio                                                          </a:t>
            </a:r>
            <a:endParaRPr/>
          </a:p>
          <a:p>
            <a:pPr indent="0" lvl="0" marL="0" rtl="0" algn="l">
              <a:lnSpc>
                <a:spcPct val="100000"/>
              </a:lnSpc>
              <a:spcBef>
                <a:spcPts val="208"/>
              </a:spcBef>
              <a:spcAft>
                <a:spcPts val="0"/>
              </a:spcAft>
              <a:buClr>
                <a:schemeClr val="dk1"/>
              </a:buClr>
              <a:buSzPct val="100000"/>
              <a:buNone/>
            </a:pPr>
            <a:r>
              <a:rPr lang="es-MX"/>
              <a:t>            int 21h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mov dl,0  </a:t>
            </a:r>
            <a:endParaRPr/>
          </a:p>
          <a:p>
            <a:pPr indent="0" lvl="0" marL="0" rtl="0" algn="l">
              <a:lnSpc>
                <a:spcPct val="100000"/>
              </a:lnSpc>
              <a:spcBef>
                <a:spcPts val="208"/>
              </a:spcBef>
              <a:spcAft>
                <a:spcPts val="0"/>
              </a:spcAft>
              <a:buClr>
                <a:schemeClr val="dk1"/>
              </a:buClr>
              <a:buSzPct val="100000"/>
              <a:buNone/>
            </a:pPr>
            <a:r>
              <a:rPr lang="es-MX"/>
              <a:t>            mov si,offset nombre</a:t>
            </a:r>
            <a:endParaRPr/>
          </a:p>
          <a:p>
            <a:pPr indent="0" lvl="0" marL="0" rtl="0" algn="l">
              <a:lnSpc>
                <a:spcPct val="100000"/>
              </a:lnSpc>
              <a:spcBef>
                <a:spcPts val="208"/>
              </a:spcBef>
              <a:spcAft>
                <a:spcPts val="0"/>
              </a:spcAft>
              <a:buClr>
                <a:schemeClr val="dk1"/>
              </a:buClr>
              <a:buSzPct val="100000"/>
              <a:buNone/>
            </a:pPr>
            <a:r>
              <a:rPr lang="es-MX"/>
              <a:t>            mov ah, 47h                  ; Obtener directorio actual DS:SI apunta al directorio                                                          </a:t>
            </a:r>
            <a:endParaRPr/>
          </a:p>
          <a:p>
            <a:pPr indent="0" lvl="0" marL="0" rtl="0" algn="l">
              <a:lnSpc>
                <a:spcPct val="100000"/>
              </a:lnSpc>
              <a:spcBef>
                <a:spcPts val="208"/>
              </a:spcBef>
              <a:spcAft>
                <a:spcPts val="0"/>
              </a:spcAft>
              <a:buClr>
                <a:schemeClr val="dk1"/>
              </a:buClr>
              <a:buSzPct val="100000"/>
              <a:buNone/>
            </a:pPr>
            <a:r>
              <a:rPr lang="es-MX"/>
              <a:t>            int 21h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mov dx, offset directori1    ; offset lugar de memoria donde esta la variable</a:t>
            </a:r>
            <a:endParaRPr/>
          </a:p>
          <a:p>
            <a:pPr indent="0" lvl="0" marL="0" rtl="0" algn="l">
              <a:lnSpc>
                <a:spcPct val="100000"/>
              </a:lnSpc>
              <a:spcBef>
                <a:spcPts val="208"/>
              </a:spcBef>
              <a:spcAft>
                <a:spcPts val="0"/>
              </a:spcAft>
              <a:buClr>
                <a:schemeClr val="dk1"/>
              </a:buClr>
              <a:buSzPct val="100000"/>
              <a:buNone/>
            </a:pPr>
            <a:r>
              <a:rPr lang="es-MX"/>
              <a:t>            mov ah, 3Bh                  ; cambio de  directorio DS:DX apunta al directorio</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int 21h                     ;llamada a la interrupcion DOS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mov dx, offset directorio    ; offset lugar de memoria donde esta la variable</a:t>
            </a:r>
            <a:endParaRPr/>
          </a:p>
          <a:p>
            <a:pPr indent="0" lvl="0" marL="0" rtl="0" algn="l">
              <a:lnSpc>
                <a:spcPct val="100000"/>
              </a:lnSpc>
              <a:spcBef>
                <a:spcPts val="208"/>
              </a:spcBef>
              <a:spcAft>
                <a:spcPts val="0"/>
              </a:spcAft>
              <a:buClr>
                <a:schemeClr val="dk1"/>
              </a:buClr>
              <a:buSzPct val="100000"/>
              <a:buNone/>
            </a:pPr>
            <a:r>
              <a:rPr lang="es-MX"/>
              <a:t>            mov ah, 3AH                  ; borra directorio DS:DX apunta al directorio</a:t>
            </a:r>
            <a:endParaRPr/>
          </a:p>
          <a:p>
            <a:pPr indent="0" lvl="0" marL="0" rtl="0" algn="l">
              <a:lnSpc>
                <a:spcPct val="100000"/>
              </a:lnSpc>
              <a:spcBef>
                <a:spcPts val="208"/>
              </a:spcBef>
              <a:spcAft>
                <a:spcPts val="0"/>
              </a:spcAft>
              <a:buClr>
                <a:schemeClr val="dk1"/>
              </a:buClr>
              <a:buSzPct val="100000"/>
              <a:buNone/>
            </a:pPr>
            <a:r>
              <a:t/>
            </a:r>
            <a:endParaRPr/>
          </a:p>
          <a:p>
            <a:pPr indent="0" lvl="0" marL="0" rtl="0" algn="l">
              <a:lnSpc>
                <a:spcPct val="100000"/>
              </a:lnSpc>
              <a:spcBef>
                <a:spcPts val="208"/>
              </a:spcBef>
              <a:spcAft>
                <a:spcPts val="0"/>
              </a:spcAft>
              <a:buClr>
                <a:schemeClr val="dk1"/>
              </a:buClr>
              <a:buSzPct val="100000"/>
              <a:buNone/>
            </a:pPr>
            <a:r>
              <a:rPr lang="es-MX"/>
              <a:t>            int 21h                      ;llamada a la interrupcion DOS</a:t>
            </a:r>
            <a:endParaRPr/>
          </a:p>
          <a:p>
            <a:pPr indent="0" lvl="0" marL="0" rtl="0" algn="l">
              <a:lnSpc>
                <a:spcPct val="100000"/>
              </a:lnSpc>
              <a:spcBef>
                <a:spcPts val="208"/>
              </a:spcBef>
              <a:spcAft>
                <a:spcPts val="0"/>
              </a:spcAft>
              <a:buClr>
                <a:schemeClr val="dk1"/>
              </a:buClr>
              <a:buSzPct val="100000"/>
              <a:buNone/>
            </a:pPr>
            <a:r>
              <a:t/>
            </a:r>
            <a:endParaRPr/>
          </a:p>
          <a:p>
            <a:pPr indent="0" lvl="0" marL="0" rtl="0" algn="l">
              <a:lnSpc>
                <a:spcPct val="100000"/>
              </a:lnSpc>
              <a:spcBef>
                <a:spcPts val="208"/>
              </a:spcBef>
              <a:spcAft>
                <a:spcPts val="0"/>
              </a:spcAft>
              <a:buClr>
                <a:schemeClr val="dk1"/>
              </a:buClr>
              <a:buSzPct val="100000"/>
              <a:buNone/>
            </a:pPr>
            <a:r>
              <a:rPr lang="es-MX"/>
              <a:t>            </a:t>
            </a:r>
            <a:endParaRPr/>
          </a:p>
          <a:p>
            <a:pPr indent="0" lvl="0" marL="0" rtl="0" algn="l">
              <a:lnSpc>
                <a:spcPct val="100000"/>
              </a:lnSpc>
              <a:spcBef>
                <a:spcPts val="208"/>
              </a:spcBef>
              <a:spcAft>
                <a:spcPts val="0"/>
              </a:spcAft>
              <a:buClr>
                <a:schemeClr val="dk1"/>
              </a:buClr>
              <a:buSzPct val="100000"/>
              <a:buNone/>
            </a:pPr>
            <a:r>
              <a:rPr lang="es-MX"/>
              <a:t>            ret</a:t>
            </a:r>
            <a:endParaRPr/>
          </a:p>
        </p:txBody>
      </p:sp>
      <p:sp>
        <p:nvSpPr>
          <p:cNvPr id="1264" name="Google Shape;1264;p1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65" name="Google Shape;1265;p1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1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271" name="Google Shape;1271;p16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Clr>
                <a:schemeClr val="dk1"/>
              </a:buClr>
              <a:buSzPct val="100000"/>
              <a:buChar char="•"/>
            </a:pPr>
            <a:r>
              <a:rPr lang="es-MX" u="sng">
                <a:solidFill>
                  <a:schemeClr val="hlink"/>
                </a:solidFill>
                <a:hlinkClick r:id="rId3"/>
              </a:rPr>
              <a:t>http://miensamblador.blogspot.com/2013/05/en-esta-ocacion-les-presento-una.html</a:t>
            </a:r>
            <a:endParaRPr/>
          </a:p>
          <a:p>
            <a:pPr indent="-342900" lvl="0" marL="342900" rtl="0" algn="l">
              <a:lnSpc>
                <a:spcPct val="100000"/>
              </a:lnSpc>
              <a:spcBef>
                <a:spcPts val="592"/>
              </a:spcBef>
              <a:spcAft>
                <a:spcPts val="0"/>
              </a:spcAft>
              <a:buClr>
                <a:schemeClr val="dk1"/>
              </a:buClr>
              <a:buSzPct val="100000"/>
              <a:buChar char="•"/>
            </a:pPr>
            <a:r>
              <a:rPr lang="es-MX" u="sng">
                <a:solidFill>
                  <a:schemeClr val="hlink"/>
                </a:solidFill>
                <a:hlinkClick r:id="rId4"/>
              </a:rPr>
              <a:t>https://www.youtube.com/watch?v=_qSii7suqTc</a:t>
            </a:r>
            <a:endParaRPr/>
          </a:p>
          <a:p>
            <a:pPr indent="-342900" lvl="0" marL="342900" rtl="0" algn="l">
              <a:lnSpc>
                <a:spcPct val="100000"/>
              </a:lnSpc>
              <a:spcBef>
                <a:spcPts val="592"/>
              </a:spcBef>
              <a:spcAft>
                <a:spcPts val="0"/>
              </a:spcAft>
              <a:buClr>
                <a:schemeClr val="dk1"/>
              </a:buClr>
              <a:buSzPct val="100000"/>
              <a:buChar char="•"/>
            </a:pPr>
            <a:r>
              <a:rPr lang="es-MX" u="sng">
                <a:solidFill>
                  <a:schemeClr val="hlink"/>
                </a:solidFill>
                <a:hlinkClick r:id="rId5"/>
              </a:rPr>
              <a:t>http://mis-algoritmos.com/ejemplos/asm-292.html</a:t>
            </a:r>
            <a:endParaRPr/>
          </a:p>
          <a:p>
            <a:pPr indent="-342900" lvl="0" marL="342900" rtl="0" algn="l">
              <a:lnSpc>
                <a:spcPct val="100000"/>
              </a:lnSpc>
              <a:spcBef>
                <a:spcPts val="592"/>
              </a:spcBef>
              <a:spcAft>
                <a:spcPts val="0"/>
              </a:spcAft>
              <a:buClr>
                <a:schemeClr val="dk1"/>
              </a:buClr>
              <a:buSzPct val="100000"/>
              <a:buChar char="•"/>
            </a:pPr>
            <a:r>
              <a:rPr lang="es-MX" u="sng">
                <a:solidFill>
                  <a:schemeClr val="hlink"/>
                </a:solidFill>
                <a:hlinkClick r:id="rId6"/>
              </a:rPr>
              <a:t>http://ict.udlap.mx/people/oleg/docencia/ASSEMBLER/asm_interrup_21.html</a:t>
            </a:r>
            <a:endParaRPr/>
          </a:p>
          <a:p>
            <a:pPr indent="-342900" lvl="0" marL="342900" rtl="0" algn="l">
              <a:lnSpc>
                <a:spcPct val="100000"/>
              </a:lnSpc>
              <a:spcBef>
                <a:spcPts val="592"/>
              </a:spcBef>
              <a:spcAft>
                <a:spcPts val="0"/>
              </a:spcAft>
              <a:buClr>
                <a:schemeClr val="dk1"/>
              </a:buClr>
              <a:buSzPct val="100000"/>
              <a:buChar char="•"/>
            </a:pPr>
            <a:r>
              <a:rPr lang="es-MX" u="sng">
                <a:solidFill>
                  <a:schemeClr val="hlink"/>
                </a:solidFill>
                <a:hlinkClick r:id="rId7"/>
              </a:rPr>
              <a:t>http://miensamblador.blogspot.com/2013/05/comparacion-de-dos-numeros-mayor-o-menor.html</a:t>
            </a:r>
            <a:endParaRPr/>
          </a:p>
          <a:p>
            <a:pPr indent="-154940" lvl="0" marL="342900" rtl="0" algn="l">
              <a:lnSpc>
                <a:spcPct val="100000"/>
              </a:lnSpc>
              <a:spcBef>
                <a:spcPts val="592"/>
              </a:spcBef>
              <a:spcAft>
                <a:spcPts val="0"/>
              </a:spcAft>
              <a:buClr>
                <a:schemeClr val="dk1"/>
              </a:buClr>
              <a:buSzPct val="100000"/>
              <a:buNone/>
            </a:pPr>
            <a:r>
              <a:t/>
            </a:r>
            <a:endParaRPr/>
          </a:p>
          <a:p>
            <a:pPr indent="-154940" lvl="0" marL="342900" rtl="0" algn="l">
              <a:lnSpc>
                <a:spcPct val="100000"/>
              </a:lnSpc>
              <a:spcBef>
                <a:spcPts val="592"/>
              </a:spcBef>
              <a:spcAft>
                <a:spcPts val="0"/>
              </a:spcAft>
              <a:buClr>
                <a:schemeClr val="dk1"/>
              </a:buClr>
              <a:buSzPct val="100000"/>
              <a:buNone/>
            </a:pPr>
            <a:r>
              <a:t/>
            </a:r>
            <a:endParaRPr/>
          </a:p>
          <a:p>
            <a:pPr indent="-154940" lvl="0" marL="342900" rtl="0" algn="l">
              <a:lnSpc>
                <a:spcPct val="100000"/>
              </a:lnSpc>
              <a:spcBef>
                <a:spcPts val="592"/>
              </a:spcBef>
              <a:spcAft>
                <a:spcPts val="0"/>
              </a:spcAft>
              <a:buClr>
                <a:schemeClr val="dk1"/>
              </a:buClr>
              <a:buSzPct val="100000"/>
              <a:buNone/>
            </a:pPr>
            <a:r>
              <a:t/>
            </a:r>
            <a:endParaRPr/>
          </a:p>
          <a:p>
            <a:pPr indent="-154940" lvl="0" marL="342900" rtl="0" algn="l">
              <a:lnSpc>
                <a:spcPct val="100000"/>
              </a:lnSpc>
              <a:spcBef>
                <a:spcPts val="592"/>
              </a:spcBef>
              <a:spcAft>
                <a:spcPts val="0"/>
              </a:spcAft>
              <a:buClr>
                <a:schemeClr val="dk1"/>
              </a:buClr>
              <a:buSzPct val="100000"/>
              <a:buNone/>
            </a:pPr>
            <a:r>
              <a:t/>
            </a:r>
            <a:endParaRPr/>
          </a:p>
          <a:p>
            <a:pPr indent="-154940" lvl="0" marL="342900" rtl="0" algn="l">
              <a:lnSpc>
                <a:spcPct val="100000"/>
              </a:lnSpc>
              <a:spcBef>
                <a:spcPts val="592"/>
              </a:spcBef>
              <a:spcAft>
                <a:spcPts val="0"/>
              </a:spcAft>
              <a:buClr>
                <a:schemeClr val="dk1"/>
              </a:buClr>
              <a:buSzPct val="100000"/>
              <a:buNone/>
            </a:pPr>
            <a:r>
              <a:t/>
            </a:r>
            <a:endParaRPr/>
          </a:p>
        </p:txBody>
      </p:sp>
      <p:sp>
        <p:nvSpPr>
          <p:cNvPr id="1272" name="Google Shape;1272;p1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73" name="Google Shape;1273;p1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1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Fecha y hora</a:t>
            </a:r>
            <a:endParaRPr/>
          </a:p>
        </p:txBody>
      </p:sp>
      <p:graphicFrame>
        <p:nvGraphicFramePr>
          <p:cNvPr id="1279" name="Google Shape;1279;p161"/>
          <p:cNvGraphicFramePr/>
          <p:nvPr/>
        </p:nvGraphicFramePr>
        <p:xfrm>
          <a:off x="457200" y="1600200"/>
          <a:ext cx="3000000" cy="3000000"/>
        </p:xfrm>
        <a:graphic>
          <a:graphicData uri="http://schemas.openxmlformats.org/drawingml/2006/table">
            <a:tbl>
              <a:tblPr bandRow="1" firstRow="1">
                <a:noFill/>
                <a:tableStyleId>{7BCB561C-A8D9-4940-A105-9EE0E4D35472}</a:tableStyleId>
              </a:tblPr>
              <a:tblGrid>
                <a:gridCol w="586400"/>
                <a:gridCol w="1800200"/>
                <a:gridCol w="1224125"/>
                <a:gridCol w="461885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s-MX" sz="1800" u="none" cap="none" strike="noStrike"/>
                        <a:t>AH</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lt1"/>
                          </a:solidFill>
                          <a:latin typeface="Calibri"/>
                          <a:ea typeface="Calibri"/>
                          <a:cs typeface="Calibri"/>
                          <a:sym typeface="Calibri"/>
                        </a:rPr>
                        <a:t> </a:t>
                      </a:r>
                      <a:r>
                        <a:rPr b="1" i="0" lang="es-MX" sz="1800" u="none" cap="none" strike="noStrike">
                          <a:solidFill>
                            <a:schemeClr val="lt1"/>
                          </a:solidFill>
                          <a:latin typeface="Calibri"/>
                          <a:ea typeface="Calibri"/>
                          <a:cs typeface="Calibri"/>
                          <a:sym typeface="Calibri"/>
                        </a:rPr>
                        <a:t>Propósito </a:t>
                      </a:r>
                      <a:r>
                        <a:rPr b="0" i="0" lang="es-MX" sz="1800" u="none" cap="none" strike="noStrike">
                          <a:solidFill>
                            <a:schemeClr val="lt1"/>
                          </a:solidFill>
                          <a:latin typeface="Calibri"/>
                          <a:ea typeface="Calibri"/>
                          <a:cs typeface="Calibri"/>
                          <a:sym typeface="Calibri"/>
                        </a:rPr>
                        <a:t>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lt1"/>
                          </a:solidFill>
                          <a:latin typeface="Calibri"/>
                          <a:ea typeface="Calibri"/>
                          <a:cs typeface="Calibri"/>
                          <a:sym typeface="Calibri"/>
                        </a:rPr>
                        <a:t> </a:t>
                      </a:r>
                      <a:r>
                        <a:rPr b="1" i="0" lang="es-MX" sz="1800" u="none" cap="none" strike="noStrike">
                          <a:solidFill>
                            <a:schemeClr val="lt1"/>
                          </a:solidFill>
                          <a:latin typeface="Calibri"/>
                          <a:ea typeface="Calibri"/>
                          <a:cs typeface="Calibri"/>
                          <a:sym typeface="Calibri"/>
                        </a:rPr>
                        <a:t>Tipo </a:t>
                      </a:r>
                      <a:endParaRPr b="0" i="0" sz="18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lt1"/>
                          </a:solidFill>
                          <a:latin typeface="Calibri"/>
                          <a:ea typeface="Calibri"/>
                          <a:cs typeface="Calibri"/>
                          <a:sym typeface="Calibri"/>
                        </a:rPr>
                        <a:t> </a:t>
                      </a:r>
                      <a:r>
                        <a:rPr b="1" i="0" lang="es-MX" sz="1800" u="none" cap="none" strike="noStrike">
                          <a:solidFill>
                            <a:schemeClr val="lt1"/>
                          </a:solidFill>
                          <a:latin typeface="Calibri"/>
                          <a:ea typeface="Calibri"/>
                          <a:cs typeface="Calibri"/>
                          <a:sym typeface="Calibri"/>
                        </a:rPr>
                        <a:t>Descripción. </a:t>
                      </a:r>
                      <a:r>
                        <a:rPr b="0" i="0" lang="es-MX" sz="1800" u="none" cap="none" strike="noStrike">
                          <a:solidFill>
                            <a:schemeClr val="lt1"/>
                          </a:solidFill>
                          <a:latin typeface="Calibri"/>
                          <a:ea typeface="Calibri"/>
                          <a:cs typeface="Calibri"/>
                          <a:sym typeface="Calibri"/>
                        </a:rPr>
                        <a:t>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2A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Obtener la fecha</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Diversos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Regresa AL = día de la semana (Dom=0, Lun=1,….Sab=6) CX = año, DH = mes DL = día del mes.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2B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Coloca la fecha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Diversos</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Inverso a la 2AH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2C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Obtener la hora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Diversos</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Regresa CH = hora, CL = minutos, DH = segundos y DL = centésimos de segundo.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2D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Coloca la hora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Diversos</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s-MX" sz="1800" u="none" cap="none" strike="noStrike">
                          <a:solidFill>
                            <a:schemeClr val="dk1"/>
                          </a:solidFill>
                          <a:latin typeface="Calibri"/>
                          <a:ea typeface="Calibri"/>
                          <a:cs typeface="Calibri"/>
                          <a:sym typeface="Calibri"/>
                        </a:rPr>
                        <a:t>Servicio opuesto al 2CH 	</a:t>
                      </a:r>
                      <a:endParaRPr sz="1400" u="none" cap="none" strike="noStrike"/>
                    </a:p>
                  </a:txBody>
                  <a:tcPr marT="45725" marB="45725" marR="91450" marL="91450"/>
                </a:tc>
              </a:tr>
            </a:tbl>
          </a:graphicData>
        </a:graphic>
      </p:graphicFrame>
      <p:sp>
        <p:nvSpPr>
          <p:cNvPr id="1280" name="Google Shape;1280;p1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81" name="Google Shape;1281;p1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1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solidFill>
                  <a:schemeClr val="dk1"/>
                </a:solidFill>
              </a:rPr>
              <a:t>Obtener la fecha</a:t>
            </a:r>
            <a:endParaRPr/>
          </a:p>
        </p:txBody>
      </p:sp>
      <p:sp>
        <p:nvSpPr>
          <p:cNvPr id="1287" name="Google Shape;1287;p16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None/>
            </a:pPr>
            <a:r>
              <a:rPr lang="es-MX"/>
              <a:t> </a:t>
            </a:r>
            <a:r>
              <a:rPr lang="es-MX" sz="1800"/>
              <a:t>org 100h  </a:t>
            </a:r>
            <a:endParaRPr/>
          </a:p>
          <a:p>
            <a:pPr indent="0" lvl="0" marL="0" rtl="0" algn="l">
              <a:lnSpc>
                <a:spcPct val="100000"/>
              </a:lnSpc>
              <a:spcBef>
                <a:spcPts val="360"/>
              </a:spcBef>
              <a:spcAft>
                <a:spcPts val="0"/>
              </a:spcAft>
              <a:buClr>
                <a:schemeClr val="dk1"/>
              </a:buClr>
              <a:buSzPts val="1800"/>
              <a:buNone/>
            </a:pPr>
            <a:r>
              <a:rPr lang="es-MX" sz="1800"/>
              <a:t>        jmp inicio</a:t>
            </a:r>
            <a:endParaRPr/>
          </a:p>
          <a:p>
            <a:pPr indent="0" lvl="0" marL="0" rtl="0" algn="l">
              <a:lnSpc>
                <a:spcPct val="100000"/>
              </a:lnSpc>
              <a:spcBef>
                <a:spcPts val="360"/>
              </a:spcBef>
              <a:spcAft>
                <a:spcPts val="0"/>
              </a:spcAft>
              <a:buClr>
                <a:schemeClr val="dk1"/>
              </a:buClr>
              <a:buSzPts val="1800"/>
              <a:buNone/>
            </a:pPr>
            <a:r>
              <a:rPr lang="es-MX" sz="1800"/>
              <a:t>inicio: mov ah, 2Ah</a:t>
            </a:r>
            <a:endParaRPr/>
          </a:p>
          <a:p>
            <a:pPr indent="0" lvl="0" marL="0" rtl="0" algn="l">
              <a:lnSpc>
                <a:spcPct val="100000"/>
              </a:lnSpc>
              <a:spcBef>
                <a:spcPts val="360"/>
              </a:spcBef>
              <a:spcAft>
                <a:spcPts val="0"/>
              </a:spcAft>
              <a:buClr>
                <a:schemeClr val="dk1"/>
              </a:buClr>
              <a:buSzPts val="1800"/>
              <a:buNone/>
            </a:pPr>
            <a:r>
              <a:rPr lang="es-MX" sz="1800"/>
              <a:t>        int 21h         ; AL = dia de la semana (Dom=0, Lun=1,….Sab=6)</a:t>
            </a:r>
            <a:endParaRPr/>
          </a:p>
          <a:p>
            <a:pPr indent="0" lvl="0" marL="0" rtl="0" algn="l">
              <a:lnSpc>
                <a:spcPct val="100000"/>
              </a:lnSpc>
              <a:spcBef>
                <a:spcPts val="360"/>
              </a:spcBef>
              <a:spcAft>
                <a:spcPts val="0"/>
              </a:spcAft>
              <a:buClr>
                <a:schemeClr val="dk1"/>
              </a:buClr>
              <a:buSzPts val="1800"/>
              <a:buNone/>
            </a:pPr>
            <a:r>
              <a:rPr lang="es-MX" sz="1800"/>
              <a:t>                        ; CX = año, DH = mes DL = dia del mes.</a:t>
            </a:r>
            <a:endParaRPr/>
          </a:p>
          <a:p>
            <a:pPr indent="0" lvl="0" marL="0" rtl="0" algn="l">
              <a:lnSpc>
                <a:spcPct val="100000"/>
              </a:lnSpc>
              <a:spcBef>
                <a:spcPts val="360"/>
              </a:spcBef>
              <a:spcAft>
                <a:spcPts val="0"/>
              </a:spcAft>
              <a:buClr>
                <a:schemeClr val="dk1"/>
              </a:buClr>
              <a:buSzPts val="1800"/>
              <a:buNone/>
            </a:pPr>
            <a:r>
              <a:rPr lang="es-MX" sz="1800"/>
              <a:t>        ret</a:t>
            </a:r>
            <a:endParaRPr sz="1800"/>
          </a:p>
        </p:txBody>
      </p:sp>
      <p:sp>
        <p:nvSpPr>
          <p:cNvPr id="1288" name="Google Shape;1288;p1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89" name="Google Shape;1289;p1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1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solidFill>
                  <a:schemeClr val="dk1"/>
                </a:solidFill>
              </a:rPr>
              <a:t>Obtener la hora </a:t>
            </a:r>
            <a:endParaRPr/>
          </a:p>
        </p:txBody>
      </p:sp>
      <p:sp>
        <p:nvSpPr>
          <p:cNvPr id="1295" name="Google Shape;1295;p16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None/>
            </a:pPr>
            <a:r>
              <a:rPr lang="es-MX" sz="1600"/>
              <a:t> org 100h  </a:t>
            </a:r>
            <a:endParaRPr/>
          </a:p>
          <a:p>
            <a:pPr indent="0" lvl="0" marL="0" rtl="0" algn="l">
              <a:lnSpc>
                <a:spcPct val="100000"/>
              </a:lnSpc>
              <a:spcBef>
                <a:spcPts val="320"/>
              </a:spcBef>
              <a:spcAft>
                <a:spcPts val="0"/>
              </a:spcAft>
              <a:buClr>
                <a:schemeClr val="dk1"/>
              </a:buClr>
              <a:buSzPts val="1600"/>
              <a:buNone/>
            </a:pPr>
            <a:r>
              <a:rPr lang="es-MX" sz="1600"/>
              <a:t>        jmp inicio</a:t>
            </a:r>
            <a:endParaRPr/>
          </a:p>
          <a:p>
            <a:pPr indent="0" lvl="0" marL="0" rtl="0" algn="l">
              <a:lnSpc>
                <a:spcPct val="100000"/>
              </a:lnSpc>
              <a:spcBef>
                <a:spcPts val="320"/>
              </a:spcBef>
              <a:spcAft>
                <a:spcPts val="0"/>
              </a:spcAft>
              <a:buClr>
                <a:schemeClr val="dk1"/>
              </a:buClr>
              <a:buSzPts val="1600"/>
              <a:buNone/>
            </a:pPr>
            <a:r>
              <a:rPr lang="es-MX" sz="1600"/>
              <a:t>inicio: mov ah, 2Ch</a:t>
            </a:r>
            <a:endParaRPr/>
          </a:p>
          <a:p>
            <a:pPr indent="0" lvl="0" marL="0" rtl="0" algn="l">
              <a:lnSpc>
                <a:spcPct val="100000"/>
              </a:lnSpc>
              <a:spcBef>
                <a:spcPts val="320"/>
              </a:spcBef>
              <a:spcAft>
                <a:spcPts val="0"/>
              </a:spcAft>
              <a:buClr>
                <a:schemeClr val="dk1"/>
              </a:buClr>
              <a:buSzPts val="1600"/>
              <a:buNone/>
            </a:pPr>
            <a:r>
              <a:rPr lang="es-MX" sz="1600"/>
              <a:t>        int 21h         ; CH = hora, CL = minutos, </a:t>
            </a:r>
            <a:endParaRPr/>
          </a:p>
          <a:p>
            <a:pPr indent="0" lvl="0" marL="0" rtl="0" algn="l">
              <a:lnSpc>
                <a:spcPct val="100000"/>
              </a:lnSpc>
              <a:spcBef>
                <a:spcPts val="320"/>
              </a:spcBef>
              <a:spcAft>
                <a:spcPts val="0"/>
              </a:spcAft>
              <a:buClr>
                <a:schemeClr val="dk1"/>
              </a:buClr>
              <a:buSzPts val="1600"/>
              <a:buNone/>
            </a:pPr>
            <a:r>
              <a:rPr lang="es-MX" sz="1600"/>
              <a:t>                        ; DH = segundos y DL = centésimos de segundo</a:t>
            </a:r>
            <a:endParaRPr/>
          </a:p>
          <a:p>
            <a:pPr indent="0" lvl="0" marL="0" rtl="0" algn="l">
              <a:lnSpc>
                <a:spcPct val="100000"/>
              </a:lnSpc>
              <a:spcBef>
                <a:spcPts val="320"/>
              </a:spcBef>
              <a:spcAft>
                <a:spcPts val="0"/>
              </a:spcAft>
              <a:buClr>
                <a:schemeClr val="dk1"/>
              </a:buClr>
              <a:buSzPts val="1600"/>
              <a:buNone/>
            </a:pPr>
            <a:r>
              <a:rPr lang="es-MX" sz="1600"/>
              <a:t>        ret</a:t>
            </a:r>
            <a:endParaRPr sz="1600"/>
          </a:p>
        </p:txBody>
      </p:sp>
      <p:sp>
        <p:nvSpPr>
          <p:cNvPr id="1296" name="Google Shape;1296;p1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297" name="Google Shape;1297;p1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16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None/>
            </a:pPr>
            <a:r>
              <a:rPr b="1" lang="es-MX" sz="4000">
                <a:solidFill>
                  <a:schemeClr val="dk1"/>
                </a:solidFill>
              </a:rPr>
              <a:t>Un pixel</a:t>
            </a:r>
            <a:endParaRPr b="1" sz="4000">
              <a:solidFill>
                <a:schemeClr val="dk1"/>
              </a:solidFill>
            </a:endParaRPr>
          </a:p>
        </p:txBody>
      </p:sp>
      <p:sp>
        <p:nvSpPr>
          <p:cNvPr id="1303" name="Google Shape;1303;p1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304" name="Google Shape;1304;p1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graphicFrame>
        <p:nvGraphicFramePr>
          <p:cNvPr id="1310" name="Google Shape;1310;p165"/>
          <p:cNvGraphicFramePr/>
          <p:nvPr/>
        </p:nvGraphicFramePr>
        <p:xfrm>
          <a:off x="628650" y="2226469"/>
          <a:ext cx="3000000" cy="3000000"/>
        </p:xfrm>
        <a:graphic>
          <a:graphicData uri="http://schemas.openxmlformats.org/drawingml/2006/table">
            <a:tbl>
              <a:tblPr bandRow="1" firstRow="1">
                <a:noFill/>
                <a:tableStyleId>{7BCB561C-A8D9-4940-A105-9EE0E4D35472}</a:tableStyleId>
              </a:tblPr>
              <a:tblGrid>
                <a:gridCol w="468625"/>
                <a:gridCol w="1446425"/>
                <a:gridCol w="5971650"/>
              </a:tblGrid>
              <a:tr h="278125">
                <a:tc gridSpan="3">
                  <a:txBody>
                    <a:bodyPr/>
                    <a:lstStyle/>
                    <a:p>
                      <a:pPr indent="0" lvl="0" marL="0" marR="0" rtl="0" algn="ctr">
                        <a:lnSpc>
                          <a:spcPct val="100000"/>
                        </a:lnSpc>
                        <a:spcBef>
                          <a:spcPts val="0"/>
                        </a:spcBef>
                        <a:spcAft>
                          <a:spcPts val="0"/>
                        </a:spcAft>
                        <a:buClr>
                          <a:schemeClr val="lt1"/>
                        </a:buClr>
                        <a:buSzPts val="1400"/>
                        <a:buFont typeface="Calibri"/>
                        <a:buNone/>
                      </a:pPr>
                      <a:r>
                        <a:rPr b="1" i="0" lang="es-MX" sz="1400" u="none" cap="none" strike="noStrike">
                          <a:solidFill>
                            <a:schemeClr val="lt1"/>
                          </a:solidFill>
                          <a:latin typeface="Calibri"/>
                          <a:ea typeface="Calibri"/>
                          <a:cs typeface="Calibri"/>
                          <a:sym typeface="Calibri"/>
                        </a:rPr>
                        <a:t>OPCIONES DE INT 10H (I/O DE VIDEO) </a:t>
                      </a:r>
                      <a:r>
                        <a:rPr b="0" i="0" lang="es-MX" sz="1400" u="none" cap="none" strike="noStrike">
                          <a:solidFill>
                            <a:schemeClr val="lt1"/>
                          </a:solidFill>
                          <a:latin typeface="Calibri"/>
                          <a:ea typeface="Calibri"/>
                          <a:cs typeface="Calibri"/>
                          <a:sym typeface="Calibri"/>
                        </a:rPr>
                        <a:t>	</a:t>
                      </a:r>
                      <a:endParaRPr sz="1400" u="none" cap="none" strike="noStrike"/>
                    </a:p>
                  </a:txBody>
                  <a:tcPr marT="34300" marB="34300" marR="68575" marL="68575"/>
                </a:tc>
                <a:tc hMerge="1"/>
                <a:tc hMerge="1"/>
              </a:tr>
              <a:tr h="320050">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Times"/>
                          <a:ea typeface="Times"/>
                          <a:cs typeface="Times"/>
                          <a:sym typeface="Times"/>
                        </a:rPr>
                        <a:t>AH </a:t>
                      </a:r>
                      <a:r>
                        <a:rPr b="0" i="0" lang="es-MX" sz="800" u="none" cap="none" strike="noStrike">
                          <a:solidFill>
                            <a:srgbClr val="000000"/>
                          </a:solidFill>
                          <a:latin typeface="Times"/>
                          <a:ea typeface="Times"/>
                          <a:cs typeface="Times"/>
                          <a:sym typeface="Times"/>
                        </a:rPr>
                        <a:t>	</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Times"/>
                          <a:ea typeface="Times"/>
                          <a:cs typeface="Times"/>
                          <a:sym typeface="Times"/>
                        </a:rPr>
                        <a:t>Propósito</a:t>
                      </a:r>
                      <a:r>
                        <a:rPr b="0" i="0" lang="es-MX" sz="800" u="none" cap="none" strike="noStrike">
                          <a:solidFill>
                            <a:srgbClr val="000000"/>
                          </a:solidFill>
                          <a:latin typeface="Times"/>
                          <a:ea typeface="Times"/>
                          <a:cs typeface="Times"/>
                          <a:sym typeface="Times"/>
                        </a:rPr>
                        <a:t>	</a:t>
                      </a:r>
                      <a:endParaRPr sz="1400" u="none" cap="none" strike="noStrike"/>
                    </a:p>
                  </a:txBody>
                  <a:tcPr marT="34300" marB="34300" marR="68575" marL="68575"/>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Times"/>
                          <a:ea typeface="Times"/>
                          <a:cs typeface="Times"/>
                          <a:sym typeface="Times"/>
                        </a:rPr>
                        <a:t>Descripción</a:t>
                      </a:r>
                      <a:endParaRPr b="0" i="0" sz="800" u="none" cap="none" strike="noStrike">
                        <a:solidFill>
                          <a:srgbClr val="000000"/>
                        </a:solidFill>
                        <a:latin typeface="Times"/>
                        <a:ea typeface="Times"/>
                        <a:cs typeface="Times"/>
                        <a:sym typeface="Times"/>
                      </a:endParaRPr>
                    </a:p>
                  </a:txBody>
                  <a:tcPr marT="34300" marB="34300" marR="68575" marL="68575"/>
                </a:tc>
              </a:tr>
              <a:tr h="1828800">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0</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Modo</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El registro AL contiene el modo de video: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AL = </a:t>
                      </a:r>
                      <a:r>
                        <a:rPr b="1" i="0" lang="es-MX" sz="1100" u="none" cap="none" strike="noStrike">
                          <a:solidFill>
                            <a:schemeClr val="dk1"/>
                          </a:solidFill>
                          <a:latin typeface="Calibri"/>
                          <a:ea typeface="Calibri"/>
                          <a:cs typeface="Calibri"/>
                          <a:sym typeface="Calibri"/>
                        </a:rPr>
                        <a:t>0</a:t>
                      </a:r>
                      <a:r>
                        <a:rPr b="0" i="0" lang="es-MX" sz="1100" u="none" cap="none" strike="noStrike">
                          <a:solidFill>
                            <a:schemeClr val="dk1"/>
                          </a:solidFill>
                          <a:latin typeface="Calibri"/>
                          <a:ea typeface="Calibri"/>
                          <a:cs typeface="Calibri"/>
                          <a:sym typeface="Calibri"/>
                        </a:rPr>
                        <a:t>-40 x 25 caracteres blanco y negro,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AL = </a:t>
                      </a:r>
                      <a:r>
                        <a:rPr b="1" i="0" lang="es-MX" sz="1100" u="none" cap="none" strike="noStrike">
                          <a:solidFill>
                            <a:schemeClr val="dk1"/>
                          </a:solidFill>
                          <a:latin typeface="Calibri"/>
                          <a:ea typeface="Calibri"/>
                          <a:cs typeface="Calibri"/>
                          <a:sym typeface="Calibri"/>
                        </a:rPr>
                        <a:t>1</a:t>
                      </a:r>
                      <a:r>
                        <a:rPr b="0" i="0" lang="es-MX" sz="1100" u="none" cap="none" strike="noStrike">
                          <a:solidFill>
                            <a:schemeClr val="dk1"/>
                          </a:solidFill>
                          <a:latin typeface="Calibri"/>
                          <a:ea typeface="Calibri"/>
                          <a:cs typeface="Calibri"/>
                          <a:sym typeface="Calibri"/>
                        </a:rPr>
                        <a:t>-40 x 25 caracteres en color</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AL = </a:t>
                      </a:r>
                      <a:r>
                        <a:rPr b="1" i="0" lang="es-MX" sz="1100" u="none" cap="none" strike="noStrike">
                          <a:solidFill>
                            <a:schemeClr val="dk1"/>
                          </a:solidFill>
                          <a:latin typeface="Calibri"/>
                          <a:ea typeface="Calibri"/>
                          <a:cs typeface="Calibri"/>
                          <a:sym typeface="Calibri"/>
                        </a:rPr>
                        <a:t>2</a:t>
                      </a:r>
                      <a:r>
                        <a:rPr b="0" i="0" lang="es-MX" sz="1100" u="none" cap="none" strike="noStrike">
                          <a:solidFill>
                            <a:schemeClr val="dk1"/>
                          </a:solidFill>
                          <a:latin typeface="Calibri"/>
                          <a:ea typeface="Calibri"/>
                          <a:cs typeface="Calibri"/>
                          <a:sym typeface="Calibri"/>
                        </a:rPr>
                        <a:t>-80 x 25 caracteres blanco y negro</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AL= </a:t>
                      </a:r>
                      <a:r>
                        <a:rPr b="1" i="0" lang="es-MX" sz="1100" u="none" cap="none" strike="noStrike">
                          <a:solidFill>
                            <a:schemeClr val="dk1"/>
                          </a:solidFill>
                          <a:latin typeface="Calibri"/>
                          <a:ea typeface="Calibri"/>
                          <a:cs typeface="Calibri"/>
                          <a:sym typeface="Calibri"/>
                        </a:rPr>
                        <a:t>3</a:t>
                      </a:r>
                      <a:r>
                        <a:rPr b="0" i="0" lang="es-MX" sz="1100" u="none" cap="none" strike="noStrike">
                          <a:solidFill>
                            <a:schemeClr val="dk1"/>
                          </a:solidFill>
                          <a:latin typeface="Calibri"/>
                          <a:ea typeface="Calibri"/>
                          <a:cs typeface="Calibri"/>
                          <a:sym typeface="Calibri"/>
                        </a:rPr>
                        <a:t>-80 x 25 caracteres color</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AL = </a:t>
                      </a:r>
                      <a:r>
                        <a:rPr b="1" i="0" lang="es-MX" sz="1100" u="none" cap="none" strike="noStrike">
                          <a:solidFill>
                            <a:schemeClr val="dk1"/>
                          </a:solidFill>
                          <a:latin typeface="Calibri"/>
                          <a:ea typeface="Calibri"/>
                          <a:cs typeface="Calibri"/>
                          <a:sym typeface="Calibri"/>
                        </a:rPr>
                        <a:t>4</a:t>
                      </a:r>
                      <a:r>
                        <a:rPr b="0" i="0" lang="es-MX" sz="1100" u="none" cap="none" strike="noStrike">
                          <a:solidFill>
                            <a:schemeClr val="dk1"/>
                          </a:solidFill>
                          <a:latin typeface="Calibri"/>
                          <a:ea typeface="Calibri"/>
                          <a:cs typeface="Calibri"/>
                          <a:sym typeface="Calibri"/>
                        </a:rPr>
                        <a:t>-320 x 200 píxeles color</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AL = </a:t>
                      </a:r>
                      <a:r>
                        <a:rPr b="1" i="0" lang="es-MX" sz="1100" u="none" cap="none" strike="noStrike">
                          <a:solidFill>
                            <a:schemeClr val="dk1"/>
                          </a:solidFill>
                          <a:latin typeface="Calibri"/>
                          <a:ea typeface="Calibri"/>
                          <a:cs typeface="Calibri"/>
                          <a:sym typeface="Calibri"/>
                        </a:rPr>
                        <a:t>5</a:t>
                      </a:r>
                      <a:r>
                        <a:rPr b="0" i="0" lang="es-MX" sz="1100" u="none" cap="none" strike="noStrike">
                          <a:solidFill>
                            <a:schemeClr val="dk1"/>
                          </a:solidFill>
                          <a:latin typeface="Calibri"/>
                          <a:ea typeface="Calibri"/>
                          <a:cs typeface="Calibri"/>
                          <a:sym typeface="Calibri"/>
                        </a:rPr>
                        <a:t>-320 x 200 píxeles blanco y negro</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AL = </a:t>
                      </a:r>
                      <a:r>
                        <a:rPr b="1" i="0" lang="es-MX" sz="1100" u="none" cap="none" strike="noStrike">
                          <a:solidFill>
                            <a:schemeClr val="dk1"/>
                          </a:solidFill>
                          <a:latin typeface="Calibri"/>
                          <a:ea typeface="Calibri"/>
                          <a:cs typeface="Calibri"/>
                          <a:sym typeface="Calibri"/>
                        </a:rPr>
                        <a:t>6</a:t>
                      </a:r>
                      <a:r>
                        <a:rPr b="0" i="0" lang="es-MX" sz="1100" u="none" cap="none" strike="noStrike">
                          <a:solidFill>
                            <a:schemeClr val="dk1"/>
                          </a:solidFill>
                          <a:latin typeface="Calibri"/>
                          <a:ea typeface="Calibri"/>
                          <a:cs typeface="Calibri"/>
                          <a:sym typeface="Calibri"/>
                        </a:rPr>
                        <a:t>-640 x 200 píxeles blanco y negro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AL = </a:t>
                      </a:r>
                      <a:r>
                        <a:rPr b="1" i="0" lang="es-MX" sz="1100" u="none" cap="none" strike="noStrike">
                          <a:solidFill>
                            <a:schemeClr val="dk1"/>
                          </a:solidFill>
                          <a:latin typeface="Calibri"/>
                          <a:ea typeface="Calibri"/>
                          <a:cs typeface="Calibri"/>
                          <a:sym typeface="Calibri"/>
                        </a:rPr>
                        <a:t>13</a:t>
                      </a:r>
                      <a:r>
                        <a:rPr b="0" i="0" lang="es-MX" sz="1100" u="none" cap="none" strike="noStrike">
                          <a:solidFill>
                            <a:schemeClr val="dk1"/>
                          </a:solidFill>
                          <a:latin typeface="Calibri"/>
                          <a:ea typeface="Calibri"/>
                          <a:cs typeface="Calibri"/>
                          <a:sym typeface="Calibri"/>
                        </a:rPr>
                        <a:t>-320 x 200 píxeles color</a:t>
                      </a:r>
                      <a:endParaRPr sz="1400" u="none" cap="none" strike="noStrike"/>
                    </a:p>
                  </a:txBody>
                  <a:tcPr marT="34300" marB="34300" marR="68575" marL="68575"/>
                </a:tc>
              </a:tr>
              <a:tr h="548650">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C</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Escribe un punto</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DX = numero de renglón</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CX = numero de columna</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0" i="0" lang="es-MX" sz="1100" u="none" cap="none" strike="noStrike">
                          <a:solidFill>
                            <a:schemeClr val="dk1"/>
                          </a:solidFill>
                          <a:latin typeface="Calibri"/>
                          <a:ea typeface="Calibri"/>
                          <a:cs typeface="Calibri"/>
                          <a:sym typeface="Calibri"/>
                        </a:rPr>
                        <a:t>L = color ( para monitores de alta resolución AL varia la intensidad ). 	</a:t>
                      </a:r>
                      <a:endParaRPr sz="1100" u="none" cap="none" strike="noStrike"/>
                    </a:p>
                  </a:txBody>
                  <a:tcPr marT="34300" marB="34300" marR="68575" marL="68575"/>
                </a:tc>
              </a:tr>
            </a:tbl>
          </a:graphicData>
        </a:graphic>
      </p:graphicFrame>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1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COLOR  	EQU   0Fh</a:t>
            </a:r>
            <a:endParaRPr/>
          </a:p>
        </p:txBody>
      </p:sp>
      <p:pic>
        <p:nvPicPr>
          <p:cNvPr id="1316" name="Google Shape;1316;p166"/>
          <p:cNvPicPr preferRelativeResize="0"/>
          <p:nvPr>
            <p:ph idx="1" type="body"/>
          </p:nvPr>
        </p:nvPicPr>
        <p:blipFill rotWithShape="1">
          <a:blip r:embed="rId3">
            <a:alphaModFix/>
          </a:blip>
          <a:srcRect b="0" l="0" r="0" t="0"/>
          <a:stretch/>
        </p:blipFill>
        <p:spPr>
          <a:xfrm>
            <a:off x="628650" y="2162674"/>
            <a:ext cx="5177921" cy="3263504"/>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1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1322" name="Google Shape;1322;p167"/>
          <p:cNvPicPr preferRelativeResize="0"/>
          <p:nvPr>
            <p:ph idx="1" type="body"/>
          </p:nvPr>
        </p:nvPicPr>
        <p:blipFill rotWithShape="1">
          <a:blip r:embed="rId3">
            <a:alphaModFix/>
          </a:blip>
          <a:srcRect b="0" l="0" r="0" t="0"/>
          <a:stretch/>
        </p:blipFill>
        <p:spPr>
          <a:xfrm>
            <a:off x="628651" y="2261593"/>
            <a:ext cx="4450556" cy="3193256"/>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1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Imprimir un pixel en pantalla con EMU8086</a:t>
            </a:r>
            <a:endParaRPr/>
          </a:p>
        </p:txBody>
      </p:sp>
      <p:sp>
        <p:nvSpPr>
          <p:cNvPr id="1328" name="Google Shape;1328;p168"/>
          <p:cNvSpPr txBox="1"/>
          <p:nvPr>
            <p:ph idx="1" type="body"/>
          </p:nvPr>
        </p:nvSpPr>
        <p:spPr>
          <a:xfrm>
            <a:off x="628650" y="1935827"/>
            <a:ext cx="7886700" cy="3554146"/>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256"/>
              </a:spcBef>
              <a:spcAft>
                <a:spcPts val="0"/>
              </a:spcAft>
              <a:buClr>
                <a:schemeClr val="dk1"/>
              </a:buClr>
              <a:buSzPct val="100000"/>
              <a:buNone/>
            </a:pPr>
            <a:r>
              <a:rPr lang="es-MX"/>
              <a:t>	jmp start</a:t>
            </a:r>
            <a:endParaRPr/>
          </a:p>
          <a:p>
            <a:pPr indent="0" lvl="0" marL="0" rtl="0" algn="l">
              <a:lnSpc>
                <a:spcPct val="100000"/>
              </a:lnSpc>
              <a:spcBef>
                <a:spcPts val="256"/>
              </a:spcBef>
              <a:spcAft>
                <a:spcPts val="0"/>
              </a:spcAft>
              <a:buClr>
                <a:schemeClr val="dk1"/>
              </a:buClr>
              <a:buSzPct val="100000"/>
              <a:buNone/>
            </a:pPr>
            <a:r>
              <a:rPr lang="es-MX"/>
              <a:t>           	X	EQU   15</a:t>
            </a:r>
            <a:endParaRPr/>
          </a:p>
          <a:p>
            <a:pPr indent="0" lvl="0" marL="0" rtl="0" algn="l">
              <a:lnSpc>
                <a:spcPct val="100000"/>
              </a:lnSpc>
              <a:spcBef>
                <a:spcPts val="256"/>
              </a:spcBef>
              <a:spcAft>
                <a:spcPts val="0"/>
              </a:spcAft>
              <a:buClr>
                <a:schemeClr val="dk1"/>
              </a:buClr>
              <a:buSzPct val="100000"/>
              <a:buNone/>
            </a:pPr>
            <a:r>
              <a:rPr lang="es-MX"/>
              <a:t>	Y	EQU   15  </a:t>
            </a:r>
            <a:endParaRPr/>
          </a:p>
          <a:p>
            <a:pPr indent="0" lvl="0" marL="0" rtl="0" algn="l">
              <a:lnSpc>
                <a:spcPct val="100000"/>
              </a:lnSpc>
              <a:spcBef>
                <a:spcPts val="256"/>
              </a:spcBef>
              <a:spcAft>
                <a:spcPts val="0"/>
              </a:spcAft>
              <a:buClr>
                <a:schemeClr val="dk1"/>
              </a:buClr>
              <a:buSzPct val="100000"/>
              <a:buNone/>
            </a:pPr>
            <a:r>
              <a:rPr lang="es-MX"/>
              <a:t>           	COLOR  	EQU   0fh</a:t>
            </a:r>
            <a:endParaRPr/>
          </a:p>
          <a:p>
            <a:pPr indent="0" lvl="0" marL="0" rtl="0" algn="l">
              <a:lnSpc>
                <a:spcPct val="100000"/>
              </a:lnSpc>
              <a:spcBef>
                <a:spcPts val="256"/>
              </a:spcBef>
              <a:spcAft>
                <a:spcPts val="0"/>
              </a:spcAft>
              <a:buClr>
                <a:schemeClr val="dk1"/>
              </a:buClr>
              <a:buSzPct val="100000"/>
              <a:buNone/>
            </a:pPr>
            <a:r>
              <a:rPr lang="es-MX"/>
              <a:t>start:  	mov ah, 0       ; establece el modo de vide</a:t>
            </a:r>
            <a:endParaRPr/>
          </a:p>
          <a:p>
            <a:pPr indent="0" lvl="0" marL="0" rtl="0" algn="l">
              <a:lnSpc>
                <a:spcPct val="100000"/>
              </a:lnSpc>
              <a:spcBef>
                <a:spcPts val="256"/>
              </a:spcBef>
              <a:spcAft>
                <a:spcPts val="0"/>
              </a:spcAft>
              <a:buClr>
                <a:schemeClr val="dk1"/>
              </a:buClr>
              <a:buSzPct val="100000"/>
              <a:buNone/>
            </a:pPr>
            <a:r>
              <a:rPr lang="es-MX"/>
              <a:t>	mov al, 13h     ; 320 x 200 en grafico</a:t>
            </a:r>
            <a:endParaRPr/>
          </a:p>
          <a:p>
            <a:pPr indent="0" lvl="0" marL="0" rtl="0" algn="l">
              <a:lnSpc>
                <a:spcPct val="100000"/>
              </a:lnSpc>
              <a:spcBef>
                <a:spcPts val="256"/>
              </a:spcBef>
              <a:spcAft>
                <a:spcPts val="0"/>
              </a:spcAft>
              <a:buClr>
                <a:schemeClr val="dk1"/>
              </a:buClr>
              <a:buSzPct val="100000"/>
              <a:buNone/>
            </a:pPr>
            <a:r>
              <a:rPr lang="es-MX"/>
              <a:t>	int 10h         ; establece el modo</a:t>
            </a:r>
            <a:endParaRPr/>
          </a:p>
          <a:p>
            <a:pPr indent="0" lvl="0" marL="0" rtl="0" algn="l">
              <a:lnSpc>
                <a:spcPct val="100000"/>
              </a:lnSpc>
              <a:spcBef>
                <a:spcPts val="256"/>
              </a:spcBef>
              <a:spcAft>
                <a:spcPts val="0"/>
              </a:spcAft>
              <a:buClr>
                <a:schemeClr val="dk1"/>
              </a:buClr>
              <a:buSzPct val="100000"/>
              <a:buNone/>
            </a:pPr>
            <a:r>
              <a:rPr lang="es-MX"/>
              <a:t>        	mov cx,X        ; coordenada en X</a:t>
            </a:r>
            <a:endParaRPr/>
          </a:p>
          <a:p>
            <a:pPr indent="0" lvl="0" marL="0" rtl="0" algn="l">
              <a:lnSpc>
                <a:spcPct val="100000"/>
              </a:lnSpc>
              <a:spcBef>
                <a:spcPts val="256"/>
              </a:spcBef>
              <a:spcAft>
                <a:spcPts val="0"/>
              </a:spcAft>
              <a:buClr>
                <a:schemeClr val="dk1"/>
              </a:buClr>
              <a:buSzPct val="100000"/>
              <a:buNone/>
            </a:pPr>
            <a:r>
              <a:rPr lang="es-MX"/>
              <a:t>	mov dx,Y        ; coordenada en Y</a:t>
            </a:r>
            <a:endParaRPr/>
          </a:p>
          <a:p>
            <a:pPr indent="0" lvl="0" marL="0" rtl="0" algn="l">
              <a:lnSpc>
                <a:spcPct val="100000"/>
              </a:lnSpc>
              <a:spcBef>
                <a:spcPts val="256"/>
              </a:spcBef>
              <a:spcAft>
                <a:spcPts val="0"/>
              </a:spcAft>
              <a:buClr>
                <a:schemeClr val="dk1"/>
              </a:buClr>
              <a:buSzPct val="100000"/>
              <a:buNone/>
            </a:pPr>
            <a:r>
              <a:rPr lang="es-MX"/>
              <a:t>	mov al,COLOR    ; color </a:t>
            </a:r>
            <a:endParaRPr/>
          </a:p>
          <a:p>
            <a:pPr indent="0" lvl="0" marL="0" rtl="0" algn="l">
              <a:lnSpc>
                <a:spcPct val="100000"/>
              </a:lnSpc>
              <a:spcBef>
                <a:spcPts val="256"/>
              </a:spcBef>
              <a:spcAft>
                <a:spcPts val="0"/>
              </a:spcAft>
              <a:buClr>
                <a:schemeClr val="dk1"/>
              </a:buClr>
              <a:buSzPct val="100000"/>
              <a:buNone/>
            </a:pPr>
            <a:r>
              <a:rPr lang="es-MX"/>
              <a:t>	mov ah,0Ch      ; Escribe un punto, DX = Y, CX = X, AL = color </a:t>
            </a:r>
            <a:endParaRPr/>
          </a:p>
          <a:p>
            <a:pPr indent="0" lvl="0" marL="0" rtl="0" algn="l">
              <a:lnSpc>
                <a:spcPct val="100000"/>
              </a:lnSpc>
              <a:spcBef>
                <a:spcPts val="256"/>
              </a:spcBef>
              <a:spcAft>
                <a:spcPts val="0"/>
              </a:spcAft>
              <a:buClr>
                <a:schemeClr val="dk1"/>
              </a:buClr>
              <a:buSzPct val="100000"/>
              <a:buNone/>
            </a:pPr>
            <a:r>
              <a:rPr lang="es-MX"/>
              <a:t>	int 10h</a:t>
            </a:r>
            <a:endParaRPr/>
          </a:p>
          <a:p>
            <a:pPr indent="0" lvl="0" marL="0" rtl="0" algn="l">
              <a:lnSpc>
                <a:spcPct val="100000"/>
              </a:lnSpc>
              <a:spcBef>
                <a:spcPts val="256"/>
              </a:spcBef>
              <a:spcAft>
                <a:spcPts val="0"/>
              </a:spcAft>
              <a:buClr>
                <a:schemeClr val="dk1"/>
              </a:buClr>
              <a:buSzPct val="100000"/>
              <a:buNone/>
            </a:pPr>
            <a:r>
              <a:rPr lang="es-MX"/>
              <a:t>	mov     ah, 0 </a:t>
            </a:r>
            <a:endParaRPr/>
          </a:p>
          <a:p>
            <a:pPr indent="0" lvl="0" marL="0" rtl="0" algn="l">
              <a:lnSpc>
                <a:spcPct val="100000"/>
              </a:lnSpc>
              <a:spcBef>
                <a:spcPts val="256"/>
              </a:spcBef>
              <a:spcAft>
                <a:spcPts val="0"/>
              </a:spcAft>
              <a:buClr>
                <a:schemeClr val="dk1"/>
              </a:buClr>
              <a:buSzPct val="100000"/>
              <a:buNone/>
            </a:pPr>
            <a:r>
              <a:rPr lang="es-MX"/>
              <a:t>	int     16h     </a:t>
            </a:r>
            <a:endParaRPr/>
          </a:p>
          <a:p>
            <a:pPr indent="0" lvl="0" marL="0" rtl="0" algn="l">
              <a:lnSpc>
                <a:spcPct val="100000"/>
              </a:lnSpc>
              <a:spcBef>
                <a:spcPts val="256"/>
              </a:spcBef>
              <a:spcAft>
                <a:spcPts val="0"/>
              </a:spcAft>
              <a:buClr>
                <a:schemeClr val="dk1"/>
              </a:buClr>
              <a:buSzPct val="100000"/>
              <a:buNone/>
            </a:pPr>
            <a:r>
              <a:rPr lang="es-MX"/>
              <a:t>	ret </a:t>
            </a:r>
            <a:endParaRPr/>
          </a:p>
          <a:p>
            <a:pPr indent="-261620" lvl="0" marL="342900" rtl="0" algn="l">
              <a:lnSpc>
                <a:spcPct val="100000"/>
              </a:lnSpc>
              <a:spcBef>
                <a:spcPts val="256"/>
              </a:spcBef>
              <a:spcAft>
                <a:spcPts val="0"/>
              </a:spcAft>
              <a:buClr>
                <a:schemeClr val="dk1"/>
              </a:buClr>
              <a:buSzPct val="100000"/>
              <a:buNone/>
            </a:pPr>
            <a:r>
              <a:t/>
            </a:r>
            <a:endParaRPr/>
          </a:p>
        </p:txBody>
      </p:sp>
      <p:pic>
        <p:nvPicPr>
          <p:cNvPr id="1329" name="Google Shape;1329;p168"/>
          <p:cNvPicPr preferRelativeResize="0"/>
          <p:nvPr/>
        </p:nvPicPr>
        <p:blipFill rotWithShape="1">
          <a:blip r:embed="rId3">
            <a:alphaModFix/>
          </a:blip>
          <a:srcRect b="0" l="0" r="0" t="0"/>
          <a:stretch/>
        </p:blipFill>
        <p:spPr>
          <a:xfrm>
            <a:off x="5973335" y="2283343"/>
            <a:ext cx="1050278" cy="857370"/>
          </a:xfrm>
          <a:prstGeom prst="rect">
            <a:avLst/>
          </a:prstGeom>
          <a:noFill/>
          <a:ln>
            <a:noFill/>
          </a:ln>
        </p:spPr>
      </p:pic>
      <p:cxnSp>
        <p:nvCxnSpPr>
          <p:cNvPr id="1330" name="Google Shape;1330;p168"/>
          <p:cNvCxnSpPr/>
          <p:nvPr/>
        </p:nvCxnSpPr>
        <p:spPr>
          <a:xfrm>
            <a:off x="5629795" y="2235085"/>
            <a:ext cx="442652" cy="374072"/>
          </a:xfrm>
          <a:prstGeom prst="straightConnector1">
            <a:avLst/>
          </a:prstGeom>
          <a:noFill/>
          <a:ln cap="flat" cmpd="sng" w="9525">
            <a:solidFill>
              <a:srgbClr val="4A7DBA"/>
            </a:solidFill>
            <a:prstDash val="solid"/>
            <a:round/>
            <a:headEnd len="sm" w="sm" type="none"/>
            <a:tailEnd len="med" w="med" type="triangle"/>
          </a:ln>
        </p:spPr>
      </p:cxn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169"/>
          <p:cNvSpPr txBox="1"/>
          <p:nvPr>
            <p:ph idx="1" type="body"/>
          </p:nvPr>
        </p:nvSpPr>
        <p:spPr>
          <a:xfrm>
            <a:off x="628650" y="1162051"/>
            <a:ext cx="7886700" cy="4327922"/>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Clr>
                <a:schemeClr val="dk1"/>
              </a:buClr>
              <a:buSzPct val="100000"/>
              <a:buNone/>
            </a:pPr>
            <a:r>
              <a:rPr lang="es-MX"/>
              <a:t>	</a:t>
            </a:r>
            <a:r>
              <a:rPr b="1" lang="es-MX"/>
              <a:t>org 100h</a:t>
            </a:r>
            <a:r>
              <a:rPr lang="es-MX"/>
              <a:t>	;Establece la dirección de inicio del programa en la dirección de memoria 100h.</a:t>
            </a:r>
            <a:endParaRPr/>
          </a:p>
          <a:p>
            <a:pPr indent="0" lvl="0" marL="0" rtl="0" algn="l">
              <a:lnSpc>
                <a:spcPct val="100000"/>
              </a:lnSpc>
              <a:spcBef>
                <a:spcPts val="208"/>
              </a:spcBef>
              <a:spcAft>
                <a:spcPts val="0"/>
              </a:spcAft>
              <a:buClr>
                <a:schemeClr val="dk1"/>
              </a:buClr>
              <a:buSzPct val="100000"/>
              <a:buNone/>
            </a:pPr>
            <a:r>
              <a:rPr lang="es-MX"/>
              <a:t>	</a:t>
            </a:r>
            <a:r>
              <a:rPr b="1" lang="es-MX"/>
              <a:t>jmp start</a:t>
            </a:r>
            <a:r>
              <a:rPr lang="es-MX"/>
              <a:t>	; Salta a la etiqueta start, que es donde comienza el código principal del programa.</a:t>
            </a:r>
            <a:endParaRPr/>
          </a:p>
          <a:p>
            <a:pPr indent="0" lvl="0" marL="0" rtl="0" algn="l">
              <a:lnSpc>
                <a:spcPct val="100000"/>
              </a:lnSpc>
              <a:spcBef>
                <a:spcPts val="208"/>
              </a:spcBef>
              <a:spcAft>
                <a:spcPts val="0"/>
              </a:spcAft>
              <a:buClr>
                <a:schemeClr val="dk1"/>
              </a:buClr>
              <a:buSzPct val="100000"/>
              <a:buNone/>
            </a:pPr>
            <a:r>
              <a:rPr lang="es-MX"/>
              <a:t>		;Definiciones de constantes usando EQU:</a:t>
            </a:r>
            <a:endParaRPr/>
          </a:p>
          <a:p>
            <a:pPr indent="0" lvl="0" marL="0" rtl="0" algn="l">
              <a:lnSpc>
                <a:spcPct val="100000"/>
              </a:lnSpc>
              <a:spcBef>
                <a:spcPts val="208"/>
              </a:spcBef>
              <a:spcAft>
                <a:spcPts val="0"/>
              </a:spcAft>
              <a:buClr>
                <a:schemeClr val="dk1"/>
              </a:buClr>
              <a:buSzPct val="100000"/>
              <a:buNone/>
            </a:pPr>
            <a:r>
              <a:rPr lang="es-MX"/>
              <a:t>		</a:t>
            </a:r>
            <a:r>
              <a:rPr b="1" lang="es-MX"/>
              <a:t>X EQU 15</a:t>
            </a:r>
            <a:r>
              <a:rPr lang="es-MX"/>
              <a:t>	;Define la constante X con el valor 15.</a:t>
            </a:r>
            <a:endParaRPr/>
          </a:p>
          <a:p>
            <a:pPr indent="0" lvl="0" marL="0" rtl="0" algn="l">
              <a:lnSpc>
                <a:spcPct val="100000"/>
              </a:lnSpc>
              <a:spcBef>
                <a:spcPts val="208"/>
              </a:spcBef>
              <a:spcAft>
                <a:spcPts val="0"/>
              </a:spcAft>
              <a:buClr>
                <a:schemeClr val="dk1"/>
              </a:buClr>
              <a:buSzPct val="100000"/>
              <a:buNone/>
            </a:pPr>
            <a:r>
              <a:rPr lang="es-MX"/>
              <a:t>		</a:t>
            </a:r>
            <a:r>
              <a:rPr b="1" lang="es-MX"/>
              <a:t>Y EQU 15</a:t>
            </a:r>
            <a:r>
              <a:rPr lang="es-MX"/>
              <a:t>	; Define la constante Y con el valor 15.</a:t>
            </a:r>
            <a:endParaRPr/>
          </a:p>
          <a:p>
            <a:pPr indent="0" lvl="0" marL="0" rtl="0" algn="l">
              <a:lnSpc>
                <a:spcPct val="100000"/>
              </a:lnSpc>
              <a:spcBef>
                <a:spcPts val="208"/>
              </a:spcBef>
              <a:spcAft>
                <a:spcPts val="0"/>
              </a:spcAft>
              <a:buClr>
                <a:schemeClr val="dk1"/>
              </a:buClr>
              <a:buSzPct val="100000"/>
              <a:buNone/>
            </a:pPr>
            <a:r>
              <a:rPr lang="es-MX"/>
              <a:t>		</a:t>
            </a:r>
            <a:r>
              <a:rPr b="1" lang="es-MX"/>
              <a:t>COLOR EQU 0fh	</a:t>
            </a:r>
            <a:r>
              <a:rPr lang="es-MX"/>
              <a:t>; Define la constante COLOR con el valor 0Fh (15 en hexadecimal).</a:t>
            </a:r>
            <a:endParaRPr/>
          </a:p>
          <a:p>
            <a:pPr indent="0" lvl="0" marL="0" rtl="0" algn="l">
              <a:lnSpc>
                <a:spcPct val="100000"/>
              </a:lnSpc>
              <a:spcBef>
                <a:spcPts val="208"/>
              </a:spcBef>
              <a:spcAft>
                <a:spcPts val="0"/>
              </a:spcAft>
              <a:buClr>
                <a:schemeClr val="dk1"/>
              </a:buClr>
              <a:buSzPct val="100000"/>
              <a:buNone/>
            </a:pPr>
            <a:r>
              <a:rPr lang="es-MX"/>
              <a:t>	</a:t>
            </a:r>
            <a:r>
              <a:rPr b="1" lang="es-MX"/>
              <a:t>start:</a:t>
            </a:r>
            <a:r>
              <a:rPr lang="es-MX"/>
              <a:t>	; Etiqueta que marca el inicio del código principal del programa.</a:t>
            </a:r>
            <a:endParaRPr/>
          </a:p>
          <a:p>
            <a:pPr indent="0" lvl="0" marL="0" rtl="0" algn="l">
              <a:lnSpc>
                <a:spcPct val="100000"/>
              </a:lnSpc>
              <a:spcBef>
                <a:spcPts val="208"/>
              </a:spcBef>
              <a:spcAft>
                <a:spcPts val="0"/>
              </a:spcAft>
              <a:buClr>
                <a:schemeClr val="dk1"/>
              </a:buClr>
              <a:buSzPct val="100000"/>
              <a:buNone/>
            </a:pPr>
            <a:r>
              <a:rPr lang="es-MX"/>
              <a:t>	; Configuración del modo gráfico:</a:t>
            </a:r>
            <a:endParaRPr/>
          </a:p>
          <a:p>
            <a:pPr indent="0" lvl="0" marL="0" rtl="0" algn="l">
              <a:lnSpc>
                <a:spcPct val="100000"/>
              </a:lnSpc>
              <a:spcBef>
                <a:spcPts val="208"/>
              </a:spcBef>
              <a:spcAft>
                <a:spcPts val="0"/>
              </a:spcAft>
              <a:buClr>
                <a:schemeClr val="dk1"/>
              </a:buClr>
              <a:buSzPct val="100000"/>
              <a:buNone/>
            </a:pPr>
            <a:r>
              <a:rPr lang="es-MX"/>
              <a:t>	</a:t>
            </a:r>
            <a:r>
              <a:rPr b="1" lang="es-MX"/>
              <a:t>mov ah, 0</a:t>
            </a:r>
            <a:r>
              <a:rPr lang="es-MX"/>
              <a:t>	; Carga 0 en AH para indicar la función 0 del BIOS, que se utiliza para configurar el modo de video.</a:t>
            </a:r>
            <a:endParaRPr/>
          </a:p>
          <a:p>
            <a:pPr indent="0" lvl="0" marL="0" rtl="0" algn="l">
              <a:lnSpc>
                <a:spcPct val="100000"/>
              </a:lnSpc>
              <a:spcBef>
                <a:spcPts val="208"/>
              </a:spcBef>
              <a:spcAft>
                <a:spcPts val="0"/>
              </a:spcAft>
              <a:buClr>
                <a:schemeClr val="dk1"/>
              </a:buClr>
              <a:buSzPct val="100000"/>
              <a:buNone/>
            </a:pPr>
            <a:r>
              <a:rPr lang="es-MX"/>
              <a:t>	</a:t>
            </a:r>
            <a:r>
              <a:rPr b="1" lang="es-MX"/>
              <a:t>mov al, 13h</a:t>
            </a:r>
            <a:r>
              <a:rPr lang="es-MX"/>
              <a:t>	; Carga 13h en AL, que es el modo de video 320x200 en gráfico.</a:t>
            </a:r>
            <a:endParaRPr/>
          </a:p>
          <a:p>
            <a:pPr indent="0" lvl="0" marL="0" rtl="0" algn="l">
              <a:lnSpc>
                <a:spcPct val="100000"/>
              </a:lnSpc>
              <a:spcBef>
                <a:spcPts val="208"/>
              </a:spcBef>
              <a:spcAft>
                <a:spcPts val="0"/>
              </a:spcAft>
              <a:buClr>
                <a:schemeClr val="dk1"/>
              </a:buClr>
              <a:buSzPct val="100000"/>
              <a:buNone/>
            </a:pPr>
            <a:r>
              <a:rPr lang="es-MX"/>
              <a:t>	</a:t>
            </a:r>
            <a:r>
              <a:rPr b="1" lang="es-MX"/>
              <a:t>int 10h</a:t>
            </a:r>
            <a:r>
              <a:rPr lang="es-MX"/>
              <a:t>	; Llama a la interrupción 10h del BIOS para cambiar al modo de video configurado en AL.</a:t>
            </a:r>
            <a:endParaRPr/>
          </a:p>
          <a:p>
            <a:pPr indent="0" lvl="0" marL="0" rtl="0" algn="l">
              <a:lnSpc>
                <a:spcPct val="100000"/>
              </a:lnSpc>
              <a:spcBef>
                <a:spcPts val="208"/>
              </a:spcBef>
              <a:spcAft>
                <a:spcPts val="0"/>
              </a:spcAft>
              <a:buClr>
                <a:schemeClr val="dk1"/>
              </a:buClr>
              <a:buSzPct val="100000"/>
              <a:buNone/>
            </a:pPr>
            <a:r>
              <a:rPr lang="es-MX"/>
              <a:t>	;Dibujar un píxel en la pantalla:</a:t>
            </a:r>
            <a:endParaRPr/>
          </a:p>
          <a:p>
            <a:pPr indent="0" lvl="0" marL="0" rtl="0" algn="l">
              <a:lnSpc>
                <a:spcPct val="100000"/>
              </a:lnSpc>
              <a:spcBef>
                <a:spcPts val="208"/>
              </a:spcBef>
              <a:spcAft>
                <a:spcPts val="0"/>
              </a:spcAft>
              <a:buClr>
                <a:schemeClr val="dk1"/>
              </a:buClr>
              <a:buSzPct val="100000"/>
              <a:buNone/>
            </a:pPr>
            <a:r>
              <a:rPr lang="es-MX"/>
              <a:t>	</a:t>
            </a:r>
            <a:r>
              <a:rPr b="1" lang="es-MX"/>
              <a:t>mov cx, X</a:t>
            </a:r>
            <a:r>
              <a:rPr lang="es-MX"/>
              <a:t>	; Carga el valor de la constante X en CX, que representa la coordenada X del píxel.</a:t>
            </a:r>
            <a:endParaRPr/>
          </a:p>
          <a:p>
            <a:pPr indent="0" lvl="0" marL="0" rtl="0" algn="l">
              <a:lnSpc>
                <a:spcPct val="100000"/>
              </a:lnSpc>
              <a:spcBef>
                <a:spcPts val="208"/>
              </a:spcBef>
              <a:spcAft>
                <a:spcPts val="0"/>
              </a:spcAft>
              <a:buClr>
                <a:schemeClr val="dk1"/>
              </a:buClr>
              <a:buSzPct val="100000"/>
              <a:buNone/>
            </a:pPr>
            <a:r>
              <a:rPr lang="es-MX"/>
              <a:t>	</a:t>
            </a:r>
            <a:r>
              <a:rPr b="1" lang="es-MX"/>
              <a:t>mov dx, Y</a:t>
            </a:r>
            <a:r>
              <a:rPr lang="es-MX"/>
              <a:t>	; Carga el valor de la constante Y en DX, que representa la coordenada Y del píxel.</a:t>
            </a:r>
            <a:endParaRPr/>
          </a:p>
          <a:p>
            <a:pPr indent="0" lvl="0" marL="0" rtl="0" algn="l">
              <a:lnSpc>
                <a:spcPct val="100000"/>
              </a:lnSpc>
              <a:spcBef>
                <a:spcPts val="208"/>
              </a:spcBef>
              <a:spcAft>
                <a:spcPts val="0"/>
              </a:spcAft>
              <a:buClr>
                <a:schemeClr val="dk1"/>
              </a:buClr>
              <a:buSzPct val="100000"/>
              <a:buNone/>
            </a:pPr>
            <a:r>
              <a:rPr lang="es-MX"/>
              <a:t>	</a:t>
            </a:r>
            <a:r>
              <a:rPr b="1" lang="es-MX"/>
              <a:t>mov al, COLOR</a:t>
            </a:r>
            <a:r>
              <a:rPr lang="es-MX"/>
              <a:t>	; Carga el valor de la constante COLOR en AL, que representa el color del píxel (en este caso, 15 en hexadecimal).</a:t>
            </a:r>
            <a:endParaRPr/>
          </a:p>
          <a:p>
            <a:pPr indent="0" lvl="0" marL="0" rtl="0" algn="l">
              <a:lnSpc>
                <a:spcPct val="100000"/>
              </a:lnSpc>
              <a:spcBef>
                <a:spcPts val="208"/>
              </a:spcBef>
              <a:spcAft>
                <a:spcPts val="0"/>
              </a:spcAft>
              <a:buClr>
                <a:schemeClr val="dk1"/>
              </a:buClr>
              <a:buSzPct val="100000"/>
              <a:buNone/>
            </a:pPr>
            <a:r>
              <a:rPr lang="es-MX"/>
              <a:t>	</a:t>
            </a:r>
            <a:r>
              <a:rPr b="1" lang="es-MX"/>
              <a:t>mov ah, 0Ch</a:t>
            </a:r>
            <a:r>
              <a:rPr lang="es-MX"/>
              <a:t>	; Carga 0Ch en AH, que es la función de la BIOS para escribir un punto en la pantalla.</a:t>
            </a:r>
            <a:endParaRPr/>
          </a:p>
          <a:p>
            <a:pPr indent="0" lvl="0" marL="0" rtl="0" algn="l">
              <a:lnSpc>
                <a:spcPct val="100000"/>
              </a:lnSpc>
              <a:spcBef>
                <a:spcPts val="208"/>
              </a:spcBef>
              <a:spcAft>
                <a:spcPts val="0"/>
              </a:spcAft>
              <a:buClr>
                <a:schemeClr val="dk1"/>
              </a:buClr>
              <a:buSzPct val="100000"/>
              <a:buNone/>
            </a:pPr>
            <a:r>
              <a:rPr lang="es-MX"/>
              <a:t>	</a:t>
            </a:r>
            <a:r>
              <a:rPr b="1" lang="es-MX"/>
              <a:t>int 10h</a:t>
            </a:r>
            <a:r>
              <a:rPr lang="es-MX"/>
              <a:t>	; Llama a la interrupción 10h del BIOS para dibujar el píxel en la posición especificada por CX y DX, con el color especificado por AL.</a:t>
            </a:r>
            <a:endParaRPr/>
          </a:p>
          <a:p>
            <a:pPr indent="0" lvl="0" marL="0" rtl="0" algn="l">
              <a:lnSpc>
                <a:spcPct val="100000"/>
              </a:lnSpc>
              <a:spcBef>
                <a:spcPts val="208"/>
              </a:spcBef>
              <a:spcAft>
                <a:spcPts val="0"/>
              </a:spcAft>
              <a:buClr>
                <a:schemeClr val="dk1"/>
              </a:buClr>
              <a:buSzPct val="100000"/>
              <a:buNone/>
            </a:pPr>
            <a:r>
              <a:rPr lang="es-MX"/>
              <a:t>	</a:t>
            </a:r>
            <a:r>
              <a:rPr b="1" lang="es-MX"/>
              <a:t>mov ah, 0</a:t>
            </a:r>
            <a:endParaRPr/>
          </a:p>
          <a:p>
            <a:pPr indent="0" lvl="0" marL="0" rtl="0" algn="l">
              <a:lnSpc>
                <a:spcPct val="100000"/>
              </a:lnSpc>
              <a:spcBef>
                <a:spcPts val="208"/>
              </a:spcBef>
              <a:spcAft>
                <a:spcPts val="0"/>
              </a:spcAft>
              <a:buClr>
                <a:schemeClr val="dk1"/>
              </a:buClr>
              <a:buSzPct val="100000"/>
              <a:buNone/>
            </a:pPr>
            <a:r>
              <a:rPr lang="es-MX"/>
              <a:t>	 </a:t>
            </a:r>
            <a:r>
              <a:rPr b="1" lang="es-MX"/>
              <a:t>int 16h</a:t>
            </a:r>
            <a:r>
              <a:rPr lang="es-MX"/>
              <a:t>	; Estas instrucciones parecen no tener función en este contexto y podrían ser eliminadas sin afectar el comportamiento del programa.</a:t>
            </a:r>
            <a:endParaRPr/>
          </a:p>
          <a:p>
            <a:pPr indent="0" lvl="0" marL="0" rtl="0" algn="l">
              <a:lnSpc>
                <a:spcPct val="100000"/>
              </a:lnSpc>
              <a:spcBef>
                <a:spcPts val="208"/>
              </a:spcBef>
              <a:spcAft>
                <a:spcPts val="0"/>
              </a:spcAft>
              <a:buClr>
                <a:schemeClr val="dk1"/>
              </a:buClr>
              <a:buSzPct val="100000"/>
              <a:buNone/>
            </a:pPr>
            <a:r>
              <a:rPr lang="es-MX"/>
              <a:t>	</a:t>
            </a:r>
            <a:r>
              <a:rPr b="1" lang="es-MX"/>
              <a:t>ret</a:t>
            </a:r>
            <a:r>
              <a:rPr lang="es-MX"/>
              <a:t>	; Retorna del programa, finalizándolo.</a:t>
            </a:r>
            <a:endParaRPr/>
          </a:p>
          <a:p>
            <a:pPr indent="-276860" lvl="0" marL="342900" rtl="0" algn="l">
              <a:lnSpc>
                <a:spcPct val="100000"/>
              </a:lnSpc>
              <a:spcBef>
                <a:spcPts val="208"/>
              </a:spcBef>
              <a:spcAft>
                <a:spcPts val="0"/>
              </a:spcAft>
              <a:buClr>
                <a:schemeClr val="dk1"/>
              </a:buClr>
              <a:buSzPct val="100000"/>
              <a:buNone/>
            </a:pPr>
            <a:r>
              <a:t/>
            </a:r>
            <a:endParaRPr/>
          </a:p>
          <a:p>
            <a:pPr indent="-342900" lvl="0" marL="342900" rtl="0" algn="l">
              <a:lnSpc>
                <a:spcPct val="100000"/>
              </a:lnSpc>
              <a:spcBef>
                <a:spcPts val="208"/>
              </a:spcBef>
              <a:spcAft>
                <a:spcPts val="0"/>
              </a:spcAft>
              <a:buClr>
                <a:schemeClr val="dk1"/>
              </a:buClr>
              <a:buSzPct val="100000"/>
              <a:buChar char="•"/>
            </a:pPr>
            <a:r>
              <a:rPr lang="es-MX"/>
              <a:t>Este programa configura el modo gráfico en 320x200 y dibuja un píxel de color en la posición (15, 15) de la pantalla.</a:t>
            </a:r>
            <a:endParaRPr/>
          </a:p>
          <a:p>
            <a:pPr indent="-276860" lvl="0" marL="342900" rtl="0" algn="l">
              <a:lnSpc>
                <a:spcPct val="100000"/>
              </a:lnSpc>
              <a:spcBef>
                <a:spcPts val="208"/>
              </a:spcBef>
              <a:spcAft>
                <a:spcPts val="0"/>
              </a:spcAft>
              <a:buClr>
                <a:schemeClr val="dk1"/>
              </a:buClr>
              <a:buSzPct val="100000"/>
              <a:buNone/>
            </a:pPr>
            <a:r>
              <a:t/>
            </a:r>
            <a:endParaRPr/>
          </a:p>
          <a:p>
            <a:pPr indent="-276860" lvl="0" marL="342900" rtl="0" algn="l">
              <a:lnSpc>
                <a:spcPct val="100000"/>
              </a:lnSpc>
              <a:spcBef>
                <a:spcPts val="208"/>
              </a:spcBef>
              <a:spcAft>
                <a:spcPts val="0"/>
              </a:spcAft>
              <a:buClr>
                <a:schemeClr val="dk1"/>
              </a:buClr>
              <a:buSzPct val="100000"/>
              <a:buNone/>
            </a:pPr>
            <a:r>
              <a:t/>
            </a:r>
            <a:endParaRPr/>
          </a:p>
          <a:p>
            <a:pPr indent="-276860" lvl="0" marL="342900" rtl="0" algn="l">
              <a:lnSpc>
                <a:spcPct val="100000"/>
              </a:lnSpc>
              <a:spcBef>
                <a:spcPts val="208"/>
              </a:spcBef>
              <a:spcAft>
                <a:spcPts val="0"/>
              </a:spcAft>
              <a:buClr>
                <a:schemeClr val="dk1"/>
              </a:buClr>
              <a:buSzPct val="100000"/>
              <a:buNone/>
            </a:pPr>
            <a:r>
              <a:t/>
            </a:r>
            <a:endParaRPr/>
          </a:p>
          <a:p>
            <a:pPr indent="-276860" lvl="0" marL="342900" rtl="0" algn="l">
              <a:lnSpc>
                <a:spcPct val="100000"/>
              </a:lnSpc>
              <a:spcBef>
                <a:spcPts val="208"/>
              </a:spcBef>
              <a:spcAft>
                <a:spcPts val="0"/>
              </a:spcAft>
              <a:buClr>
                <a:schemeClr val="dk1"/>
              </a:buClr>
              <a:buSzPct val="100000"/>
              <a:buNone/>
            </a:pPr>
            <a:r>
              <a:t/>
            </a:r>
            <a:endParaRPr/>
          </a:p>
          <a:p>
            <a:pPr indent="-276860" lvl="0" marL="342900" rtl="0" algn="l">
              <a:lnSpc>
                <a:spcPct val="100000"/>
              </a:lnSpc>
              <a:spcBef>
                <a:spcPts val="208"/>
              </a:spcBef>
              <a:spcAft>
                <a:spcPts val="0"/>
              </a:spcAft>
              <a:buClr>
                <a:schemeClr val="dk1"/>
              </a:buClr>
              <a:buSzPct val="100000"/>
              <a:buNone/>
            </a:pPr>
            <a:r>
              <a:t/>
            </a:r>
            <a:endParaRPr/>
          </a:p>
          <a:p>
            <a:pPr indent="-276860" lvl="0" marL="342900" rtl="0" algn="l">
              <a:lnSpc>
                <a:spcPct val="100000"/>
              </a:lnSpc>
              <a:spcBef>
                <a:spcPts val="208"/>
              </a:spcBef>
              <a:spcAft>
                <a:spcPts val="0"/>
              </a:spcAft>
              <a:buClr>
                <a:schemeClr val="dk1"/>
              </a:buClr>
              <a:buSzPct val="100000"/>
              <a:buNone/>
            </a:pPr>
            <a:r>
              <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170"/>
          <p:cNvSpPr txBox="1"/>
          <p:nvPr>
            <p:ph idx="1" type="body"/>
          </p:nvPr>
        </p:nvSpPr>
        <p:spPr>
          <a:xfrm>
            <a:off x="628650" y="1013113"/>
            <a:ext cx="7886700" cy="4744490"/>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Clr>
                <a:schemeClr val="dk1"/>
              </a:buClr>
              <a:buSzPct val="100000"/>
              <a:buNone/>
            </a:pPr>
            <a:r>
              <a:rPr lang="es-MX"/>
              <a:t>	.model small  </a:t>
            </a:r>
            <a:endParaRPr/>
          </a:p>
          <a:p>
            <a:pPr indent="0" lvl="0" marL="0" rtl="0" algn="l">
              <a:lnSpc>
                <a:spcPct val="100000"/>
              </a:lnSpc>
              <a:spcBef>
                <a:spcPts val="208"/>
              </a:spcBef>
              <a:spcAft>
                <a:spcPts val="0"/>
              </a:spcAft>
              <a:buClr>
                <a:schemeClr val="dk1"/>
              </a:buClr>
              <a:buSzPct val="100000"/>
              <a:buNone/>
            </a:pPr>
            <a:r>
              <a:rPr lang="es-MX"/>
              <a:t>	.data   </a:t>
            </a:r>
            <a:endParaRPr/>
          </a:p>
          <a:p>
            <a:pPr indent="0" lvl="0" marL="0" rtl="0" algn="l">
              <a:lnSpc>
                <a:spcPct val="100000"/>
              </a:lnSpc>
              <a:spcBef>
                <a:spcPts val="208"/>
              </a:spcBef>
              <a:spcAft>
                <a:spcPts val="0"/>
              </a:spcAft>
              <a:buClr>
                <a:schemeClr val="dk1"/>
              </a:buClr>
              <a:buSzPct val="100000"/>
              <a:buNone/>
            </a:pPr>
            <a:r>
              <a:rPr lang="es-MX"/>
              <a:t>		arreglo db 15,16,17,18,19</a:t>
            </a:r>
            <a:endParaRPr/>
          </a:p>
          <a:p>
            <a:pPr indent="0" lvl="0" marL="0" rtl="0" algn="l">
              <a:lnSpc>
                <a:spcPct val="100000"/>
              </a:lnSpc>
              <a:spcBef>
                <a:spcPts val="208"/>
              </a:spcBef>
              <a:spcAft>
                <a:spcPts val="0"/>
              </a:spcAft>
              <a:buClr>
                <a:schemeClr val="dk1"/>
              </a:buClr>
              <a:buSzPct val="100000"/>
              <a:buNone/>
            </a:pPr>
            <a:r>
              <a:rPr lang="es-MX"/>
              <a:t>		COLOR  	EQU   0fh </a:t>
            </a:r>
            <a:endParaRPr/>
          </a:p>
          <a:p>
            <a:pPr indent="0" lvl="0" marL="0" rtl="0" algn="l">
              <a:lnSpc>
                <a:spcPct val="100000"/>
              </a:lnSpc>
              <a:spcBef>
                <a:spcPts val="208"/>
              </a:spcBef>
              <a:spcAft>
                <a:spcPts val="0"/>
              </a:spcAft>
              <a:buClr>
                <a:schemeClr val="dk1"/>
              </a:buClr>
              <a:buSzPct val="100000"/>
              <a:buNone/>
            </a:pPr>
            <a:r>
              <a:rPr lang="es-MX"/>
              <a:t>	.code</a:t>
            </a:r>
            <a:endParaRPr/>
          </a:p>
          <a:p>
            <a:pPr indent="0" lvl="0" marL="0" rtl="0" algn="l">
              <a:lnSpc>
                <a:spcPct val="100000"/>
              </a:lnSpc>
              <a:spcBef>
                <a:spcPts val="208"/>
              </a:spcBef>
              <a:spcAft>
                <a:spcPts val="0"/>
              </a:spcAft>
              <a:buClr>
                <a:schemeClr val="dk1"/>
              </a:buClr>
              <a:buSzPct val="100000"/>
              <a:buNone/>
            </a:pPr>
            <a:r>
              <a:rPr lang="es-MX"/>
              <a:t>		mov ax,@data</a:t>
            </a:r>
            <a:endParaRPr/>
          </a:p>
          <a:p>
            <a:pPr indent="0" lvl="0" marL="0" rtl="0" algn="l">
              <a:lnSpc>
                <a:spcPct val="100000"/>
              </a:lnSpc>
              <a:spcBef>
                <a:spcPts val="208"/>
              </a:spcBef>
              <a:spcAft>
                <a:spcPts val="0"/>
              </a:spcAft>
              <a:buClr>
                <a:schemeClr val="dk1"/>
              </a:buClr>
              <a:buSzPct val="100000"/>
              <a:buNone/>
            </a:pPr>
            <a:r>
              <a:rPr lang="es-MX"/>
              <a:t>		mov ds,ax </a:t>
            </a:r>
            <a:endParaRPr/>
          </a:p>
          <a:p>
            <a:pPr indent="0" lvl="0" marL="0" rtl="0" algn="l">
              <a:lnSpc>
                <a:spcPct val="100000"/>
              </a:lnSpc>
              <a:spcBef>
                <a:spcPts val="208"/>
              </a:spcBef>
              <a:spcAft>
                <a:spcPts val="0"/>
              </a:spcAft>
              <a:buClr>
                <a:schemeClr val="dk1"/>
              </a:buClr>
              <a:buSzPct val="100000"/>
              <a:buNone/>
            </a:pPr>
            <a:r>
              <a:rPr lang="es-MX"/>
              <a:t>		mov ah, 0       </a:t>
            </a:r>
            <a:endParaRPr/>
          </a:p>
          <a:p>
            <a:pPr indent="0" lvl="0" marL="0" rtl="0" algn="l">
              <a:lnSpc>
                <a:spcPct val="100000"/>
              </a:lnSpc>
              <a:spcBef>
                <a:spcPts val="208"/>
              </a:spcBef>
              <a:spcAft>
                <a:spcPts val="0"/>
              </a:spcAft>
              <a:buClr>
                <a:schemeClr val="dk1"/>
              </a:buClr>
              <a:buSzPct val="100000"/>
              <a:buNone/>
            </a:pPr>
            <a:r>
              <a:rPr lang="es-MX"/>
              <a:t>	   	 mov al, 13h     </a:t>
            </a:r>
            <a:endParaRPr/>
          </a:p>
          <a:p>
            <a:pPr indent="0" lvl="0" marL="0" rtl="0" algn="l">
              <a:lnSpc>
                <a:spcPct val="100000"/>
              </a:lnSpc>
              <a:spcBef>
                <a:spcPts val="208"/>
              </a:spcBef>
              <a:spcAft>
                <a:spcPts val="0"/>
              </a:spcAft>
              <a:buClr>
                <a:schemeClr val="dk1"/>
              </a:buClr>
              <a:buSzPct val="100000"/>
              <a:buNone/>
            </a:pPr>
            <a:r>
              <a:rPr lang="es-MX"/>
              <a:t>	   	 int 10h              </a:t>
            </a:r>
            <a:endParaRPr/>
          </a:p>
          <a:p>
            <a:pPr indent="0" lvl="0" marL="0" rtl="0" algn="l">
              <a:lnSpc>
                <a:spcPct val="100000"/>
              </a:lnSpc>
              <a:spcBef>
                <a:spcPts val="208"/>
              </a:spcBef>
              <a:spcAft>
                <a:spcPts val="0"/>
              </a:spcAft>
              <a:buClr>
                <a:schemeClr val="dk1"/>
              </a:buClr>
              <a:buSzPct val="100000"/>
              <a:buNone/>
            </a:pPr>
            <a:r>
              <a:rPr lang="es-MX"/>
              <a:t>	    	mov si,1  </a:t>
            </a:r>
            <a:endParaRPr/>
          </a:p>
          <a:p>
            <a:pPr indent="0" lvl="0" marL="0" rtl="0" algn="l">
              <a:lnSpc>
                <a:spcPct val="100000"/>
              </a:lnSpc>
              <a:spcBef>
                <a:spcPts val="208"/>
              </a:spcBef>
              <a:spcAft>
                <a:spcPts val="0"/>
              </a:spcAft>
              <a:buClr>
                <a:schemeClr val="dk1"/>
              </a:buClr>
              <a:buSzPct val="100000"/>
              <a:buNone/>
            </a:pPr>
            <a:r>
              <a:rPr lang="es-MX"/>
              <a:t>	    	mov cx,si</a:t>
            </a:r>
            <a:endParaRPr/>
          </a:p>
          <a:p>
            <a:pPr indent="0" lvl="0" marL="0" rtl="0" algn="l">
              <a:lnSpc>
                <a:spcPct val="100000"/>
              </a:lnSpc>
              <a:spcBef>
                <a:spcPts val="208"/>
              </a:spcBef>
              <a:spcAft>
                <a:spcPts val="0"/>
              </a:spcAft>
              <a:buClr>
                <a:schemeClr val="dk1"/>
              </a:buClr>
              <a:buSzPct val="100000"/>
              <a:buNone/>
            </a:pPr>
            <a:r>
              <a:rPr lang="es-MX"/>
              <a:t>	    	mov dl,arreglo(si)        </a:t>
            </a:r>
            <a:endParaRPr/>
          </a:p>
          <a:p>
            <a:pPr indent="0" lvl="0" marL="0" rtl="0" algn="l">
              <a:lnSpc>
                <a:spcPct val="100000"/>
              </a:lnSpc>
              <a:spcBef>
                <a:spcPts val="208"/>
              </a:spcBef>
              <a:spcAft>
                <a:spcPts val="0"/>
              </a:spcAft>
              <a:buClr>
                <a:schemeClr val="dk1"/>
              </a:buClr>
              <a:buSzPct val="100000"/>
              <a:buNone/>
            </a:pPr>
            <a:r>
              <a:rPr lang="es-MX"/>
              <a:t>	    	mov al,COLOR     </a:t>
            </a:r>
            <a:endParaRPr/>
          </a:p>
          <a:p>
            <a:pPr indent="0" lvl="0" marL="0" rtl="0" algn="l">
              <a:lnSpc>
                <a:spcPct val="100000"/>
              </a:lnSpc>
              <a:spcBef>
                <a:spcPts val="208"/>
              </a:spcBef>
              <a:spcAft>
                <a:spcPts val="0"/>
              </a:spcAft>
              <a:buClr>
                <a:schemeClr val="dk1"/>
              </a:buClr>
              <a:buSzPct val="100000"/>
              <a:buNone/>
            </a:pPr>
            <a:r>
              <a:rPr lang="es-MX"/>
              <a:t>	    	mov ah,0Ch      </a:t>
            </a:r>
            <a:endParaRPr/>
          </a:p>
          <a:p>
            <a:pPr indent="0" lvl="0" marL="0" rtl="0" algn="l">
              <a:lnSpc>
                <a:spcPct val="100000"/>
              </a:lnSpc>
              <a:spcBef>
                <a:spcPts val="208"/>
              </a:spcBef>
              <a:spcAft>
                <a:spcPts val="0"/>
              </a:spcAft>
              <a:buClr>
                <a:schemeClr val="dk1"/>
              </a:buClr>
              <a:buSzPct val="100000"/>
              <a:buNone/>
            </a:pPr>
            <a:r>
              <a:rPr lang="es-MX"/>
              <a:t>	   	 int 10h             ; AL = Color, BH = Página, CX = X, DX = Y</a:t>
            </a:r>
            <a:endParaRPr/>
          </a:p>
          <a:p>
            <a:pPr indent="0" lvl="0" marL="0" rtl="0" algn="l">
              <a:lnSpc>
                <a:spcPct val="100000"/>
              </a:lnSpc>
              <a:spcBef>
                <a:spcPts val="208"/>
              </a:spcBef>
              <a:spcAft>
                <a:spcPts val="0"/>
              </a:spcAft>
              <a:buClr>
                <a:schemeClr val="dk1"/>
              </a:buClr>
              <a:buSzPct val="100000"/>
              <a:buNone/>
            </a:pPr>
            <a:r>
              <a:rPr lang="es-MX"/>
              <a:t>	   	 inc si </a:t>
            </a:r>
            <a:endParaRPr/>
          </a:p>
          <a:p>
            <a:pPr indent="0" lvl="0" marL="0" rtl="0" algn="l">
              <a:lnSpc>
                <a:spcPct val="100000"/>
              </a:lnSpc>
              <a:spcBef>
                <a:spcPts val="208"/>
              </a:spcBef>
              <a:spcAft>
                <a:spcPts val="0"/>
              </a:spcAft>
              <a:buClr>
                <a:schemeClr val="dk1"/>
              </a:buClr>
              <a:buSzPct val="100000"/>
              <a:buNone/>
            </a:pPr>
            <a:r>
              <a:rPr lang="es-MX"/>
              <a:t>	    	mov cx,si</a:t>
            </a:r>
            <a:endParaRPr/>
          </a:p>
          <a:p>
            <a:pPr indent="0" lvl="0" marL="0" rtl="0" algn="l">
              <a:lnSpc>
                <a:spcPct val="100000"/>
              </a:lnSpc>
              <a:spcBef>
                <a:spcPts val="208"/>
              </a:spcBef>
              <a:spcAft>
                <a:spcPts val="0"/>
              </a:spcAft>
              <a:buClr>
                <a:schemeClr val="dk1"/>
              </a:buClr>
              <a:buSzPct val="100000"/>
              <a:buNone/>
            </a:pPr>
            <a:r>
              <a:rPr lang="es-MX"/>
              <a:t>	    	mov dl,arreglo(si)        </a:t>
            </a:r>
            <a:endParaRPr/>
          </a:p>
          <a:p>
            <a:pPr indent="0" lvl="0" marL="0" rtl="0" algn="l">
              <a:lnSpc>
                <a:spcPct val="100000"/>
              </a:lnSpc>
              <a:spcBef>
                <a:spcPts val="208"/>
              </a:spcBef>
              <a:spcAft>
                <a:spcPts val="0"/>
              </a:spcAft>
              <a:buClr>
                <a:schemeClr val="dk1"/>
              </a:buClr>
              <a:buSzPct val="100000"/>
              <a:buNone/>
            </a:pPr>
            <a:r>
              <a:rPr lang="es-MX"/>
              <a:t>	    	mov al,COLOR     </a:t>
            </a:r>
            <a:endParaRPr/>
          </a:p>
          <a:p>
            <a:pPr indent="0" lvl="0" marL="0" rtl="0" algn="l">
              <a:lnSpc>
                <a:spcPct val="100000"/>
              </a:lnSpc>
              <a:spcBef>
                <a:spcPts val="208"/>
              </a:spcBef>
              <a:spcAft>
                <a:spcPts val="0"/>
              </a:spcAft>
              <a:buClr>
                <a:schemeClr val="dk1"/>
              </a:buClr>
              <a:buSzPct val="100000"/>
              <a:buNone/>
            </a:pPr>
            <a:r>
              <a:rPr lang="es-MX"/>
              <a:t>	    	mov ah,0Ch       </a:t>
            </a:r>
            <a:endParaRPr/>
          </a:p>
          <a:p>
            <a:pPr indent="0" lvl="0" marL="0" rtl="0" algn="l">
              <a:lnSpc>
                <a:spcPct val="100000"/>
              </a:lnSpc>
              <a:spcBef>
                <a:spcPts val="208"/>
              </a:spcBef>
              <a:spcAft>
                <a:spcPts val="0"/>
              </a:spcAft>
              <a:buClr>
                <a:schemeClr val="dk1"/>
              </a:buClr>
              <a:buSzPct val="100000"/>
              <a:buNone/>
            </a:pPr>
            <a:r>
              <a:rPr lang="es-MX"/>
              <a:t>	   	 int 10h             ; AL = Color, BH = Página, CX = X, DX = Y </a:t>
            </a:r>
            <a:endParaRPr/>
          </a:p>
          <a:p>
            <a:pPr indent="0" lvl="0" marL="0" rtl="0" algn="l">
              <a:lnSpc>
                <a:spcPct val="100000"/>
              </a:lnSpc>
              <a:spcBef>
                <a:spcPts val="208"/>
              </a:spcBef>
              <a:spcAft>
                <a:spcPts val="0"/>
              </a:spcAft>
              <a:buClr>
                <a:schemeClr val="dk1"/>
              </a:buClr>
              <a:buSzPct val="100000"/>
              <a:buNone/>
            </a:pPr>
            <a:r>
              <a:rPr lang="es-MX"/>
              <a:t>	    	inc si   </a:t>
            </a:r>
            <a:endParaRPr/>
          </a:p>
          <a:p>
            <a:pPr indent="0" lvl="0" marL="0" rtl="0" algn="l">
              <a:lnSpc>
                <a:spcPct val="100000"/>
              </a:lnSpc>
              <a:spcBef>
                <a:spcPts val="208"/>
              </a:spcBef>
              <a:spcAft>
                <a:spcPts val="0"/>
              </a:spcAft>
              <a:buClr>
                <a:schemeClr val="dk1"/>
              </a:buClr>
              <a:buSzPct val="100000"/>
              <a:buNone/>
            </a:pPr>
            <a:r>
              <a:rPr lang="es-MX"/>
              <a:t>	   	 mov cx,si</a:t>
            </a:r>
            <a:endParaRPr/>
          </a:p>
          <a:p>
            <a:pPr indent="0" lvl="0" marL="0" rtl="0" algn="l">
              <a:lnSpc>
                <a:spcPct val="100000"/>
              </a:lnSpc>
              <a:spcBef>
                <a:spcPts val="208"/>
              </a:spcBef>
              <a:spcAft>
                <a:spcPts val="0"/>
              </a:spcAft>
              <a:buClr>
                <a:schemeClr val="dk1"/>
              </a:buClr>
              <a:buSzPct val="100000"/>
              <a:buNone/>
            </a:pPr>
            <a:r>
              <a:rPr lang="es-MX"/>
              <a:t>	    	mov dl,arreglo(si)        </a:t>
            </a:r>
            <a:endParaRPr/>
          </a:p>
          <a:p>
            <a:pPr indent="0" lvl="0" marL="0" rtl="0" algn="l">
              <a:lnSpc>
                <a:spcPct val="100000"/>
              </a:lnSpc>
              <a:spcBef>
                <a:spcPts val="208"/>
              </a:spcBef>
              <a:spcAft>
                <a:spcPts val="0"/>
              </a:spcAft>
              <a:buClr>
                <a:schemeClr val="dk1"/>
              </a:buClr>
              <a:buSzPct val="100000"/>
              <a:buNone/>
            </a:pPr>
            <a:r>
              <a:rPr lang="es-MX"/>
              <a:t>	   	 mov al,COLOR   </a:t>
            </a:r>
            <a:endParaRPr/>
          </a:p>
          <a:p>
            <a:pPr indent="0" lvl="0" marL="0" rtl="0" algn="l">
              <a:lnSpc>
                <a:spcPct val="100000"/>
              </a:lnSpc>
              <a:spcBef>
                <a:spcPts val="208"/>
              </a:spcBef>
              <a:spcAft>
                <a:spcPts val="0"/>
              </a:spcAft>
              <a:buClr>
                <a:schemeClr val="dk1"/>
              </a:buClr>
              <a:buSzPct val="100000"/>
              <a:buNone/>
            </a:pPr>
            <a:r>
              <a:rPr lang="es-MX"/>
              <a:t>	    	mov ah,0Ch       </a:t>
            </a:r>
            <a:endParaRPr/>
          </a:p>
          <a:p>
            <a:pPr indent="0" lvl="0" marL="0" rtl="0" algn="l">
              <a:lnSpc>
                <a:spcPct val="100000"/>
              </a:lnSpc>
              <a:spcBef>
                <a:spcPts val="208"/>
              </a:spcBef>
              <a:spcAft>
                <a:spcPts val="0"/>
              </a:spcAft>
              <a:buClr>
                <a:schemeClr val="dk1"/>
              </a:buClr>
              <a:buSzPct val="100000"/>
              <a:buNone/>
            </a:pPr>
            <a:r>
              <a:rPr lang="es-MX"/>
              <a:t>	    	int 10h             ; AL = Color, BH = Página, CX = X, DX = Y</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1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LOOP</a:t>
            </a:r>
            <a:endParaRPr/>
          </a:p>
        </p:txBody>
      </p:sp>
      <p:sp>
        <p:nvSpPr>
          <p:cNvPr id="1346" name="Google Shape;1346;p17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342900" lvl="0" marL="342900" rtl="0" algn="l">
              <a:lnSpc>
                <a:spcPct val="100000"/>
              </a:lnSpc>
              <a:spcBef>
                <a:spcPts val="0"/>
              </a:spcBef>
              <a:spcAft>
                <a:spcPts val="0"/>
              </a:spcAft>
              <a:buClr>
                <a:schemeClr val="dk1"/>
              </a:buClr>
              <a:buSzPct val="100000"/>
              <a:buChar char="•"/>
            </a:pPr>
            <a:r>
              <a:rPr lang="es-MX"/>
              <a:t>LOOP Transfiere decremento CX si CX no es cero</a:t>
            </a:r>
            <a:endParaRPr/>
          </a:p>
          <a:p>
            <a:pPr indent="-231140" lvl="0" marL="342900" rtl="0" algn="l">
              <a:lnSpc>
                <a:spcPct val="100000"/>
              </a:lnSpc>
              <a:spcBef>
                <a:spcPts val="352"/>
              </a:spcBef>
              <a:spcAft>
                <a:spcPts val="0"/>
              </a:spcAft>
              <a:buClr>
                <a:schemeClr val="dk1"/>
              </a:buClr>
              <a:buSzPct val="100000"/>
              <a:buNone/>
            </a:pPr>
            <a:r>
              <a:t/>
            </a:r>
            <a:endParaRPr/>
          </a:p>
          <a:p>
            <a:pPr indent="-342900" lvl="0" marL="342900" rtl="0" algn="l">
              <a:lnSpc>
                <a:spcPct val="100000"/>
              </a:lnSpc>
              <a:spcBef>
                <a:spcPts val="352"/>
              </a:spcBef>
              <a:spcAft>
                <a:spcPts val="0"/>
              </a:spcAft>
              <a:buClr>
                <a:srgbClr val="FF0000"/>
              </a:buClr>
              <a:buSzPct val="100000"/>
              <a:buChar char="•"/>
            </a:pPr>
            <a:r>
              <a:rPr lang="es-MX">
                <a:solidFill>
                  <a:srgbClr val="FF0000"/>
                </a:solidFill>
              </a:rPr>
              <a:t>LOOP (bucle)</a:t>
            </a:r>
            <a:br>
              <a:rPr lang="es-MX">
                <a:solidFill>
                  <a:srgbClr val="FF0000"/>
                </a:solidFill>
              </a:rPr>
            </a:br>
            <a:br>
              <a:rPr lang="es-MX"/>
            </a:br>
            <a:r>
              <a:rPr lang="es-MX"/>
              <a:t>	</a:t>
            </a:r>
            <a:r>
              <a:rPr lang="es-MX">
                <a:solidFill>
                  <a:srgbClr val="FF0000"/>
                </a:solidFill>
              </a:rPr>
              <a:t>Sintaxis:</a:t>
            </a:r>
            <a:r>
              <a:rPr lang="es-MX"/>
              <a:t> </a:t>
            </a:r>
            <a:r>
              <a:rPr lang="es-MX">
                <a:solidFill>
                  <a:srgbClr val="0000FF"/>
                </a:solidFill>
              </a:rPr>
              <a:t>LOOP desplazamiento</a:t>
            </a:r>
            <a:br>
              <a:rPr lang="es-MX">
                <a:solidFill>
                  <a:srgbClr val="0000FF"/>
                </a:solidFill>
              </a:rPr>
            </a:br>
            <a:br>
              <a:rPr lang="es-MX"/>
            </a:br>
            <a:r>
              <a:rPr lang="es-MX"/>
              <a:t>	</a:t>
            </a:r>
            <a:r>
              <a:rPr lang="es-MX">
                <a:solidFill>
                  <a:srgbClr val="FF0000"/>
                </a:solidFill>
              </a:rPr>
              <a:t>Indicadores:</a:t>
            </a:r>
            <a:r>
              <a:rPr lang="es-MX"/>
              <a:t> </a:t>
            </a:r>
            <a:r>
              <a:rPr lang="es-MX">
                <a:solidFill>
                  <a:srgbClr val="0000FF"/>
                </a:solidFill>
              </a:rPr>
              <a:t>OF DF IF TF SF ZF AF PF CF </a:t>
            </a:r>
            <a:endParaRPr/>
          </a:p>
          <a:p>
            <a:pPr indent="-231140" lvl="0" marL="342900" rtl="0" algn="just">
              <a:lnSpc>
                <a:spcPct val="100000"/>
              </a:lnSpc>
              <a:spcBef>
                <a:spcPts val="352"/>
              </a:spcBef>
              <a:spcAft>
                <a:spcPts val="0"/>
              </a:spcAft>
              <a:buClr>
                <a:schemeClr val="dk1"/>
              </a:buClr>
              <a:buSzPct val="100000"/>
              <a:buNone/>
            </a:pPr>
            <a:r>
              <a:t/>
            </a:r>
            <a:endParaRPr>
              <a:solidFill>
                <a:srgbClr val="0000FF"/>
              </a:solidFill>
            </a:endParaRPr>
          </a:p>
          <a:p>
            <a:pPr indent="-342900" lvl="0" marL="342900" rtl="0" algn="just">
              <a:lnSpc>
                <a:spcPct val="100000"/>
              </a:lnSpc>
              <a:spcBef>
                <a:spcPts val="352"/>
              </a:spcBef>
              <a:spcAft>
                <a:spcPts val="0"/>
              </a:spcAft>
              <a:buClr>
                <a:srgbClr val="0000FF"/>
              </a:buClr>
              <a:buSzPct val="100000"/>
              <a:buChar char="•"/>
            </a:pPr>
            <a:r>
              <a:rPr lang="es-MX">
                <a:solidFill>
                  <a:srgbClr val="0000FF"/>
                </a:solidFill>
              </a:rPr>
              <a:t>Decrementa el registro contador CX; si CX es cero, ejecuta la siguiente instrucción en caso contrario transfiere el control a la dirección resultante de sumar a IP + desplazamiento. El desplazamiento debe estar comprendido entre -128 y +127. Ejemplo:</a:t>
            </a:r>
            <a:endParaRPr/>
          </a:p>
          <a:p>
            <a:pPr indent="0" lvl="1" marL="342900" rtl="0" algn="just">
              <a:lnSpc>
                <a:spcPct val="100000"/>
              </a:lnSpc>
              <a:spcBef>
                <a:spcPts val="308"/>
              </a:spcBef>
              <a:spcAft>
                <a:spcPts val="0"/>
              </a:spcAft>
              <a:buClr>
                <a:srgbClr val="0000FF"/>
              </a:buClr>
              <a:buSzPct val="100000"/>
              <a:buNone/>
            </a:pPr>
            <a:br>
              <a:rPr lang="es-MX">
                <a:solidFill>
                  <a:srgbClr val="0000FF"/>
                </a:solidFill>
              </a:rPr>
            </a:br>
            <a:r>
              <a:rPr lang="es-MX">
                <a:solidFill>
                  <a:srgbClr val="0000FF"/>
                </a:solidFill>
              </a:rPr>
              <a:t>mov cx,10 </a:t>
            </a:r>
            <a:endParaRPr/>
          </a:p>
          <a:p>
            <a:pPr indent="0" lvl="1" marL="342900" rtl="0" algn="l">
              <a:lnSpc>
                <a:spcPct val="100000"/>
              </a:lnSpc>
              <a:spcBef>
                <a:spcPts val="308"/>
              </a:spcBef>
              <a:spcAft>
                <a:spcPts val="0"/>
              </a:spcAft>
              <a:buClr>
                <a:srgbClr val="0000FF"/>
              </a:buClr>
              <a:buSzPct val="100000"/>
              <a:buNone/>
            </a:pPr>
            <a:r>
              <a:rPr lang="es-MX">
                <a:solidFill>
                  <a:srgbClr val="0000FF"/>
                </a:solidFill>
              </a:rPr>
              <a:t>bucle: ....... ....... </a:t>
            </a:r>
            <a:endParaRPr/>
          </a:p>
          <a:p>
            <a:pPr indent="0" lvl="1" marL="342900" rtl="0" algn="l">
              <a:lnSpc>
                <a:spcPct val="100000"/>
              </a:lnSpc>
              <a:spcBef>
                <a:spcPts val="308"/>
              </a:spcBef>
              <a:spcAft>
                <a:spcPts val="0"/>
              </a:spcAft>
              <a:buClr>
                <a:srgbClr val="0000FF"/>
              </a:buClr>
              <a:buSzPct val="100000"/>
              <a:buNone/>
            </a:pPr>
            <a:r>
              <a:rPr lang="es-MX">
                <a:solidFill>
                  <a:srgbClr val="0000FF"/>
                </a:solidFill>
              </a:rPr>
              <a:t>          loop bucle           </a:t>
            </a:r>
            <a:endParaRPr/>
          </a:p>
          <a:p>
            <a:pPr indent="0" lvl="0" marL="0" rtl="0" algn="l">
              <a:lnSpc>
                <a:spcPct val="100000"/>
              </a:lnSpc>
              <a:spcBef>
                <a:spcPts val="352"/>
              </a:spcBef>
              <a:spcAft>
                <a:spcPts val="0"/>
              </a:spcAft>
              <a:buClr>
                <a:srgbClr val="0000FF"/>
              </a:buClr>
              <a:buSzPct val="100000"/>
              <a:buNone/>
            </a:pPr>
            <a:br>
              <a:rPr lang="es-MX">
                <a:solidFill>
                  <a:srgbClr val="0000FF"/>
                </a:solidFill>
              </a:rPr>
            </a:br>
            <a:endParaRPr/>
          </a:p>
          <a:p>
            <a:pPr indent="-231140" lvl="0" marL="342900" rtl="0" algn="l">
              <a:lnSpc>
                <a:spcPct val="100000"/>
              </a:lnSpc>
              <a:spcBef>
                <a:spcPts val="352"/>
              </a:spcBef>
              <a:spcAft>
                <a:spcPts val="0"/>
              </a:spcAft>
              <a:buClr>
                <a:schemeClr val="dk1"/>
              </a:buClr>
              <a:buSzPct val="100000"/>
              <a:buNone/>
            </a:pPr>
            <a:r>
              <a:t/>
            </a:r>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1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Senoidal en Excel</a:t>
            </a:r>
            <a:endParaRPr/>
          </a:p>
        </p:txBody>
      </p:sp>
      <p:graphicFrame>
        <p:nvGraphicFramePr>
          <p:cNvPr id="1352" name="Google Shape;1352;p172"/>
          <p:cNvGraphicFramePr/>
          <p:nvPr/>
        </p:nvGraphicFramePr>
        <p:xfrm>
          <a:off x="541367" y="2284960"/>
          <a:ext cx="3000000" cy="3000000"/>
        </p:xfrm>
        <a:graphic>
          <a:graphicData uri="http://schemas.openxmlformats.org/drawingml/2006/table">
            <a:tbl>
              <a:tblPr bandRow="1" firstRow="1">
                <a:noFill/>
                <a:tableStyleId>{7BCB561C-A8D9-4940-A105-9EE0E4D35472}</a:tableStyleId>
              </a:tblPr>
              <a:tblGrid>
                <a:gridCol w="238000"/>
                <a:gridCol w="301775"/>
                <a:gridCol w="502425"/>
                <a:gridCol w="467600"/>
              </a:tblGrid>
              <a:tr h="273700">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n</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f</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F</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Y</a:t>
                      </a:r>
                      <a:endParaRPr sz="1400" u="none" cap="none" strike="noStrike"/>
                    </a:p>
                  </a:txBody>
                  <a:tcPr marT="7150" marB="0" marR="7150" marL="7150" anchor="b"/>
                </a:tc>
              </a:tr>
              <a:tr h="273700">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0</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200</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10000</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100</a:t>
                      </a:r>
                      <a:endParaRPr sz="1400" u="none" cap="none" strike="noStrike"/>
                    </a:p>
                  </a:txBody>
                  <a:tcPr marT="7150" marB="0" marR="7150" marL="7150" anchor="b"/>
                </a:tc>
              </a:tr>
              <a:tr h="273700">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1</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200</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10000</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87</a:t>
                      </a:r>
                      <a:endParaRPr sz="1400" u="none" cap="none" strike="noStrike"/>
                    </a:p>
                  </a:txBody>
                  <a:tcPr marT="7150" marB="0" marR="7150" marL="7150" anchor="b"/>
                </a:tc>
              </a:tr>
              <a:tr h="273700">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2</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200</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10000</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75</a:t>
                      </a:r>
                      <a:endParaRPr sz="1400" u="none" cap="none" strike="noStrike"/>
                    </a:p>
                  </a:txBody>
                  <a:tcPr marT="7150" marB="0" marR="7150" marL="7150" anchor="b"/>
                </a:tc>
              </a:tr>
              <a:tr h="273700">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3</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200</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10000</a:t>
                      </a:r>
                      <a:endParaRPr sz="14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800"/>
                        <a:buFont typeface="Arial"/>
                        <a:buNone/>
                      </a:pPr>
                      <a:r>
                        <a:rPr b="1" i="0" lang="es-MX" sz="800" u="none" cap="none" strike="noStrike">
                          <a:solidFill>
                            <a:srgbClr val="000000"/>
                          </a:solidFill>
                          <a:latin typeface="Calibri"/>
                          <a:ea typeface="Calibri"/>
                          <a:cs typeface="Calibri"/>
                          <a:sym typeface="Calibri"/>
                        </a:rPr>
                        <a:t>63</a:t>
                      </a:r>
                      <a:endParaRPr sz="1400" u="none" cap="none" strike="noStrike"/>
                    </a:p>
                  </a:txBody>
                  <a:tcPr marT="7150" marB="0" marR="7150" marL="7150" anchor="b"/>
                </a:tc>
              </a:tr>
            </a:tbl>
          </a:graphicData>
        </a:graphic>
      </p:graphicFrame>
      <p:sp>
        <p:nvSpPr>
          <p:cNvPr id="1353" name="Google Shape;1353;p172"/>
          <p:cNvSpPr txBox="1"/>
          <p:nvPr/>
        </p:nvSpPr>
        <p:spPr>
          <a:xfrm>
            <a:off x="2768139" y="2347306"/>
            <a:ext cx="2868093" cy="3000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s-MX" sz="1350" u="none" cap="none" strike="noStrike">
                <a:solidFill>
                  <a:schemeClr val="dk1"/>
                </a:solidFill>
                <a:latin typeface="Calibri"/>
                <a:ea typeface="Calibri"/>
                <a:cs typeface="Calibri"/>
                <a:sym typeface="Calibri"/>
              </a:rPr>
              <a:t>Y=100+100*SENO(2*PI()*(B2/C2)*A2)</a:t>
            </a:r>
            <a:endParaRPr b="0" i="0" sz="1350" u="none" cap="none" strike="noStrike">
              <a:solidFill>
                <a:schemeClr val="dk1"/>
              </a:solidFill>
              <a:latin typeface="Calibri"/>
              <a:ea typeface="Calibri"/>
              <a:cs typeface="Calibri"/>
              <a:sym typeface="Calibri"/>
            </a:endParaRPr>
          </a:p>
        </p:txBody>
      </p:sp>
      <p:pic>
        <p:nvPicPr>
          <p:cNvPr id="1354" name="Google Shape;1354;p172"/>
          <p:cNvPicPr preferRelativeResize="0"/>
          <p:nvPr/>
        </p:nvPicPr>
        <p:blipFill rotWithShape="1">
          <a:blip r:embed="rId3">
            <a:alphaModFix/>
          </a:blip>
          <a:srcRect b="0" l="0" r="0" t="0"/>
          <a:stretch/>
        </p:blipFill>
        <p:spPr>
          <a:xfrm>
            <a:off x="2768139" y="3221160"/>
            <a:ext cx="2450648" cy="864515"/>
          </a:xfrm>
          <a:prstGeom prst="rect">
            <a:avLst/>
          </a:prstGeom>
          <a:noFill/>
          <a:ln>
            <a:noFill/>
          </a:ln>
        </p:spPr>
      </p:pic>
      <p:cxnSp>
        <p:nvCxnSpPr>
          <p:cNvPr id="1355" name="Google Shape;1355;p172"/>
          <p:cNvCxnSpPr>
            <a:endCxn id="1353" idx="1"/>
          </p:cNvCxnSpPr>
          <p:nvPr/>
        </p:nvCxnSpPr>
        <p:spPr>
          <a:xfrm>
            <a:off x="1889139" y="2497347"/>
            <a:ext cx="879000" cy="0"/>
          </a:xfrm>
          <a:prstGeom prst="straightConnector1">
            <a:avLst/>
          </a:prstGeom>
          <a:noFill/>
          <a:ln cap="flat" cmpd="sng" w="9525">
            <a:solidFill>
              <a:srgbClr val="4A7DBA"/>
            </a:solidFill>
            <a:prstDash val="solid"/>
            <a:round/>
            <a:headEnd len="sm" w="sm" type="none"/>
            <a:tailEnd len="med" w="med" type="triangle"/>
          </a:ln>
        </p:spPr>
      </p:cxnSp>
      <p:cxnSp>
        <p:nvCxnSpPr>
          <p:cNvPr id="1356" name="Google Shape;1356;p172"/>
          <p:cNvCxnSpPr/>
          <p:nvPr/>
        </p:nvCxnSpPr>
        <p:spPr>
          <a:xfrm>
            <a:off x="2936471" y="2546812"/>
            <a:ext cx="1870364" cy="885305"/>
          </a:xfrm>
          <a:prstGeom prst="straightConnector1">
            <a:avLst/>
          </a:prstGeom>
          <a:noFill/>
          <a:ln cap="flat" cmpd="sng" w="9525">
            <a:solidFill>
              <a:srgbClr val="4A7DBA"/>
            </a:solidFill>
            <a:prstDash val="solid"/>
            <a:round/>
            <a:headEnd len="sm" w="sm" type="none"/>
            <a:tailEnd len="med" w="med" type="triangle"/>
          </a:ln>
        </p:spPr>
      </p:cxnSp>
      <p:pic>
        <p:nvPicPr>
          <p:cNvPr id="1357" name="Google Shape;1357;p172"/>
          <p:cNvPicPr preferRelativeResize="0"/>
          <p:nvPr/>
        </p:nvPicPr>
        <p:blipFill rotWithShape="1">
          <a:blip r:embed="rId4">
            <a:alphaModFix/>
          </a:blip>
          <a:srcRect b="0" l="0" r="0" t="0"/>
          <a:stretch/>
        </p:blipFill>
        <p:spPr>
          <a:xfrm>
            <a:off x="6104093" y="2624305"/>
            <a:ext cx="1714739" cy="1786187"/>
          </a:xfrm>
          <a:prstGeom prst="rect">
            <a:avLst/>
          </a:prstGeom>
          <a:noFill/>
          <a:ln>
            <a:noFill/>
          </a:ln>
        </p:spPr>
      </p:pic>
      <p:pic>
        <p:nvPicPr>
          <p:cNvPr id="1358" name="Google Shape;1358;p172"/>
          <p:cNvPicPr preferRelativeResize="0"/>
          <p:nvPr/>
        </p:nvPicPr>
        <p:blipFill rotWithShape="1">
          <a:blip r:embed="rId5">
            <a:alphaModFix/>
          </a:blip>
          <a:srcRect b="0" l="0" r="0" t="0"/>
          <a:stretch/>
        </p:blipFill>
        <p:spPr>
          <a:xfrm>
            <a:off x="8050692" y="1486881"/>
            <a:ext cx="785922" cy="3622387"/>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173"/>
          <p:cNvSpPr txBox="1"/>
          <p:nvPr>
            <p:ph idx="1" type="body"/>
          </p:nvPr>
        </p:nvSpPr>
        <p:spPr>
          <a:xfrm>
            <a:off x="628650" y="1144039"/>
            <a:ext cx="7886700" cy="4345934"/>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Clr>
                <a:schemeClr val="dk1"/>
              </a:buClr>
              <a:buSzPct val="100000"/>
              <a:buNone/>
            </a:pPr>
            <a:r>
              <a:rPr lang="es-MX"/>
              <a:t> 	.model small  </a:t>
            </a:r>
            <a:endParaRPr/>
          </a:p>
          <a:p>
            <a:pPr indent="0" lvl="0" marL="0" rtl="0" algn="l">
              <a:lnSpc>
                <a:spcPct val="100000"/>
              </a:lnSpc>
              <a:spcBef>
                <a:spcPts val="208"/>
              </a:spcBef>
              <a:spcAft>
                <a:spcPts val="0"/>
              </a:spcAft>
              <a:buClr>
                <a:schemeClr val="dk1"/>
              </a:buClr>
              <a:buSzPct val="100000"/>
              <a:buNone/>
            </a:pPr>
            <a:r>
              <a:rPr lang="es-MX"/>
              <a:t>        	.data   </a:t>
            </a:r>
            <a:endParaRPr/>
          </a:p>
          <a:p>
            <a:pPr indent="0" lvl="0" marL="0" rtl="0" algn="l">
              <a:lnSpc>
                <a:spcPct val="100000"/>
              </a:lnSpc>
              <a:spcBef>
                <a:spcPts val="208"/>
              </a:spcBef>
              <a:spcAft>
                <a:spcPts val="0"/>
              </a:spcAft>
              <a:buClr>
                <a:schemeClr val="dk1"/>
              </a:buClr>
              <a:buSzPct val="100000"/>
              <a:buNone/>
            </a:pPr>
            <a:r>
              <a:rPr lang="es-MX"/>
              <a:t>        		seno db 100,113,125,137,148,159,168,177,184,190,195,198,200,200,198,195,190,184,177,168,159 </a:t>
            </a:r>
            <a:endParaRPr/>
          </a:p>
          <a:p>
            <a:pPr indent="0" lvl="0" marL="0" rtl="0" algn="l">
              <a:lnSpc>
                <a:spcPct val="100000"/>
              </a:lnSpc>
              <a:spcBef>
                <a:spcPts val="208"/>
              </a:spcBef>
              <a:spcAft>
                <a:spcPts val="0"/>
              </a:spcAft>
              <a:buClr>
                <a:schemeClr val="dk1"/>
              </a:buClr>
              <a:buSzPct val="100000"/>
              <a:buNone/>
            </a:pPr>
            <a:r>
              <a:rPr lang="es-MX"/>
              <a:t>        		n equ $ - seno                  ; Longitud del arreglo</a:t>
            </a:r>
            <a:endParaRPr/>
          </a:p>
          <a:p>
            <a:pPr indent="0" lvl="0" marL="0" rtl="0" algn="l">
              <a:lnSpc>
                <a:spcPct val="100000"/>
              </a:lnSpc>
              <a:spcBef>
                <a:spcPts val="208"/>
              </a:spcBef>
              <a:spcAft>
                <a:spcPts val="0"/>
              </a:spcAft>
              <a:buClr>
                <a:schemeClr val="dk1"/>
              </a:buClr>
              <a:buSzPct val="100000"/>
              <a:buNone/>
            </a:pPr>
            <a:r>
              <a:rPr lang="es-MX"/>
              <a:t>        		COLOR  	EQU   0fh </a:t>
            </a:r>
            <a:endParaRPr/>
          </a:p>
          <a:p>
            <a:pPr indent="0" lvl="0" marL="0" rtl="0" algn="l">
              <a:lnSpc>
                <a:spcPct val="100000"/>
              </a:lnSpc>
              <a:spcBef>
                <a:spcPts val="208"/>
              </a:spcBef>
              <a:spcAft>
                <a:spcPts val="0"/>
              </a:spcAft>
              <a:buClr>
                <a:schemeClr val="dk1"/>
              </a:buClr>
              <a:buSzPct val="100000"/>
              <a:buNone/>
            </a:pPr>
            <a:r>
              <a:rPr lang="es-MX"/>
              <a:t>       		tmp dw 0</a:t>
            </a:r>
            <a:endParaRPr/>
          </a:p>
          <a:p>
            <a:pPr indent="0" lvl="0" marL="0" rtl="0" algn="l">
              <a:lnSpc>
                <a:spcPct val="100000"/>
              </a:lnSpc>
              <a:spcBef>
                <a:spcPts val="208"/>
              </a:spcBef>
              <a:spcAft>
                <a:spcPts val="0"/>
              </a:spcAft>
              <a:buClr>
                <a:schemeClr val="dk1"/>
              </a:buClr>
              <a:buSzPct val="100000"/>
              <a:buNone/>
            </a:pPr>
            <a:r>
              <a:rPr lang="es-MX"/>
              <a:t>	.code</a:t>
            </a:r>
            <a:endParaRPr/>
          </a:p>
          <a:p>
            <a:pPr indent="0" lvl="0" marL="0" rtl="0" algn="l">
              <a:lnSpc>
                <a:spcPct val="100000"/>
              </a:lnSpc>
              <a:spcBef>
                <a:spcPts val="208"/>
              </a:spcBef>
              <a:spcAft>
                <a:spcPts val="0"/>
              </a:spcAft>
              <a:buClr>
                <a:schemeClr val="dk1"/>
              </a:buClr>
              <a:buSzPct val="100000"/>
              <a:buNone/>
            </a:pPr>
            <a:r>
              <a:rPr lang="es-MX"/>
              <a:t>		mov ax,@data</a:t>
            </a:r>
            <a:endParaRPr/>
          </a:p>
          <a:p>
            <a:pPr indent="0" lvl="0" marL="0" rtl="0" algn="l">
              <a:lnSpc>
                <a:spcPct val="100000"/>
              </a:lnSpc>
              <a:spcBef>
                <a:spcPts val="208"/>
              </a:spcBef>
              <a:spcAft>
                <a:spcPts val="0"/>
              </a:spcAft>
              <a:buClr>
                <a:schemeClr val="dk1"/>
              </a:buClr>
              <a:buSzPct val="100000"/>
              <a:buNone/>
            </a:pPr>
            <a:r>
              <a:rPr lang="es-MX"/>
              <a:t>		mov ds,ax </a:t>
            </a:r>
            <a:endParaRPr/>
          </a:p>
          <a:p>
            <a:pPr indent="0" lvl="0" marL="0" rtl="0" algn="l">
              <a:lnSpc>
                <a:spcPct val="100000"/>
              </a:lnSpc>
              <a:spcBef>
                <a:spcPts val="208"/>
              </a:spcBef>
              <a:spcAft>
                <a:spcPts val="0"/>
              </a:spcAft>
              <a:buClr>
                <a:schemeClr val="dk1"/>
              </a:buClr>
              <a:buSzPct val="100000"/>
              <a:buNone/>
            </a:pPr>
            <a:r>
              <a:rPr lang="es-MX"/>
              <a:t>		mov ah, 0       </a:t>
            </a:r>
            <a:endParaRPr/>
          </a:p>
          <a:p>
            <a:pPr indent="0" lvl="0" marL="0" rtl="0" algn="l">
              <a:lnSpc>
                <a:spcPct val="100000"/>
              </a:lnSpc>
              <a:spcBef>
                <a:spcPts val="208"/>
              </a:spcBef>
              <a:spcAft>
                <a:spcPts val="0"/>
              </a:spcAft>
              <a:buClr>
                <a:schemeClr val="dk1"/>
              </a:buClr>
              <a:buSzPct val="100000"/>
              <a:buNone/>
            </a:pPr>
            <a:r>
              <a:rPr lang="es-MX"/>
              <a:t>		mov al, 13h     </a:t>
            </a:r>
            <a:endParaRPr/>
          </a:p>
          <a:p>
            <a:pPr indent="0" lvl="0" marL="0" rtl="0" algn="l">
              <a:lnSpc>
                <a:spcPct val="100000"/>
              </a:lnSpc>
              <a:spcBef>
                <a:spcPts val="208"/>
              </a:spcBef>
              <a:spcAft>
                <a:spcPts val="0"/>
              </a:spcAft>
              <a:buClr>
                <a:schemeClr val="dk1"/>
              </a:buClr>
              <a:buSzPct val="100000"/>
              <a:buNone/>
            </a:pPr>
            <a:r>
              <a:rPr lang="es-MX"/>
              <a:t>		int 10h         </a:t>
            </a:r>
            <a:endParaRPr/>
          </a:p>
          <a:p>
            <a:pPr indent="0" lvl="0" marL="0" rtl="0" algn="l">
              <a:lnSpc>
                <a:spcPct val="100000"/>
              </a:lnSpc>
              <a:spcBef>
                <a:spcPts val="208"/>
              </a:spcBef>
              <a:spcAft>
                <a:spcPts val="0"/>
              </a:spcAft>
              <a:buClr>
                <a:schemeClr val="dk1"/>
              </a:buClr>
              <a:buSzPct val="100000"/>
              <a:buNone/>
            </a:pPr>
            <a:r>
              <a:rPr lang="es-MX"/>
              <a:t>		mov cx,n </a:t>
            </a:r>
            <a:endParaRPr/>
          </a:p>
          <a:p>
            <a:pPr indent="0" lvl="0" marL="0" rtl="0" algn="l">
              <a:lnSpc>
                <a:spcPct val="100000"/>
              </a:lnSpc>
              <a:spcBef>
                <a:spcPts val="208"/>
              </a:spcBef>
              <a:spcAft>
                <a:spcPts val="0"/>
              </a:spcAft>
              <a:buClr>
                <a:schemeClr val="dk1"/>
              </a:buClr>
              <a:buSzPct val="100000"/>
              <a:buNone/>
            </a:pPr>
            <a:r>
              <a:rPr lang="es-MX"/>
              <a:t>		mov si,1 </a:t>
            </a:r>
            <a:endParaRPr/>
          </a:p>
          <a:p>
            <a:pPr indent="0" lvl="0" marL="0" rtl="0" algn="l">
              <a:lnSpc>
                <a:spcPct val="100000"/>
              </a:lnSpc>
              <a:spcBef>
                <a:spcPts val="208"/>
              </a:spcBef>
              <a:spcAft>
                <a:spcPts val="0"/>
              </a:spcAft>
              <a:buClr>
                <a:schemeClr val="dk1"/>
              </a:buClr>
              <a:buSzPct val="100000"/>
              <a:buNone/>
            </a:pPr>
            <a:r>
              <a:rPr lang="es-MX"/>
              <a:t>repite:	    	mov tmp,cx     </a:t>
            </a:r>
            <a:endParaRPr/>
          </a:p>
          <a:p>
            <a:pPr indent="0" lvl="0" marL="0" rtl="0" algn="l">
              <a:lnSpc>
                <a:spcPct val="100000"/>
              </a:lnSpc>
              <a:spcBef>
                <a:spcPts val="208"/>
              </a:spcBef>
              <a:spcAft>
                <a:spcPts val="0"/>
              </a:spcAft>
              <a:buClr>
                <a:schemeClr val="dk1"/>
              </a:buClr>
              <a:buSzPct val="100000"/>
              <a:buNone/>
            </a:pPr>
            <a:r>
              <a:rPr lang="es-MX"/>
              <a:t>		mov cx,si</a:t>
            </a:r>
            <a:endParaRPr/>
          </a:p>
          <a:p>
            <a:pPr indent="0" lvl="0" marL="0" rtl="0" algn="l">
              <a:lnSpc>
                <a:spcPct val="100000"/>
              </a:lnSpc>
              <a:spcBef>
                <a:spcPts val="208"/>
              </a:spcBef>
              <a:spcAft>
                <a:spcPts val="0"/>
              </a:spcAft>
              <a:buClr>
                <a:schemeClr val="dk1"/>
              </a:buClr>
              <a:buSzPct val="100000"/>
              <a:buNone/>
            </a:pPr>
            <a:r>
              <a:rPr lang="es-MX"/>
              <a:t>		mov dl,arreglo(si-1)        </a:t>
            </a:r>
            <a:endParaRPr/>
          </a:p>
          <a:p>
            <a:pPr indent="0" lvl="0" marL="0" rtl="0" algn="l">
              <a:lnSpc>
                <a:spcPct val="100000"/>
              </a:lnSpc>
              <a:spcBef>
                <a:spcPts val="208"/>
              </a:spcBef>
              <a:spcAft>
                <a:spcPts val="0"/>
              </a:spcAft>
              <a:buClr>
                <a:schemeClr val="dk1"/>
              </a:buClr>
              <a:buSzPct val="100000"/>
              <a:buNone/>
            </a:pPr>
            <a:r>
              <a:rPr lang="es-MX"/>
              <a:t>		mov al,COLOR     </a:t>
            </a:r>
            <a:endParaRPr/>
          </a:p>
          <a:p>
            <a:pPr indent="0" lvl="0" marL="0" rtl="0" algn="l">
              <a:lnSpc>
                <a:spcPct val="100000"/>
              </a:lnSpc>
              <a:spcBef>
                <a:spcPts val="208"/>
              </a:spcBef>
              <a:spcAft>
                <a:spcPts val="0"/>
              </a:spcAft>
              <a:buClr>
                <a:schemeClr val="dk1"/>
              </a:buClr>
              <a:buSzPct val="100000"/>
              <a:buNone/>
            </a:pPr>
            <a:r>
              <a:rPr lang="es-MX"/>
              <a:t>		mov ah,0Ch      </a:t>
            </a:r>
            <a:endParaRPr/>
          </a:p>
          <a:p>
            <a:pPr indent="0" lvl="0" marL="0" rtl="0" algn="l">
              <a:lnSpc>
                <a:spcPct val="100000"/>
              </a:lnSpc>
              <a:spcBef>
                <a:spcPts val="208"/>
              </a:spcBef>
              <a:spcAft>
                <a:spcPts val="0"/>
              </a:spcAft>
              <a:buClr>
                <a:schemeClr val="dk1"/>
              </a:buClr>
              <a:buSzPct val="100000"/>
              <a:buNone/>
            </a:pPr>
            <a:r>
              <a:rPr lang="es-MX"/>
              <a:t>		int 10h             ; AL = Color, BH = Pagina, CX = X, DX = Y</a:t>
            </a:r>
            <a:endParaRPr/>
          </a:p>
          <a:p>
            <a:pPr indent="0" lvl="0" marL="0" rtl="0" algn="l">
              <a:lnSpc>
                <a:spcPct val="100000"/>
              </a:lnSpc>
              <a:spcBef>
                <a:spcPts val="208"/>
              </a:spcBef>
              <a:spcAft>
                <a:spcPts val="0"/>
              </a:spcAft>
              <a:buClr>
                <a:schemeClr val="dk1"/>
              </a:buClr>
              <a:buSzPct val="100000"/>
              <a:buNone/>
            </a:pPr>
            <a:r>
              <a:rPr lang="es-MX"/>
              <a:t>		inc si </a:t>
            </a:r>
            <a:endParaRPr/>
          </a:p>
          <a:p>
            <a:pPr indent="0" lvl="0" marL="0" rtl="0" algn="l">
              <a:lnSpc>
                <a:spcPct val="100000"/>
              </a:lnSpc>
              <a:spcBef>
                <a:spcPts val="208"/>
              </a:spcBef>
              <a:spcAft>
                <a:spcPts val="0"/>
              </a:spcAft>
              <a:buClr>
                <a:schemeClr val="dk1"/>
              </a:buClr>
              <a:buSzPct val="100000"/>
              <a:buNone/>
            </a:pPr>
            <a:r>
              <a:rPr lang="es-MX"/>
              <a:t>		mov cx,tmp</a:t>
            </a:r>
            <a:endParaRPr/>
          </a:p>
          <a:p>
            <a:pPr indent="0" lvl="0" marL="0" rtl="0" algn="l">
              <a:lnSpc>
                <a:spcPct val="100000"/>
              </a:lnSpc>
              <a:spcBef>
                <a:spcPts val="208"/>
              </a:spcBef>
              <a:spcAft>
                <a:spcPts val="0"/>
              </a:spcAft>
              <a:buClr>
                <a:schemeClr val="dk1"/>
              </a:buClr>
              <a:buSzPct val="100000"/>
              <a:buNone/>
            </a:pPr>
            <a:r>
              <a:rPr lang="es-MX"/>
              <a:t>		loop repite</a:t>
            </a:r>
            <a:endParaRPr/>
          </a:p>
        </p:txBody>
      </p:sp>
      <p:pic>
        <p:nvPicPr>
          <p:cNvPr id="1364" name="Google Shape;1364;p173"/>
          <p:cNvPicPr preferRelativeResize="0"/>
          <p:nvPr/>
        </p:nvPicPr>
        <p:blipFill rotWithShape="1">
          <a:blip r:embed="rId3">
            <a:alphaModFix/>
          </a:blip>
          <a:srcRect b="0" l="0" r="0" t="0"/>
          <a:stretch/>
        </p:blipFill>
        <p:spPr>
          <a:xfrm>
            <a:off x="3636927" y="1953160"/>
            <a:ext cx="2173669" cy="1493252"/>
          </a:xfrm>
          <a:prstGeom prst="rect">
            <a:avLst/>
          </a:prstGeom>
          <a:noFill/>
          <a:ln>
            <a:noFill/>
          </a:ln>
        </p:spPr>
      </p:pic>
      <p:pic>
        <p:nvPicPr>
          <p:cNvPr id="1365" name="Google Shape;1365;p173"/>
          <p:cNvPicPr preferRelativeResize="0"/>
          <p:nvPr/>
        </p:nvPicPr>
        <p:blipFill rotWithShape="1">
          <a:blip r:embed="rId4">
            <a:alphaModFix/>
          </a:blip>
          <a:srcRect b="0" l="0" r="0" t="0"/>
          <a:stretch/>
        </p:blipFill>
        <p:spPr>
          <a:xfrm>
            <a:off x="6176982" y="3446411"/>
            <a:ext cx="1984039" cy="1478963"/>
          </a:xfrm>
          <a:prstGeom prst="rect">
            <a:avLst/>
          </a:prstGeom>
          <a:noFill/>
          <a:ln>
            <a:noFill/>
          </a:ln>
        </p:spPr>
      </p:pic>
      <p:cxnSp>
        <p:nvCxnSpPr>
          <p:cNvPr id="1366" name="Google Shape;1366;p173"/>
          <p:cNvCxnSpPr/>
          <p:nvPr/>
        </p:nvCxnSpPr>
        <p:spPr>
          <a:xfrm>
            <a:off x="3877887" y="2752552"/>
            <a:ext cx="2475115" cy="1539933"/>
          </a:xfrm>
          <a:prstGeom prst="straightConnector1">
            <a:avLst/>
          </a:prstGeom>
          <a:noFill/>
          <a:ln cap="flat" cmpd="sng" w="9525">
            <a:solidFill>
              <a:srgbClr val="4A7DBA"/>
            </a:solidFill>
            <a:prstDash val="solid"/>
            <a:round/>
            <a:headEnd len="sm" w="sm" type="none"/>
            <a:tailEnd len="med" w="med" type="triangle"/>
          </a:ln>
        </p:spPr>
      </p:cxnSp>
      <p:pic>
        <p:nvPicPr>
          <p:cNvPr id="1367" name="Google Shape;1367;p173"/>
          <p:cNvPicPr preferRelativeResize="0"/>
          <p:nvPr/>
        </p:nvPicPr>
        <p:blipFill rotWithShape="1">
          <a:blip r:embed="rId5">
            <a:alphaModFix/>
          </a:blip>
          <a:srcRect b="0" l="0" r="0" t="0"/>
          <a:stretch/>
        </p:blipFill>
        <p:spPr>
          <a:xfrm>
            <a:off x="8273911" y="1144039"/>
            <a:ext cx="785922" cy="3622387"/>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1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373" name="Google Shape;1373;p174"/>
          <p:cNvSpPr txBox="1"/>
          <p:nvPr>
            <p:ph idx="1" type="body"/>
          </p:nvPr>
        </p:nvSpPr>
        <p:spPr>
          <a:xfrm>
            <a:off x="457200" y="1600200"/>
            <a:ext cx="8229600" cy="4525963"/>
          </a:xfrm>
          <a:prstGeom prst="rect">
            <a:avLst/>
          </a:prstGeom>
          <a:blipFill rotWithShape="1">
            <a:blip r:embed="rId3">
              <a:alphaModFix/>
            </a:blip>
            <a:stretch>
              <a:fillRect b="-535" l="-1032" r="-1182" t="-2558"/>
            </a:stretch>
          </a:blip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3200"/>
              <a:buChar char="•"/>
            </a:pPr>
            <a:r>
              <a:rPr lang="es-MX"/>
              <a:t> </a:t>
            </a:r>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175"/>
          <p:cNvSpPr txBox="1"/>
          <p:nvPr>
            <p:ph idx="1" type="body"/>
          </p:nvPr>
        </p:nvSpPr>
        <p:spPr>
          <a:xfrm>
            <a:off x="628650" y="1131094"/>
            <a:ext cx="3886200" cy="4358879"/>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.model small</a:t>
            </a:r>
            <a:endParaRPr/>
          </a:p>
          <a:p>
            <a:pPr indent="0" lvl="0" marL="0" rtl="0" algn="l">
              <a:lnSpc>
                <a:spcPct val="100000"/>
              </a:lnSpc>
              <a:spcBef>
                <a:spcPts val="266"/>
              </a:spcBef>
              <a:spcAft>
                <a:spcPts val="0"/>
              </a:spcAft>
              <a:buClr>
                <a:schemeClr val="dk1"/>
              </a:buClr>
              <a:buSzPct val="100000"/>
              <a:buNone/>
            </a:pPr>
            <a:r>
              <a:rPr lang="es-MX"/>
              <a:t>    .stack 100h</a:t>
            </a:r>
            <a:endParaRPr/>
          </a:p>
          <a:p>
            <a:pPr indent="0" lvl="0" marL="0" rtl="0" algn="l">
              <a:lnSpc>
                <a:spcPct val="100000"/>
              </a:lnSpc>
              <a:spcBef>
                <a:spcPts val="266"/>
              </a:spcBef>
              <a:spcAft>
                <a:spcPts val="0"/>
              </a:spcAft>
              <a:buClr>
                <a:schemeClr val="dk1"/>
              </a:buClr>
              <a:buSzPct val="100000"/>
              <a:buNone/>
            </a:pPr>
            <a:r>
              <a:rPr lang="es-MX"/>
              <a:t>    .data</a:t>
            </a:r>
            <a:endParaRPr/>
          </a:p>
          <a:p>
            <a:pPr indent="0" lvl="0" marL="0" rtl="0" algn="l">
              <a:lnSpc>
                <a:spcPct val="100000"/>
              </a:lnSpc>
              <a:spcBef>
                <a:spcPts val="266"/>
              </a:spcBef>
              <a:spcAft>
                <a:spcPts val="0"/>
              </a:spcAft>
              <a:buClr>
                <a:schemeClr val="dk1"/>
              </a:buClr>
              <a:buSzPct val="100000"/>
              <a:buNone/>
            </a:pPr>
            <a:r>
              <a:rPr lang="es-MX"/>
              <a:t>    COLOR   EQU   0fh</a:t>
            </a:r>
            <a:endParaRPr/>
          </a:p>
          <a:p>
            <a:pPr indent="0" lvl="0" marL="0" rtl="0" algn="l">
              <a:lnSpc>
                <a:spcPct val="100000"/>
              </a:lnSpc>
              <a:spcBef>
                <a:spcPts val="266"/>
              </a:spcBef>
              <a:spcAft>
                <a:spcPts val="0"/>
              </a:spcAft>
              <a:buClr>
                <a:schemeClr val="dk1"/>
              </a:buClr>
              <a:buSzPct val="100000"/>
              <a:buNone/>
            </a:pPr>
            <a:r>
              <a:rPr lang="es-MX"/>
              <a:t>    m   db   0</a:t>
            </a:r>
            <a:endParaRPr/>
          </a:p>
          <a:p>
            <a:pPr indent="0" lvl="0" marL="0" rtl="0" algn="l">
              <a:lnSpc>
                <a:spcPct val="100000"/>
              </a:lnSpc>
              <a:spcBef>
                <a:spcPts val="266"/>
              </a:spcBef>
              <a:spcAft>
                <a:spcPts val="0"/>
              </a:spcAft>
              <a:buClr>
                <a:schemeClr val="dk1"/>
              </a:buClr>
              <a:buSzPct val="100000"/>
              <a:buNone/>
            </a:pPr>
            <a:r>
              <a:rPr lang="es-MX"/>
              <a:t>    b   equ   10</a:t>
            </a:r>
            <a:endParaRPr/>
          </a:p>
          <a:p>
            <a:pPr indent="0" lvl="0" marL="0" rtl="0" algn="l">
              <a:lnSpc>
                <a:spcPct val="100000"/>
              </a:lnSpc>
              <a:spcBef>
                <a:spcPts val="266"/>
              </a:spcBef>
              <a:spcAft>
                <a:spcPts val="0"/>
              </a:spcAft>
              <a:buClr>
                <a:schemeClr val="dk1"/>
              </a:buClr>
              <a:buSzPct val="100000"/>
              <a:buNone/>
            </a:pPr>
            <a:r>
              <a:rPr lang="es-MX"/>
              <a:t>.code</a:t>
            </a:r>
            <a:endParaRPr/>
          </a:p>
          <a:p>
            <a:pPr indent="0" lvl="0" marL="0" rtl="0" algn="l">
              <a:lnSpc>
                <a:spcPct val="100000"/>
              </a:lnSpc>
              <a:spcBef>
                <a:spcPts val="266"/>
              </a:spcBef>
              <a:spcAft>
                <a:spcPts val="0"/>
              </a:spcAft>
              <a:buClr>
                <a:schemeClr val="dk1"/>
              </a:buClr>
              <a:buSzPct val="100000"/>
              <a:buNone/>
            </a:pPr>
            <a:r>
              <a:rPr lang="es-MX"/>
              <a:t>    mov ax, @data</a:t>
            </a:r>
            <a:endParaRPr/>
          </a:p>
          <a:p>
            <a:pPr indent="0" lvl="0" marL="0" rtl="0" algn="l">
              <a:lnSpc>
                <a:spcPct val="100000"/>
              </a:lnSpc>
              <a:spcBef>
                <a:spcPts val="266"/>
              </a:spcBef>
              <a:spcAft>
                <a:spcPts val="0"/>
              </a:spcAft>
              <a:buClr>
                <a:schemeClr val="dk1"/>
              </a:buClr>
              <a:buSzPct val="100000"/>
              <a:buNone/>
            </a:pPr>
            <a:r>
              <a:rPr lang="es-MX"/>
              <a:t>    mov ds, ax</a:t>
            </a:r>
            <a:endParaRPr/>
          </a:p>
          <a:p>
            <a:pPr indent="0" lvl="0" marL="0" rtl="0" algn="l">
              <a:lnSpc>
                <a:spcPct val="100000"/>
              </a:lnSpc>
              <a:spcBef>
                <a:spcPts val="266"/>
              </a:spcBef>
              <a:spcAft>
                <a:spcPts val="0"/>
              </a:spcAft>
              <a:buClr>
                <a:schemeClr val="dk1"/>
              </a:buClr>
              <a:buSzPct val="100000"/>
              <a:buNone/>
            </a:pPr>
            <a:r>
              <a:rPr lang="es-MX"/>
              <a:t>    ; Configurar modo grafico</a:t>
            </a:r>
            <a:endParaRPr/>
          </a:p>
          <a:p>
            <a:pPr indent="0" lvl="0" marL="0" rtl="0" algn="l">
              <a:lnSpc>
                <a:spcPct val="100000"/>
              </a:lnSpc>
              <a:spcBef>
                <a:spcPts val="266"/>
              </a:spcBef>
              <a:spcAft>
                <a:spcPts val="0"/>
              </a:spcAft>
              <a:buClr>
                <a:schemeClr val="dk1"/>
              </a:buClr>
              <a:buSzPct val="100000"/>
              <a:buNone/>
            </a:pPr>
            <a:r>
              <a:rPr lang="es-MX"/>
              <a:t>    mov ah, 0</a:t>
            </a:r>
            <a:endParaRPr/>
          </a:p>
          <a:p>
            <a:pPr indent="0" lvl="0" marL="0" rtl="0" algn="l">
              <a:lnSpc>
                <a:spcPct val="100000"/>
              </a:lnSpc>
              <a:spcBef>
                <a:spcPts val="266"/>
              </a:spcBef>
              <a:spcAft>
                <a:spcPts val="0"/>
              </a:spcAft>
              <a:buClr>
                <a:schemeClr val="dk1"/>
              </a:buClr>
              <a:buSzPct val="100000"/>
              <a:buNone/>
            </a:pPr>
            <a:r>
              <a:rPr lang="es-MX"/>
              <a:t>    mov al, 13h</a:t>
            </a:r>
            <a:endParaRPr/>
          </a:p>
          <a:p>
            <a:pPr indent="0" lvl="0" marL="0" rtl="0" algn="l">
              <a:lnSpc>
                <a:spcPct val="100000"/>
              </a:lnSpc>
              <a:spcBef>
                <a:spcPts val="266"/>
              </a:spcBef>
              <a:spcAft>
                <a:spcPts val="0"/>
              </a:spcAft>
              <a:buClr>
                <a:schemeClr val="dk1"/>
              </a:buClr>
              <a:buSzPct val="100000"/>
              <a:buNone/>
            </a:pPr>
            <a:r>
              <a:rPr lang="es-MX"/>
              <a:t>    int 10h</a:t>
            </a:r>
            <a:endParaRPr/>
          </a:p>
          <a:p>
            <a:pPr indent="0" lvl="0" marL="0" rtl="0" algn="l">
              <a:lnSpc>
                <a:spcPct val="100000"/>
              </a:lnSpc>
              <a:spcBef>
                <a:spcPts val="266"/>
              </a:spcBef>
              <a:spcAft>
                <a:spcPts val="0"/>
              </a:spcAft>
              <a:buClr>
                <a:schemeClr val="dk1"/>
              </a:buClr>
              <a:buSzPct val="100000"/>
              <a:buNone/>
            </a:pPr>
            <a:r>
              <a:rPr lang="es-MX"/>
              <a:t>    ; Dibujar la linea</a:t>
            </a:r>
            <a:endParaRPr/>
          </a:p>
          <a:p>
            <a:pPr indent="0" lvl="0" marL="0" rtl="0" algn="l">
              <a:lnSpc>
                <a:spcPct val="100000"/>
              </a:lnSpc>
              <a:spcBef>
                <a:spcPts val="266"/>
              </a:spcBef>
              <a:spcAft>
                <a:spcPts val="0"/>
              </a:spcAft>
              <a:buClr>
                <a:schemeClr val="dk1"/>
              </a:buClr>
              <a:buSzPct val="100000"/>
              <a:buNone/>
            </a:pPr>
            <a:r>
              <a:rPr lang="es-MX"/>
              <a:t>    mov cx, 0</a:t>
            </a:r>
            <a:endParaRPr/>
          </a:p>
          <a:p>
            <a:pPr indent="0" lvl="0" marL="0" rtl="0" algn="l">
              <a:lnSpc>
                <a:spcPct val="100000"/>
              </a:lnSpc>
              <a:spcBef>
                <a:spcPts val="266"/>
              </a:spcBef>
              <a:spcAft>
                <a:spcPts val="0"/>
              </a:spcAft>
              <a:buClr>
                <a:schemeClr val="dk1"/>
              </a:buClr>
              <a:buSzPct val="100000"/>
              <a:buNone/>
            </a:pPr>
            <a:r>
              <a:rPr lang="es-MX"/>
              <a:t>    mov dx, 0</a:t>
            </a:r>
            <a:endParaRPr/>
          </a:p>
          <a:p>
            <a:pPr indent="0" lvl="0" marL="0" rtl="0" algn="l">
              <a:lnSpc>
                <a:spcPct val="100000"/>
              </a:lnSpc>
              <a:spcBef>
                <a:spcPts val="266"/>
              </a:spcBef>
              <a:spcAft>
                <a:spcPts val="0"/>
              </a:spcAft>
              <a:buClr>
                <a:schemeClr val="dk1"/>
              </a:buClr>
              <a:buSzPct val="100000"/>
              <a:buNone/>
            </a:pPr>
            <a:r>
              <a:rPr lang="es-MX"/>
              <a:t>    mov al, COLOR</a:t>
            </a:r>
            <a:endParaRPr/>
          </a:p>
          <a:p>
            <a:pPr indent="0" lvl="0" marL="0" rtl="0" algn="l">
              <a:lnSpc>
                <a:spcPct val="100000"/>
              </a:lnSpc>
              <a:spcBef>
                <a:spcPts val="266"/>
              </a:spcBef>
              <a:spcAft>
                <a:spcPts val="0"/>
              </a:spcAft>
              <a:buClr>
                <a:schemeClr val="dk1"/>
              </a:buClr>
              <a:buSzPct val="100000"/>
              <a:buNone/>
            </a:pPr>
            <a:r>
              <a:rPr lang="es-MX"/>
              <a:t>draw_line:</a:t>
            </a:r>
            <a:endParaRPr/>
          </a:p>
          <a:p>
            <a:pPr indent="0" lvl="0" marL="0" rtl="0" algn="l">
              <a:lnSpc>
                <a:spcPct val="100000"/>
              </a:lnSpc>
              <a:spcBef>
                <a:spcPts val="266"/>
              </a:spcBef>
              <a:spcAft>
                <a:spcPts val="0"/>
              </a:spcAft>
              <a:buClr>
                <a:schemeClr val="dk1"/>
              </a:buClr>
              <a:buSzPct val="100000"/>
              <a:buNone/>
            </a:pPr>
            <a:r>
              <a:rPr lang="es-MX"/>
              <a:t>    ; Calcular y</a:t>
            </a:r>
            <a:endParaRPr/>
          </a:p>
          <a:p>
            <a:pPr indent="0" lvl="0" marL="0" rtl="0" algn="l">
              <a:lnSpc>
                <a:spcPct val="100000"/>
              </a:lnSpc>
              <a:spcBef>
                <a:spcPts val="266"/>
              </a:spcBef>
              <a:spcAft>
                <a:spcPts val="0"/>
              </a:spcAft>
              <a:buClr>
                <a:schemeClr val="dk1"/>
              </a:buClr>
              <a:buSzPct val="100000"/>
              <a:buNone/>
            </a:pPr>
            <a:r>
              <a:rPr lang="es-MX"/>
              <a:t>    mov ax, cx</a:t>
            </a:r>
            <a:endParaRPr/>
          </a:p>
          <a:p>
            <a:pPr indent="0" lvl="0" marL="0" rtl="0" algn="l">
              <a:lnSpc>
                <a:spcPct val="100000"/>
              </a:lnSpc>
              <a:spcBef>
                <a:spcPts val="266"/>
              </a:spcBef>
              <a:spcAft>
                <a:spcPts val="0"/>
              </a:spcAft>
              <a:buClr>
                <a:schemeClr val="dk1"/>
              </a:buClr>
              <a:buSzPct val="100000"/>
              <a:buNone/>
            </a:pPr>
            <a:r>
              <a:rPr lang="es-MX"/>
              <a:t>    mul m</a:t>
            </a:r>
            <a:endParaRPr/>
          </a:p>
        </p:txBody>
      </p:sp>
      <p:sp>
        <p:nvSpPr>
          <p:cNvPr id="1379" name="Google Shape;1379;p175"/>
          <p:cNvSpPr txBox="1"/>
          <p:nvPr>
            <p:ph idx="2" type="body"/>
          </p:nvPr>
        </p:nvSpPr>
        <p:spPr>
          <a:xfrm>
            <a:off x="4629150" y="1131094"/>
            <a:ext cx="3886200" cy="4358879"/>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    add ax, b</a:t>
            </a:r>
            <a:endParaRPr/>
          </a:p>
          <a:p>
            <a:pPr indent="0" lvl="0" marL="0" rtl="0" algn="l">
              <a:lnSpc>
                <a:spcPct val="100000"/>
              </a:lnSpc>
              <a:spcBef>
                <a:spcPts val="266"/>
              </a:spcBef>
              <a:spcAft>
                <a:spcPts val="0"/>
              </a:spcAft>
              <a:buClr>
                <a:schemeClr val="dk1"/>
              </a:buClr>
              <a:buSzPct val="100000"/>
              <a:buNone/>
            </a:pPr>
            <a:r>
              <a:rPr lang="es-MX"/>
              <a:t>    mov dx, ax</a:t>
            </a:r>
            <a:endParaRPr/>
          </a:p>
          <a:p>
            <a:pPr indent="0" lvl="0" marL="0" rtl="0" algn="l">
              <a:lnSpc>
                <a:spcPct val="100000"/>
              </a:lnSpc>
              <a:spcBef>
                <a:spcPts val="266"/>
              </a:spcBef>
              <a:spcAft>
                <a:spcPts val="0"/>
              </a:spcAft>
              <a:buClr>
                <a:schemeClr val="dk1"/>
              </a:buClr>
              <a:buSzPct val="100000"/>
              <a:buNone/>
            </a:pPr>
            <a:r>
              <a:rPr lang="es-MX"/>
              <a:t>    ; Dibujar pixel en (cx, dx)</a:t>
            </a:r>
            <a:endParaRPr/>
          </a:p>
          <a:p>
            <a:pPr indent="0" lvl="0" marL="0" rtl="0" algn="l">
              <a:lnSpc>
                <a:spcPct val="100000"/>
              </a:lnSpc>
              <a:spcBef>
                <a:spcPts val="266"/>
              </a:spcBef>
              <a:spcAft>
                <a:spcPts val="0"/>
              </a:spcAft>
              <a:buClr>
                <a:schemeClr val="dk1"/>
              </a:buClr>
              <a:buSzPct val="100000"/>
              <a:buNone/>
            </a:pPr>
            <a:r>
              <a:rPr lang="es-MX"/>
              <a:t>    mov ah, 0Ch</a:t>
            </a:r>
            <a:endParaRPr/>
          </a:p>
          <a:p>
            <a:pPr indent="0" lvl="0" marL="0" rtl="0" algn="l">
              <a:lnSpc>
                <a:spcPct val="100000"/>
              </a:lnSpc>
              <a:spcBef>
                <a:spcPts val="266"/>
              </a:spcBef>
              <a:spcAft>
                <a:spcPts val="0"/>
              </a:spcAft>
              <a:buClr>
                <a:schemeClr val="dk1"/>
              </a:buClr>
              <a:buSzPct val="100000"/>
              <a:buNone/>
            </a:pPr>
            <a:r>
              <a:rPr lang="es-MX"/>
              <a:t>    int 10h</a:t>
            </a:r>
            <a:endParaRPr/>
          </a:p>
          <a:p>
            <a:pPr indent="0" lvl="0" marL="0" rtl="0" algn="l">
              <a:lnSpc>
                <a:spcPct val="100000"/>
              </a:lnSpc>
              <a:spcBef>
                <a:spcPts val="266"/>
              </a:spcBef>
              <a:spcAft>
                <a:spcPts val="0"/>
              </a:spcAft>
              <a:buClr>
                <a:schemeClr val="dk1"/>
              </a:buClr>
              <a:buSzPct val="100000"/>
              <a:buNone/>
            </a:pPr>
            <a:r>
              <a:rPr lang="es-MX"/>
              <a:t>    inc cx</a:t>
            </a:r>
            <a:endParaRPr/>
          </a:p>
          <a:p>
            <a:pPr indent="0" lvl="0" marL="0" rtl="0" algn="l">
              <a:lnSpc>
                <a:spcPct val="100000"/>
              </a:lnSpc>
              <a:spcBef>
                <a:spcPts val="266"/>
              </a:spcBef>
              <a:spcAft>
                <a:spcPts val="0"/>
              </a:spcAft>
              <a:buClr>
                <a:schemeClr val="dk1"/>
              </a:buClr>
              <a:buSzPct val="100000"/>
              <a:buNone/>
            </a:pPr>
            <a:r>
              <a:rPr lang="es-MX"/>
              <a:t>    cmp cx, 320</a:t>
            </a:r>
            <a:endParaRPr/>
          </a:p>
          <a:p>
            <a:pPr indent="0" lvl="0" marL="0" rtl="0" algn="l">
              <a:lnSpc>
                <a:spcPct val="100000"/>
              </a:lnSpc>
              <a:spcBef>
                <a:spcPts val="266"/>
              </a:spcBef>
              <a:spcAft>
                <a:spcPts val="0"/>
              </a:spcAft>
              <a:buClr>
                <a:schemeClr val="dk1"/>
              </a:buClr>
              <a:buSzPct val="100000"/>
              <a:buNone/>
            </a:pPr>
            <a:r>
              <a:rPr lang="es-MX"/>
              <a:t>    jl draw_line</a:t>
            </a:r>
            <a:endParaRPr/>
          </a:p>
          <a:p>
            <a:pPr indent="0" lvl="0" marL="0" rtl="0" algn="l">
              <a:lnSpc>
                <a:spcPct val="100000"/>
              </a:lnSpc>
              <a:spcBef>
                <a:spcPts val="266"/>
              </a:spcBef>
              <a:spcAft>
                <a:spcPts val="0"/>
              </a:spcAft>
              <a:buClr>
                <a:schemeClr val="dk1"/>
              </a:buClr>
              <a:buSzPct val="100000"/>
              <a:buNone/>
            </a:pPr>
            <a:r>
              <a:rPr lang="es-MX"/>
              <a:t>    ; Esperar a una tecla</a:t>
            </a:r>
            <a:endParaRPr/>
          </a:p>
          <a:p>
            <a:pPr indent="0" lvl="0" marL="0" rtl="0" algn="l">
              <a:lnSpc>
                <a:spcPct val="100000"/>
              </a:lnSpc>
              <a:spcBef>
                <a:spcPts val="266"/>
              </a:spcBef>
              <a:spcAft>
                <a:spcPts val="0"/>
              </a:spcAft>
              <a:buClr>
                <a:schemeClr val="dk1"/>
              </a:buClr>
              <a:buSzPct val="100000"/>
              <a:buNone/>
            </a:pPr>
            <a:r>
              <a:rPr lang="es-MX"/>
              <a:t>    mov ah, 0</a:t>
            </a:r>
            <a:endParaRPr/>
          </a:p>
          <a:p>
            <a:pPr indent="0" lvl="0" marL="0" rtl="0" algn="l">
              <a:lnSpc>
                <a:spcPct val="100000"/>
              </a:lnSpc>
              <a:spcBef>
                <a:spcPts val="266"/>
              </a:spcBef>
              <a:spcAft>
                <a:spcPts val="0"/>
              </a:spcAft>
              <a:buClr>
                <a:schemeClr val="dk1"/>
              </a:buClr>
              <a:buSzPct val="100000"/>
              <a:buNone/>
            </a:pPr>
            <a:r>
              <a:rPr lang="es-MX"/>
              <a:t>    int 16h</a:t>
            </a:r>
            <a:endParaRPr/>
          </a:p>
          <a:p>
            <a:pPr indent="0" lvl="0" marL="0" rtl="0" algn="l">
              <a:lnSpc>
                <a:spcPct val="100000"/>
              </a:lnSpc>
              <a:spcBef>
                <a:spcPts val="266"/>
              </a:spcBef>
              <a:spcAft>
                <a:spcPts val="0"/>
              </a:spcAft>
              <a:buClr>
                <a:schemeClr val="dk1"/>
              </a:buClr>
              <a:buSzPct val="100000"/>
              <a:buNone/>
            </a:pPr>
            <a:r>
              <a:rPr lang="es-MX"/>
              <a:t>    ; Restaurar el modo de texto</a:t>
            </a:r>
            <a:endParaRPr/>
          </a:p>
          <a:p>
            <a:pPr indent="0" lvl="0" marL="0" rtl="0" algn="l">
              <a:lnSpc>
                <a:spcPct val="100000"/>
              </a:lnSpc>
              <a:spcBef>
                <a:spcPts val="266"/>
              </a:spcBef>
              <a:spcAft>
                <a:spcPts val="0"/>
              </a:spcAft>
              <a:buClr>
                <a:schemeClr val="dk1"/>
              </a:buClr>
              <a:buSzPct val="100000"/>
              <a:buNone/>
            </a:pPr>
            <a:r>
              <a:rPr lang="es-MX"/>
              <a:t>    mov ah, 0</a:t>
            </a:r>
            <a:endParaRPr/>
          </a:p>
          <a:p>
            <a:pPr indent="0" lvl="0" marL="0" rtl="0" algn="l">
              <a:lnSpc>
                <a:spcPct val="100000"/>
              </a:lnSpc>
              <a:spcBef>
                <a:spcPts val="266"/>
              </a:spcBef>
              <a:spcAft>
                <a:spcPts val="0"/>
              </a:spcAft>
              <a:buClr>
                <a:schemeClr val="dk1"/>
              </a:buClr>
              <a:buSzPct val="100000"/>
              <a:buNone/>
            </a:pPr>
            <a:r>
              <a:rPr lang="es-MX"/>
              <a:t>    mov al, 3</a:t>
            </a:r>
            <a:endParaRPr/>
          </a:p>
          <a:p>
            <a:pPr indent="0" lvl="0" marL="0" rtl="0" algn="l">
              <a:lnSpc>
                <a:spcPct val="100000"/>
              </a:lnSpc>
              <a:spcBef>
                <a:spcPts val="266"/>
              </a:spcBef>
              <a:spcAft>
                <a:spcPts val="0"/>
              </a:spcAft>
              <a:buClr>
                <a:schemeClr val="dk1"/>
              </a:buClr>
              <a:buSzPct val="100000"/>
              <a:buNone/>
            </a:pPr>
            <a:r>
              <a:rPr lang="es-MX"/>
              <a:t>    int 10h</a:t>
            </a:r>
            <a:endParaRPr/>
          </a:p>
          <a:p>
            <a:pPr indent="0" lvl="0" marL="0" rtl="0" algn="l">
              <a:lnSpc>
                <a:spcPct val="100000"/>
              </a:lnSpc>
              <a:spcBef>
                <a:spcPts val="266"/>
              </a:spcBef>
              <a:spcAft>
                <a:spcPts val="0"/>
              </a:spcAft>
              <a:buClr>
                <a:schemeClr val="dk1"/>
              </a:buClr>
              <a:buSzPct val="100000"/>
              <a:buNone/>
            </a:pPr>
            <a:r>
              <a:rPr lang="es-MX"/>
              <a:t>    ; Salir del programa</a:t>
            </a:r>
            <a:endParaRPr/>
          </a:p>
          <a:p>
            <a:pPr indent="0" lvl="0" marL="0" rtl="0" algn="l">
              <a:lnSpc>
                <a:spcPct val="100000"/>
              </a:lnSpc>
              <a:spcBef>
                <a:spcPts val="266"/>
              </a:spcBef>
              <a:spcAft>
                <a:spcPts val="0"/>
              </a:spcAft>
              <a:buClr>
                <a:schemeClr val="dk1"/>
              </a:buClr>
              <a:buSzPct val="100000"/>
              <a:buNone/>
            </a:pPr>
            <a:r>
              <a:rPr lang="es-MX"/>
              <a:t>    mov ah, 4Ch</a:t>
            </a:r>
            <a:endParaRPr/>
          </a:p>
          <a:p>
            <a:pPr indent="0" lvl="0" marL="0" rtl="0" algn="l">
              <a:lnSpc>
                <a:spcPct val="100000"/>
              </a:lnSpc>
              <a:spcBef>
                <a:spcPts val="266"/>
              </a:spcBef>
              <a:spcAft>
                <a:spcPts val="0"/>
              </a:spcAft>
              <a:buClr>
                <a:schemeClr val="dk1"/>
              </a:buClr>
              <a:buSzPct val="100000"/>
              <a:buNone/>
            </a:pPr>
            <a:r>
              <a:rPr lang="es-MX"/>
              <a:t>    int 21h</a:t>
            </a:r>
            <a:endParaRPr/>
          </a:p>
          <a:p>
            <a:pPr indent="0" lvl="0" marL="0" rtl="0" algn="l">
              <a:lnSpc>
                <a:spcPct val="100000"/>
              </a:lnSpc>
              <a:spcBef>
                <a:spcPts val="266"/>
              </a:spcBef>
              <a:spcAft>
                <a:spcPts val="0"/>
              </a:spcAft>
              <a:buClr>
                <a:schemeClr val="dk1"/>
              </a:buClr>
              <a:buSzPct val="100000"/>
              <a:buNone/>
            </a:pPr>
            <a:r>
              <a:rPr lang="es-MX"/>
              <a:t>    end </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1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Instrucciones de desplazamiento</a:t>
            </a:r>
            <a:endParaRPr/>
          </a:p>
        </p:txBody>
      </p:sp>
      <p:sp>
        <p:nvSpPr>
          <p:cNvPr id="1385" name="Google Shape;1385;p17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l">
              <a:lnSpc>
                <a:spcPct val="100000"/>
              </a:lnSpc>
              <a:spcBef>
                <a:spcPts val="0"/>
              </a:spcBef>
              <a:spcAft>
                <a:spcPts val="0"/>
              </a:spcAft>
              <a:buClr>
                <a:schemeClr val="dk1"/>
              </a:buClr>
              <a:buSzPct val="100000"/>
              <a:buChar char="•"/>
            </a:pPr>
            <a:r>
              <a:rPr lang="es-MX"/>
              <a:t>SAR: desplazamiento aritmético a la derecha </a:t>
            </a:r>
            <a:endParaRPr/>
          </a:p>
          <a:p>
            <a:pPr indent="-342900" lvl="0" marL="342900" rtl="0" algn="l">
              <a:lnSpc>
                <a:spcPct val="100000"/>
              </a:lnSpc>
              <a:spcBef>
                <a:spcPts val="592"/>
              </a:spcBef>
              <a:spcAft>
                <a:spcPts val="0"/>
              </a:spcAft>
              <a:buClr>
                <a:schemeClr val="dk1"/>
              </a:buClr>
              <a:buSzPct val="100000"/>
              <a:buChar char="•"/>
            </a:pPr>
            <a:r>
              <a:rPr lang="es-MX"/>
              <a:t>SAL: desplazamiento aritmético a la izquierda</a:t>
            </a:r>
            <a:endParaRPr/>
          </a:p>
          <a:p>
            <a:pPr indent="-342900" lvl="0" marL="342900" rtl="0" algn="l">
              <a:lnSpc>
                <a:spcPct val="100000"/>
              </a:lnSpc>
              <a:spcBef>
                <a:spcPts val="592"/>
              </a:spcBef>
              <a:spcAft>
                <a:spcPts val="0"/>
              </a:spcAft>
              <a:buClr>
                <a:schemeClr val="dk1"/>
              </a:buClr>
              <a:buSzPct val="100000"/>
              <a:buChar char="•"/>
            </a:pPr>
            <a:r>
              <a:rPr lang="es-MX"/>
              <a:t>SHR: desplazamiento lógico a la derecha</a:t>
            </a:r>
            <a:endParaRPr/>
          </a:p>
          <a:p>
            <a:pPr indent="-342900" lvl="0" marL="342900" rtl="0" algn="l">
              <a:lnSpc>
                <a:spcPct val="100000"/>
              </a:lnSpc>
              <a:spcBef>
                <a:spcPts val="592"/>
              </a:spcBef>
              <a:spcAft>
                <a:spcPts val="0"/>
              </a:spcAft>
              <a:buClr>
                <a:schemeClr val="dk1"/>
              </a:buClr>
              <a:buSzPct val="100000"/>
              <a:buChar char="•"/>
            </a:pPr>
            <a:r>
              <a:rPr lang="es-MX"/>
              <a:t>SHL: desplazamiento lógico a la izquierda</a:t>
            </a:r>
            <a:endParaRPr/>
          </a:p>
          <a:p>
            <a:pPr indent="-342900" lvl="0" marL="342900" rtl="0" algn="l">
              <a:lnSpc>
                <a:spcPct val="100000"/>
              </a:lnSpc>
              <a:spcBef>
                <a:spcPts val="592"/>
              </a:spcBef>
              <a:spcAft>
                <a:spcPts val="0"/>
              </a:spcAft>
              <a:buClr>
                <a:schemeClr val="dk1"/>
              </a:buClr>
              <a:buSzPct val="100000"/>
              <a:buChar char="•"/>
            </a:pPr>
            <a:r>
              <a:rPr lang="es-MX"/>
              <a:t>ROR: rotación a la derecha</a:t>
            </a:r>
            <a:endParaRPr/>
          </a:p>
          <a:p>
            <a:pPr indent="-342900" lvl="0" marL="342900" rtl="0" algn="l">
              <a:lnSpc>
                <a:spcPct val="100000"/>
              </a:lnSpc>
              <a:spcBef>
                <a:spcPts val="592"/>
              </a:spcBef>
              <a:spcAft>
                <a:spcPts val="0"/>
              </a:spcAft>
              <a:buClr>
                <a:schemeClr val="dk1"/>
              </a:buClr>
              <a:buSzPct val="100000"/>
              <a:buChar char="•"/>
            </a:pPr>
            <a:r>
              <a:rPr lang="es-MX"/>
              <a:t>ROL: rotación a la izquierda</a:t>
            </a:r>
            <a:endParaRPr/>
          </a:p>
          <a:p>
            <a:pPr indent="-342900" lvl="0" marL="342900" rtl="0" algn="l">
              <a:lnSpc>
                <a:spcPct val="100000"/>
              </a:lnSpc>
              <a:spcBef>
                <a:spcPts val="592"/>
              </a:spcBef>
              <a:spcAft>
                <a:spcPts val="0"/>
              </a:spcAft>
              <a:buClr>
                <a:schemeClr val="dk1"/>
              </a:buClr>
              <a:buSzPct val="100000"/>
              <a:buChar char="•"/>
            </a:pPr>
            <a:r>
              <a:rPr lang="es-MX"/>
              <a:t>RCR: rotación a la derecha a través del acarreo</a:t>
            </a:r>
            <a:endParaRPr/>
          </a:p>
          <a:p>
            <a:pPr indent="-342900" lvl="0" marL="342900" rtl="0" algn="l">
              <a:lnSpc>
                <a:spcPct val="100000"/>
              </a:lnSpc>
              <a:spcBef>
                <a:spcPts val="592"/>
              </a:spcBef>
              <a:spcAft>
                <a:spcPts val="0"/>
              </a:spcAft>
              <a:buClr>
                <a:schemeClr val="dk1"/>
              </a:buClr>
              <a:buSzPct val="100000"/>
              <a:buChar char="•"/>
            </a:pPr>
            <a:r>
              <a:rPr lang="es-MX"/>
              <a:t>RCL: rotación a la izquierda a través del acarreo</a:t>
            </a:r>
            <a:endParaRPr/>
          </a:p>
        </p:txBody>
      </p:sp>
      <p:sp>
        <p:nvSpPr>
          <p:cNvPr id="1386" name="Google Shape;1386;p1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387" name="Google Shape;1387;p1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1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000"/>
              <a:buFont typeface="Calibri"/>
              <a:buNone/>
            </a:pPr>
            <a:r>
              <a:rPr b="1" i="1" lang="es-MX" sz="3000" u="sng"/>
              <a:t>SAR (Shift Arithmetic Right = desplazamiento aritmético a la derecha)</a:t>
            </a:r>
            <a:r>
              <a:rPr b="1" i="1" lang="es-MX" sz="3000"/>
              <a:t> </a:t>
            </a:r>
            <a:endParaRPr sz="3000"/>
          </a:p>
        </p:txBody>
      </p:sp>
      <p:sp>
        <p:nvSpPr>
          <p:cNvPr id="1393" name="Google Shape;1393;p17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1700"/>
              <a:buChar char="•"/>
            </a:pPr>
            <a:r>
              <a:rPr b="1" i="1" lang="es-MX" sz="1700"/>
              <a:t>Esta instrucción desplaza los bits del operando destino a la derecha tantos bits como indique el operando fuente. Esta forma de funcionamiento es similar a la de la instrucción shr; sin embargo, ambas instrucciones se diferencian en que sar, en vez introducir ceros por la izquierda del operando, replica el bit de mayor peso (bit de signo) en cada desplazamiento. esquemáticamente, la instrucción sar trabaja de la siguiente forma: </a:t>
            </a:r>
            <a:endParaRPr sz="1700"/>
          </a:p>
        </p:txBody>
      </p:sp>
      <p:pic>
        <p:nvPicPr>
          <p:cNvPr descr="https://i2.wp.com/tutorialensamblador.galeon.com/sar.jpg" id="1394" name="Google Shape;1394;p177"/>
          <p:cNvPicPr preferRelativeResize="0"/>
          <p:nvPr/>
        </p:nvPicPr>
        <p:blipFill rotWithShape="1">
          <a:blip r:embed="rId3">
            <a:alphaModFix/>
          </a:blip>
          <a:srcRect b="0" l="0" r="0" t="0"/>
          <a:stretch/>
        </p:blipFill>
        <p:spPr>
          <a:xfrm>
            <a:off x="1835696" y="3861048"/>
            <a:ext cx="5184576" cy="1406649"/>
          </a:xfrm>
          <a:prstGeom prst="rect">
            <a:avLst/>
          </a:prstGeom>
          <a:noFill/>
          <a:ln>
            <a:noFill/>
          </a:ln>
        </p:spPr>
      </p:pic>
      <p:sp>
        <p:nvSpPr>
          <p:cNvPr id="1395" name="Google Shape;1395;p1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396" name="Google Shape;1396;p1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p1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402" name="Google Shape;1402;p17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00"/>
              </a:spcBef>
              <a:spcAft>
                <a:spcPts val="0"/>
              </a:spcAft>
              <a:buClr>
                <a:schemeClr val="dk1"/>
              </a:buClr>
              <a:buSzPct val="100000"/>
              <a:buNone/>
            </a:pPr>
            <a:r>
              <a:rPr lang="es-MX"/>
              <a:t>jmp start</a:t>
            </a:r>
            <a:endParaRPr/>
          </a:p>
          <a:p>
            <a:pPr indent="0" lvl="0" marL="0" rtl="0" algn="l">
              <a:lnSpc>
                <a:spcPct val="100000"/>
              </a:lnSpc>
              <a:spcBef>
                <a:spcPts val="400"/>
              </a:spcBef>
              <a:spcAft>
                <a:spcPts val="0"/>
              </a:spcAft>
              <a:buClr>
                <a:schemeClr val="dk1"/>
              </a:buClr>
              <a:buSzPct val="100000"/>
              <a:buNone/>
            </a:pPr>
            <a:r>
              <a:rPr lang="es-MX"/>
              <a:t>start:  </a:t>
            </a:r>
            <a:endParaRPr/>
          </a:p>
          <a:p>
            <a:pPr indent="0" lvl="0" marL="0" rtl="0" algn="l">
              <a:lnSpc>
                <a:spcPct val="100000"/>
              </a:lnSpc>
              <a:spcBef>
                <a:spcPts val="400"/>
              </a:spcBef>
              <a:spcAft>
                <a:spcPts val="0"/>
              </a:spcAft>
              <a:buClr>
                <a:schemeClr val="dk1"/>
              </a:buClr>
              <a:buSzPct val="100000"/>
              <a:buNone/>
            </a:pPr>
            <a:r>
              <a:rPr lang="es-MX"/>
              <a:t>        xor     ax,ax		; AX = 0</a:t>
            </a:r>
            <a:endParaRPr/>
          </a:p>
          <a:p>
            <a:pPr indent="0" lvl="0" marL="0" rtl="0" algn="l">
              <a:lnSpc>
                <a:spcPct val="100000"/>
              </a:lnSpc>
              <a:spcBef>
                <a:spcPts val="400"/>
              </a:spcBef>
              <a:spcAft>
                <a:spcPts val="0"/>
              </a:spcAft>
              <a:buClr>
                <a:schemeClr val="dk1"/>
              </a:buClr>
              <a:buSzPct val="100000"/>
              <a:buNone/>
            </a:pPr>
            <a:r>
              <a:rPr lang="es-MX"/>
              <a:t>        xor     bx,bx		; AX = 0</a:t>
            </a:r>
            <a:endParaRPr/>
          </a:p>
          <a:p>
            <a:pPr indent="0" lvl="0" marL="0" rtl="0" algn="l">
              <a:lnSpc>
                <a:spcPct val="100000"/>
              </a:lnSpc>
              <a:spcBef>
                <a:spcPts val="400"/>
              </a:spcBef>
              <a:spcAft>
                <a:spcPts val="0"/>
              </a:spcAft>
              <a:buClr>
                <a:schemeClr val="dk1"/>
              </a:buClr>
              <a:buSzPct val="100000"/>
              <a:buNone/>
            </a:pPr>
            <a:r>
              <a:rPr lang="es-MX"/>
              <a:t>        mov     ax,0Ah 	 ; AX = 0000 0000 0000 1010 --&gt;   0101  --&gt;   0010</a:t>
            </a:r>
            <a:endParaRPr/>
          </a:p>
          <a:p>
            <a:pPr indent="0" lvl="0" marL="0" rtl="0" algn="l">
              <a:lnSpc>
                <a:spcPct val="100000"/>
              </a:lnSpc>
              <a:spcBef>
                <a:spcPts val="400"/>
              </a:spcBef>
              <a:spcAft>
                <a:spcPts val="0"/>
              </a:spcAft>
              <a:buClr>
                <a:schemeClr val="dk1"/>
              </a:buClr>
              <a:buSzPct val="100000"/>
              <a:buNone/>
            </a:pPr>
            <a:r>
              <a:rPr lang="es-MX"/>
              <a:t>        mov     cl,02h	                 ; CL = 02h</a:t>
            </a:r>
            <a:endParaRPr/>
          </a:p>
          <a:p>
            <a:pPr indent="0" lvl="0" marL="0" rtl="0" algn="l">
              <a:lnSpc>
                <a:spcPct val="100000"/>
              </a:lnSpc>
              <a:spcBef>
                <a:spcPts val="400"/>
              </a:spcBef>
              <a:spcAft>
                <a:spcPts val="0"/>
              </a:spcAft>
              <a:buClr>
                <a:schemeClr val="dk1"/>
              </a:buClr>
              <a:buSzPct val="100000"/>
              <a:buNone/>
            </a:pPr>
            <a:r>
              <a:rPr lang="es-MX"/>
              <a:t>        sar     ax,CL		; AX = 0000 0000 0000 0010 = 0002h</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        mov     ah, 0 </a:t>
            </a:r>
            <a:endParaRPr/>
          </a:p>
          <a:p>
            <a:pPr indent="0" lvl="0" marL="0" rtl="0" algn="l">
              <a:lnSpc>
                <a:spcPct val="100000"/>
              </a:lnSpc>
              <a:spcBef>
                <a:spcPts val="400"/>
              </a:spcBef>
              <a:spcAft>
                <a:spcPts val="0"/>
              </a:spcAft>
              <a:buClr>
                <a:schemeClr val="dk1"/>
              </a:buClr>
              <a:buSzPct val="100000"/>
              <a:buNone/>
            </a:pPr>
            <a:r>
              <a:rPr lang="es-MX"/>
              <a:t>        int     16h </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ret </a:t>
            </a:r>
            <a:endParaRPr/>
          </a:p>
        </p:txBody>
      </p:sp>
      <p:sp>
        <p:nvSpPr>
          <p:cNvPr id="1403" name="Google Shape;1403;p1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404" name="Google Shape;1404;p1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p1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410" name="Google Shape;1410;p17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00"/>
              </a:spcBef>
              <a:spcAft>
                <a:spcPts val="0"/>
              </a:spcAft>
              <a:buClr>
                <a:schemeClr val="dk1"/>
              </a:buClr>
              <a:buSzPct val="100000"/>
              <a:buNone/>
            </a:pPr>
            <a:r>
              <a:rPr lang="es-MX"/>
              <a:t>jmp start</a:t>
            </a:r>
            <a:endParaRPr/>
          </a:p>
          <a:p>
            <a:pPr indent="0" lvl="0" marL="0" rtl="0" algn="l">
              <a:lnSpc>
                <a:spcPct val="100000"/>
              </a:lnSpc>
              <a:spcBef>
                <a:spcPts val="400"/>
              </a:spcBef>
              <a:spcAft>
                <a:spcPts val="0"/>
              </a:spcAft>
              <a:buClr>
                <a:schemeClr val="dk1"/>
              </a:buClr>
              <a:buSzPct val="100000"/>
              <a:buNone/>
            </a:pPr>
            <a:r>
              <a:rPr lang="es-MX"/>
              <a:t>start:  </a:t>
            </a:r>
            <a:endParaRPr/>
          </a:p>
          <a:p>
            <a:pPr indent="0" lvl="0" marL="0" rtl="0" algn="l">
              <a:lnSpc>
                <a:spcPct val="100000"/>
              </a:lnSpc>
              <a:spcBef>
                <a:spcPts val="400"/>
              </a:spcBef>
              <a:spcAft>
                <a:spcPts val="0"/>
              </a:spcAft>
              <a:buClr>
                <a:schemeClr val="dk1"/>
              </a:buClr>
              <a:buSzPct val="100000"/>
              <a:buNone/>
            </a:pPr>
            <a:r>
              <a:rPr lang="es-MX"/>
              <a:t>        xor     ax,ax		; AX = 0</a:t>
            </a:r>
            <a:endParaRPr/>
          </a:p>
          <a:p>
            <a:pPr indent="0" lvl="0" marL="0" rtl="0" algn="l">
              <a:lnSpc>
                <a:spcPct val="100000"/>
              </a:lnSpc>
              <a:spcBef>
                <a:spcPts val="400"/>
              </a:spcBef>
              <a:spcAft>
                <a:spcPts val="0"/>
              </a:spcAft>
              <a:buClr>
                <a:schemeClr val="dk1"/>
              </a:buClr>
              <a:buSzPct val="100000"/>
              <a:buNone/>
            </a:pPr>
            <a:r>
              <a:rPr lang="es-MX"/>
              <a:t>        xor     bx,bx		; AX = 0</a:t>
            </a:r>
            <a:endParaRPr/>
          </a:p>
          <a:p>
            <a:pPr indent="0" lvl="0" marL="0" rtl="0" algn="l">
              <a:lnSpc>
                <a:spcPct val="100000"/>
              </a:lnSpc>
              <a:spcBef>
                <a:spcPts val="400"/>
              </a:spcBef>
              <a:spcAft>
                <a:spcPts val="0"/>
              </a:spcAft>
              <a:buClr>
                <a:schemeClr val="dk1"/>
              </a:buClr>
              <a:buSzPct val="100000"/>
              <a:buNone/>
            </a:pPr>
            <a:r>
              <a:rPr lang="es-MX"/>
              <a:t>        mov     al,0Ah 	 ; AX = 0000 0000 0000 1010 --&gt;   0101  --&gt;   0010        </a:t>
            </a:r>
            <a:endParaRPr/>
          </a:p>
          <a:p>
            <a:pPr indent="0" lvl="0" marL="0" rtl="0" algn="l">
              <a:lnSpc>
                <a:spcPct val="100000"/>
              </a:lnSpc>
              <a:spcBef>
                <a:spcPts val="400"/>
              </a:spcBef>
              <a:spcAft>
                <a:spcPts val="0"/>
              </a:spcAft>
              <a:buClr>
                <a:schemeClr val="dk1"/>
              </a:buClr>
              <a:buSzPct val="100000"/>
              <a:buNone/>
            </a:pPr>
            <a:r>
              <a:rPr lang="es-MX"/>
              <a:t>        xor     al,80h</a:t>
            </a:r>
            <a:endParaRPr/>
          </a:p>
          <a:p>
            <a:pPr indent="0" lvl="0" marL="0" rtl="0" algn="l">
              <a:lnSpc>
                <a:spcPct val="100000"/>
              </a:lnSpc>
              <a:spcBef>
                <a:spcPts val="400"/>
              </a:spcBef>
              <a:spcAft>
                <a:spcPts val="0"/>
              </a:spcAft>
              <a:buClr>
                <a:schemeClr val="dk1"/>
              </a:buClr>
              <a:buSzPct val="100000"/>
              <a:buNone/>
            </a:pPr>
            <a:r>
              <a:rPr lang="es-MX"/>
              <a:t>        mov     cl,02h	                 ; CL = 02h</a:t>
            </a:r>
            <a:endParaRPr/>
          </a:p>
          <a:p>
            <a:pPr indent="0" lvl="0" marL="0" rtl="0" algn="l">
              <a:lnSpc>
                <a:spcPct val="100000"/>
              </a:lnSpc>
              <a:spcBef>
                <a:spcPts val="400"/>
              </a:spcBef>
              <a:spcAft>
                <a:spcPts val="0"/>
              </a:spcAft>
              <a:buClr>
                <a:schemeClr val="dk1"/>
              </a:buClr>
              <a:buSzPct val="100000"/>
              <a:buNone/>
            </a:pPr>
            <a:r>
              <a:rPr lang="es-MX"/>
              <a:t>        sar     al,CL		; AX = 0000 0000 0000 0010 = 0002h</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        mov     ah, 0 </a:t>
            </a:r>
            <a:endParaRPr/>
          </a:p>
          <a:p>
            <a:pPr indent="0" lvl="0" marL="0" rtl="0" algn="l">
              <a:lnSpc>
                <a:spcPct val="100000"/>
              </a:lnSpc>
              <a:spcBef>
                <a:spcPts val="400"/>
              </a:spcBef>
              <a:spcAft>
                <a:spcPts val="0"/>
              </a:spcAft>
              <a:buClr>
                <a:schemeClr val="dk1"/>
              </a:buClr>
              <a:buSzPct val="100000"/>
              <a:buNone/>
            </a:pPr>
            <a:r>
              <a:rPr lang="es-MX"/>
              <a:t>        int     16h </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ret </a:t>
            </a:r>
            <a:endParaRPr/>
          </a:p>
          <a:p>
            <a:pPr indent="0" lvl="0" marL="0" rtl="0" algn="l">
              <a:lnSpc>
                <a:spcPct val="100000"/>
              </a:lnSpc>
              <a:spcBef>
                <a:spcPts val="400"/>
              </a:spcBef>
              <a:spcAft>
                <a:spcPts val="0"/>
              </a:spcAft>
              <a:buClr>
                <a:schemeClr val="dk1"/>
              </a:buClr>
              <a:buSzPct val="100000"/>
              <a:buNone/>
            </a:pPr>
            <a:r>
              <a:t/>
            </a:r>
            <a:endParaRPr/>
          </a:p>
        </p:txBody>
      </p:sp>
      <p:sp>
        <p:nvSpPr>
          <p:cNvPr id="1411" name="Google Shape;1411;p1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412" name="Google Shape;1412;p1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sp>
        <p:nvSpPr>
          <p:cNvPr id="1417" name="Google Shape;1417;p1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000"/>
              <a:buFont typeface="Calibri"/>
              <a:buNone/>
            </a:pPr>
            <a:r>
              <a:rPr b="1" i="1" lang="es-MX" sz="3000" u="sng"/>
              <a:t>SAL (Shift Arithmetic Left = desplazamiento aritmético a la izquierda)</a:t>
            </a:r>
            <a:r>
              <a:rPr b="1" i="1" lang="es-MX" sz="3000"/>
              <a:t> </a:t>
            </a:r>
            <a:endParaRPr sz="3000"/>
          </a:p>
        </p:txBody>
      </p:sp>
      <p:sp>
        <p:nvSpPr>
          <p:cNvPr id="1418" name="Google Shape;1418;p18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i="1" lang="es-MX"/>
              <a:t>El objetivo de un desplazamiento aritmético a la izquierda es multiplicar un operando, interpretado con signo, por una potencia de 2. </a:t>
            </a:r>
            <a:endParaRPr/>
          </a:p>
        </p:txBody>
      </p:sp>
      <p:pic>
        <p:nvPicPr>
          <p:cNvPr id="1419" name="Google Shape;1419;p180"/>
          <p:cNvPicPr preferRelativeResize="0"/>
          <p:nvPr/>
        </p:nvPicPr>
        <p:blipFill rotWithShape="1">
          <a:blip r:embed="rId3">
            <a:alphaModFix/>
          </a:blip>
          <a:srcRect b="0" l="0" r="0" t="0"/>
          <a:stretch/>
        </p:blipFill>
        <p:spPr>
          <a:xfrm>
            <a:off x="1612623" y="4293096"/>
            <a:ext cx="5848350" cy="857250"/>
          </a:xfrm>
          <a:prstGeom prst="rect">
            <a:avLst/>
          </a:prstGeom>
          <a:noFill/>
          <a:ln>
            <a:noFill/>
          </a:ln>
        </p:spPr>
      </p:pic>
      <p:sp>
        <p:nvSpPr>
          <p:cNvPr id="1420" name="Google Shape;1420;p1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421" name="Google Shape;1421;p1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1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427" name="Google Shape;1427;p18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ax,0Ah 	    ; AX = 0000 0000 0000 1010 = 000Ah</a:t>
            </a:r>
            <a:endParaRPr/>
          </a:p>
          <a:p>
            <a:pPr indent="0" lvl="0" marL="0" rtl="0" algn="l">
              <a:lnSpc>
                <a:spcPct val="100000"/>
              </a:lnSpc>
              <a:spcBef>
                <a:spcPts val="448"/>
              </a:spcBef>
              <a:spcAft>
                <a:spcPts val="0"/>
              </a:spcAft>
              <a:buClr>
                <a:schemeClr val="dk1"/>
              </a:buClr>
              <a:buSzPct val="100000"/>
              <a:buNone/>
            </a:pPr>
            <a:r>
              <a:rPr lang="es-MX"/>
              <a:t>        mov     cl,02h	    ; CL = 02h</a:t>
            </a:r>
            <a:endParaRPr/>
          </a:p>
          <a:p>
            <a:pPr indent="0" lvl="0" marL="0" rtl="0" algn="l">
              <a:lnSpc>
                <a:spcPct val="100000"/>
              </a:lnSpc>
              <a:spcBef>
                <a:spcPts val="448"/>
              </a:spcBef>
              <a:spcAft>
                <a:spcPts val="0"/>
              </a:spcAft>
              <a:buClr>
                <a:schemeClr val="dk1"/>
              </a:buClr>
              <a:buSzPct val="100000"/>
              <a:buNone/>
            </a:pPr>
            <a:r>
              <a:rPr lang="es-MX"/>
              <a:t>        sal     ax,cl		; AX = 0000 0000 0010 1000 = 0028h</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 </a:t>
            </a:r>
            <a:endParaRPr/>
          </a:p>
        </p:txBody>
      </p:sp>
      <p:sp>
        <p:nvSpPr>
          <p:cNvPr id="1428" name="Google Shape;1428;p1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429" name="Google Shape;1429;p1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18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435" name="Google Shape;1435;p18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00"/>
              </a:spcBef>
              <a:spcAft>
                <a:spcPts val="0"/>
              </a:spcAft>
              <a:buClr>
                <a:schemeClr val="dk1"/>
              </a:buClr>
              <a:buSzPct val="100000"/>
              <a:buNone/>
            </a:pPr>
            <a:r>
              <a:rPr lang="es-MX"/>
              <a:t>jmp start</a:t>
            </a:r>
            <a:endParaRPr/>
          </a:p>
          <a:p>
            <a:pPr indent="0" lvl="0" marL="0" rtl="0" algn="l">
              <a:lnSpc>
                <a:spcPct val="100000"/>
              </a:lnSpc>
              <a:spcBef>
                <a:spcPts val="400"/>
              </a:spcBef>
              <a:spcAft>
                <a:spcPts val="0"/>
              </a:spcAft>
              <a:buClr>
                <a:schemeClr val="dk1"/>
              </a:buClr>
              <a:buSzPct val="100000"/>
              <a:buNone/>
            </a:pPr>
            <a:r>
              <a:rPr lang="es-MX"/>
              <a:t>start:  </a:t>
            </a:r>
            <a:endParaRPr/>
          </a:p>
          <a:p>
            <a:pPr indent="0" lvl="0" marL="0" rtl="0" algn="l">
              <a:lnSpc>
                <a:spcPct val="100000"/>
              </a:lnSpc>
              <a:spcBef>
                <a:spcPts val="400"/>
              </a:spcBef>
              <a:spcAft>
                <a:spcPts val="0"/>
              </a:spcAft>
              <a:buClr>
                <a:schemeClr val="dk1"/>
              </a:buClr>
              <a:buSzPct val="100000"/>
              <a:buNone/>
            </a:pPr>
            <a:r>
              <a:rPr lang="es-MX"/>
              <a:t>        xor     ax,ax   ; AX = 0</a:t>
            </a:r>
            <a:endParaRPr/>
          </a:p>
          <a:p>
            <a:pPr indent="0" lvl="0" marL="0" rtl="0" algn="l">
              <a:lnSpc>
                <a:spcPct val="100000"/>
              </a:lnSpc>
              <a:spcBef>
                <a:spcPts val="400"/>
              </a:spcBef>
              <a:spcAft>
                <a:spcPts val="0"/>
              </a:spcAft>
              <a:buClr>
                <a:schemeClr val="dk1"/>
              </a:buClr>
              <a:buSzPct val="100000"/>
              <a:buNone/>
            </a:pPr>
            <a:r>
              <a:rPr lang="es-MX"/>
              <a:t>        xor     bx,bx   ; BX = 0     </a:t>
            </a:r>
            <a:endParaRPr/>
          </a:p>
          <a:p>
            <a:pPr indent="0" lvl="0" marL="0" rtl="0" algn="l">
              <a:lnSpc>
                <a:spcPct val="100000"/>
              </a:lnSpc>
              <a:spcBef>
                <a:spcPts val="400"/>
              </a:spcBef>
              <a:spcAft>
                <a:spcPts val="0"/>
              </a:spcAft>
              <a:buClr>
                <a:schemeClr val="dk1"/>
              </a:buClr>
              <a:buSzPct val="100000"/>
              <a:buNone/>
            </a:pPr>
            <a:r>
              <a:rPr lang="es-MX"/>
              <a:t>        stc</a:t>
            </a:r>
            <a:endParaRPr/>
          </a:p>
          <a:p>
            <a:pPr indent="0" lvl="0" marL="0" rtl="0" algn="l">
              <a:lnSpc>
                <a:spcPct val="100000"/>
              </a:lnSpc>
              <a:spcBef>
                <a:spcPts val="400"/>
              </a:spcBef>
              <a:spcAft>
                <a:spcPts val="0"/>
              </a:spcAft>
              <a:buClr>
                <a:schemeClr val="dk1"/>
              </a:buClr>
              <a:buSzPct val="100000"/>
              <a:buNone/>
            </a:pPr>
            <a:r>
              <a:rPr lang="es-MX"/>
              <a:t>        mov     ax,09h  ; AX = 0000 0000 0000 1001 = 0009h  </a:t>
            </a:r>
            <a:endParaRPr/>
          </a:p>
          <a:p>
            <a:pPr indent="0" lvl="0" marL="0" rtl="0" algn="l">
              <a:lnSpc>
                <a:spcPct val="100000"/>
              </a:lnSpc>
              <a:spcBef>
                <a:spcPts val="400"/>
              </a:spcBef>
              <a:spcAft>
                <a:spcPts val="0"/>
              </a:spcAft>
              <a:buClr>
                <a:schemeClr val="dk1"/>
              </a:buClr>
              <a:buSzPct val="100000"/>
              <a:buNone/>
            </a:pPr>
            <a:r>
              <a:rPr lang="es-MX"/>
              <a:t>        mov     bx,03h  ; BX = 0000 0000 0000 0011 = 0003h  </a:t>
            </a:r>
            <a:endParaRPr/>
          </a:p>
          <a:p>
            <a:pPr indent="0" lvl="0" marL="0" rtl="0" algn="l">
              <a:lnSpc>
                <a:spcPct val="100000"/>
              </a:lnSpc>
              <a:spcBef>
                <a:spcPts val="400"/>
              </a:spcBef>
              <a:spcAft>
                <a:spcPts val="0"/>
              </a:spcAft>
              <a:buClr>
                <a:schemeClr val="dk1"/>
              </a:buClr>
              <a:buSzPct val="100000"/>
              <a:buNone/>
            </a:pPr>
            <a:r>
              <a:rPr lang="es-MX"/>
              <a:t>        adc     ax,bx      ; AX = 0000 0000 0000 1101 = 000Dh</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        mov     ah, 0 </a:t>
            </a:r>
            <a:endParaRPr/>
          </a:p>
          <a:p>
            <a:pPr indent="0" lvl="0" marL="0" rtl="0" algn="l">
              <a:lnSpc>
                <a:spcPct val="100000"/>
              </a:lnSpc>
              <a:spcBef>
                <a:spcPts val="400"/>
              </a:spcBef>
              <a:spcAft>
                <a:spcPts val="0"/>
              </a:spcAft>
              <a:buClr>
                <a:schemeClr val="dk1"/>
              </a:buClr>
              <a:buSzPct val="100000"/>
              <a:buNone/>
            </a:pPr>
            <a:r>
              <a:rPr lang="es-MX"/>
              <a:t>        int     16h </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ret</a:t>
            </a:r>
            <a:endParaRPr/>
          </a:p>
        </p:txBody>
      </p:sp>
      <p:sp>
        <p:nvSpPr>
          <p:cNvPr id="1436" name="Google Shape;1436;p1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437" name="Google Shape;1437;p1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1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b="1" i="1" lang="es-MX" u="sng"/>
              <a:t>SHR (Shift Right = desplazamiento a la derecha)</a:t>
            </a:r>
            <a:r>
              <a:rPr b="1" i="1" lang="es-MX"/>
              <a:t> </a:t>
            </a:r>
            <a:endParaRPr/>
          </a:p>
        </p:txBody>
      </p:sp>
      <p:sp>
        <p:nvSpPr>
          <p:cNvPr id="1443" name="Google Shape;1443;p18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b="1" i="1" lang="es-MX"/>
              <a:t>La instrucción shr funciona de la misma forma que shl, pero desplazando los bits a la derecha en lugar de a la izquierda, tal y como se muestra en la figura siguiente</a:t>
            </a:r>
            <a:endParaRPr/>
          </a:p>
        </p:txBody>
      </p:sp>
      <p:pic>
        <p:nvPicPr>
          <p:cNvPr descr="https://i2.wp.com/tutorialensamblador.galeon.com/shr.jpg" id="1444" name="Google Shape;1444;p183"/>
          <p:cNvPicPr preferRelativeResize="0"/>
          <p:nvPr/>
        </p:nvPicPr>
        <p:blipFill rotWithShape="1">
          <a:blip r:embed="rId3">
            <a:alphaModFix/>
          </a:blip>
          <a:srcRect b="0" l="0" r="0" t="0"/>
          <a:stretch/>
        </p:blipFill>
        <p:spPr>
          <a:xfrm>
            <a:off x="1619672" y="3861048"/>
            <a:ext cx="5616624" cy="1541141"/>
          </a:xfrm>
          <a:prstGeom prst="rect">
            <a:avLst/>
          </a:prstGeom>
          <a:noFill/>
          <a:ln>
            <a:noFill/>
          </a:ln>
        </p:spPr>
      </p:pic>
      <p:sp>
        <p:nvSpPr>
          <p:cNvPr id="1445" name="Google Shape;1445;p1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446" name="Google Shape;1446;p1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1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452" name="Google Shape;1452;p18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b="1"/>
          </a:p>
          <a:p>
            <a:pPr indent="0" lvl="0" marL="0" rtl="0" algn="l">
              <a:lnSpc>
                <a:spcPct val="100000"/>
              </a:lnSpc>
              <a:spcBef>
                <a:spcPts val="448"/>
              </a:spcBef>
              <a:spcAft>
                <a:spcPts val="0"/>
              </a:spcAft>
              <a:buClr>
                <a:schemeClr val="dk1"/>
              </a:buClr>
              <a:buSzPct val="100000"/>
              <a:buNone/>
            </a:pPr>
            <a:r>
              <a:rPr lang="es-MX"/>
              <a:t>        mov     ax,0Ah	; AX = 0000 0000 0000 1010 = 000Ah </a:t>
            </a:r>
            <a:endParaRPr/>
          </a:p>
          <a:p>
            <a:pPr indent="0" lvl="0" marL="0" rtl="0" algn="l">
              <a:lnSpc>
                <a:spcPct val="100000"/>
              </a:lnSpc>
              <a:spcBef>
                <a:spcPts val="448"/>
              </a:spcBef>
              <a:spcAft>
                <a:spcPts val="0"/>
              </a:spcAft>
              <a:buClr>
                <a:schemeClr val="dk1"/>
              </a:buClr>
              <a:buSzPct val="100000"/>
              <a:buNone/>
            </a:pPr>
            <a:r>
              <a:rPr lang="es-MX"/>
              <a:t>        mov     cl,02h	; CL = 02h</a:t>
            </a:r>
            <a:endParaRPr/>
          </a:p>
          <a:p>
            <a:pPr indent="0" lvl="0" marL="0" rtl="0" algn="l">
              <a:lnSpc>
                <a:spcPct val="100000"/>
              </a:lnSpc>
              <a:spcBef>
                <a:spcPts val="448"/>
              </a:spcBef>
              <a:spcAft>
                <a:spcPts val="0"/>
              </a:spcAft>
              <a:buClr>
                <a:schemeClr val="dk1"/>
              </a:buClr>
              <a:buSzPct val="100000"/>
              <a:buNone/>
            </a:pPr>
            <a:r>
              <a:rPr lang="es-MX"/>
              <a:t>        shr     ax,cl		;  AX = 0000 0000 0000 0010 = 0002h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 </a:t>
            </a:r>
            <a:endParaRPr/>
          </a:p>
        </p:txBody>
      </p:sp>
      <p:sp>
        <p:nvSpPr>
          <p:cNvPr id="1453" name="Google Shape;1453;p1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454" name="Google Shape;1454;p1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1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b="1" lang="es-MX"/>
              <a:t>SHL</a:t>
            </a:r>
            <a:r>
              <a:rPr lang="es-MX"/>
              <a:t>  (desplazamiento lógico a la izquierda)</a:t>
            </a:r>
            <a:endParaRPr/>
          </a:p>
        </p:txBody>
      </p:sp>
      <p:sp>
        <p:nvSpPr>
          <p:cNvPr id="1460" name="Google Shape;1460;p18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b="1" lang="es-MX"/>
              <a:t>SHL</a:t>
            </a:r>
            <a:r>
              <a:rPr lang="es-MX"/>
              <a:t> </a:t>
            </a:r>
            <a:r>
              <a:rPr i="1" lang="es-MX"/>
              <a:t>destino</a:t>
            </a:r>
            <a:r>
              <a:rPr lang="es-MX"/>
              <a:t>,</a:t>
            </a:r>
            <a:r>
              <a:rPr i="1" lang="es-MX"/>
              <a:t>origen</a:t>
            </a:r>
            <a:r>
              <a:rPr lang="es-MX"/>
              <a:t> (SHift logic Left, desplazamiento lógico a la izquierda)</a:t>
            </a:r>
            <a:endParaRPr/>
          </a:p>
        </p:txBody>
      </p:sp>
      <p:pic>
        <p:nvPicPr>
          <p:cNvPr id="1461" name="Google Shape;1461;p185"/>
          <p:cNvPicPr preferRelativeResize="0"/>
          <p:nvPr/>
        </p:nvPicPr>
        <p:blipFill rotWithShape="1">
          <a:blip r:embed="rId3">
            <a:alphaModFix/>
          </a:blip>
          <a:srcRect b="0" l="0" r="0" t="0"/>
          <a:stretch/>
        </p:blipFill>
        <p:spPr>
          <a:xfrm>
            <a:off x="1331640" y="3429000"/>
            <a:ext cx="5848350" cy="857250"/>
          </a:xfrm>
          <a:prstGeom prst="rect">
            <a:avLst/>
          </a:prstGeom>
          <a:noFill/>
          <a:ln>
            <a:noFill/>
          </a:ln>
        </p:spPr>
      </p:pic>
      <p:sp>
        <p:nvSpPr>
          <p:cNvPr id="1462" name="Google Shape;1462;p1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463" name="Google Shape;1463;p1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1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469" name="Google Shape;1469;p18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ax,0Ah	 ; AX = 0000 0000 0000 1010 = 000Ah </a:t>
            </a:r>
            <a:endParaRPr/>
          </a:p>
          <a:p>
            <a:pPr indent="0" lvl="0" marL="0" rtl="0" algn="l">
              <a:lnSpc>
                <a:spcPct val="100000"/>
              </a:lnSpc>
              <a:spcBef>
                <a:spcPts val="448"/>
              </a:spcBef>
              <a:spcAft>
                <a:spcPts val="0"/>
              </a:spcAft>
              <a:buClr>
                <a:schemeClr val="dk1"/>
              </a:buClr>
              <a:buSzPct val="100000"/>
              <a:buNone/>
            </a:pPr>
            <a:r>
              <a:rPr lang="es-MX"/>
              <a:t>        mov     cl,02h	 ; CL = 02h</a:t>
            </a:r>
            <a:endParaRPr/>
          </a:p>
          <a:p>
            <a:pPr indent="0" lvl="0" marL="0" rtl="0" algn="l">
              <a:lnSpc>
                <a:spcPct val="100000"/>
              </a:lnSpc>
              <a:spcBef>
                <a:spcPts val="448"/>
              </a:spcBef>
              <a:spcAft>
                <a:spcPts val="0"/>
              </a:spcAft>
              <a:buClr>
                <a:schemeClr val="dk1"/>
              </a:buClr>
              <a:buSzPct val="100000"/>
              <a:buNone/>
            </a:pPr>
            <a:r>
              <a:rPr lang="es-MX"/>
              <a:t>        shl     ax,cl		 ; AX = 0000 0000 0010 1000 = 0028h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a:t>
            </a:r>
            <a:endParaRPr/>
          </a:p>
        </p:txBody>
      </p:sp>
      <p:sp>
        <p:nvSpPr>
          <p:cNvPr id="1470" name="Google Shape;1470;p1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471" name="Google Shape;1471;p1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18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ROR</a:t>
            </a:r>
            <a:endParaRPr/>
          </a:p>
        </p:txBody>
      </p:sp>
      <p:sp>
        <p:nvSpPr>
          <p:cNvPr id="1477" name="Google Shape;1477;p18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s-MX"/>
              <a:t>ROR</a:t>
            </a:r>
            <a:r>
              <a:rPr lang="es-MX"/>
              <a:t> </a:t>
            </a:r>
            <a:r>
              <a:rPr i="1" lang="es-MX"/>
              <a:t>destino</a:t>
            </a:r>
            <a:r>
              <a:rPr lang="es-MX"/>
              <a:t>,</a:t>
            </a:r>
            <a:r>
              <a:rPr i="1" lang="es-MX"/>
              <a:t>origen</a:t>
            </a:r>
            <a:r>
              <a:rPr lang="es-MX"/>
              <a:t> (ROtate Right, rotación a la derecha) {O,C}</a:t>
            </a:r>
            <a:endParaRPr/>
          </a:p>
        </p:txBody>
      </p:sp>
      <p:pic>
        <p:nvPicPr>
          <p:cNvPr id="1478" name="Google Shape;1478;p187"/>
          <p:cNvPicPr preferRelativeResize="0"/>
          <p:nvPr/>
        </p:nvPicPr>
        <p:blipFill rotWithShape="1">
          <a:blip r:embed="rId3">
            <a:alphaModFix/>
          </a:blip>
          <a:srcRect b="0" l="0" r="0" t="0"/>
          <a:stretch/>
        </p:blipFill>
        <p:spPr>
          <a:xfrm>
            <a:off x="1619672" y="3028950"/>
            <a:ext cx="5543550" cy="800100"/>
          </a:xfrm>
          <a:prstGeom prst="rect">
            <a:avLst/>
          </a:prstGeom>
          <a:noFill/>
          <a:ln>
            <a:noFill/>
          </a:ln>
        </p:spPr>
      </p:pic>
      <p:sp>
        <p:nvSpPr>
          <p:cNvPr id="1479" name="Google Shape;1479;p1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480" name="Google Shape;1480;p1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sp>
        <p:nvSpPr>
          <p:cNvPr id="1485" name="Google Shape;1485;p18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486" name="Google Shape;1486;p18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ax,0Ah  	; AX = 0000 0000 0000 1010 = 000Ah  </a:t>
            </a:r>
            <a:endParaRPr/>
          </a:p>
          <a:p>
            <a:pPr indent="0" lvl="0" marL="0" rtl="0" algn="l">
              <a:lnSpc>
                <a:spcPct val="100000"/>
              </a:lnSpc>
              <a:spcBef>
                <a:spcPts val="448"/>
              </a:spcBef>
              <a:spcAft>
                <a:spcPts val="0"/>
              </a:spcAft>
              <a:buClr>
                <a:schemeClr val="dk1"/>
              </a:buClr>
              <a:buSzPct val="100000"/>
              <a:buNone/>
            </a:pPr>
            <a:r>
              <a:rPr lang="es-MX"/>
              <a:t>        mov     cl,02h  	; CL = 02h</a:t>
            </a:r>
            <a:endParaRPr/>
          </a:p>
          <a:p>
            <a:pPr indent="0" lvl="0" marL="0" rtl="0" algn="l">
              <a:lnSpc>
                <a:spcPct val="100000"/>
              </a:lnSpc>
              <a:spcBef>
                <a:spcPts val="448"/>
              </a:spcBef>
              <a:spcAft>
                <a:spcPts val="0"/>
              </a:spcAft>
              <a:buClr>
                <a:schemeClr val="dk1"/>
              </a:buClr>
              <a:buSzPct val="100000"/>
              <a:buNone/>
            </a:pPr>
            <a:r>
              <a:rPr lang="es-MX"/>
              <a:t>        ror     ax,cl   	; AX = 1000 0000 0000 0010 = 8002h</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 </a:t>
            </a:r>
            <a:endParaRPr/>
          </a:p>
        </p:txBody>
      </p:sp>
      <p:sp>
        <p:nvSpPr>
          <p:cNvPr id="1487" name="Google Shape;1487;p1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488" name="Google Shape;1488;p1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2" name="Shape 1492"/>
        <p:cNvGrpSpPr/>
        <p:nvPr/>
      </p:nvGrpSpPr>
      <p:grpSpPr>
        <a:xfrm>
          <a:off x="0" y="0"/>
          <a:ext cx="0" cy="0"/>
          <a:chOff x="0" y="0"/>
          <a:chExt cx="0" cy="0"/>
        </a:xfrm>
      </p:grpSpPr>
      <p:sp>
        <p:nvSpPr>
          <p:cNvPr id="1493" name="Google Shape;1493;p18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ROL</a:t>
            </a:r>
            <a:endParaRPr/>
          </a:p>
        </p:txBody>
      </p:sp>
      <p:sp>
        <p:nvSpPr>
          <p:cNvPr id="1494" name="Google Shape;1494;p18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s-MX"/>
              <a:t>ROL</a:t>
            </a:r>
            <a:r>
              <a:rPr lang="es-MX"/>
              <a:t> </a:t>
            </a:r>
            <a:r>
              <a:rPr i="1" lang="es-MX"/>
              <a:t>destino</a:t>
            </a:r>
            <a:r>
              <a:rPr lang="es-MX"/>
              <a:t>,</a:t>
            </a:r>
            <a:r>
              <a:rPr i="1" lang="es-MX"/>
              <a:t>origen</a:t>
            </a:r>
            <a:r>
              <a:rPr lang="es-MX"/>
              <a:t> (ROtate Left, rotación a la izquierda) {O,C}</a:t>
            </a:r>
            <a:endParaRPr/>
          </a:p>
        </p:txBody>
      </p:sp>
      <p:pic>
        <p:nvPicPr>
          <p:cNvPr id="1495" name="Google Shape;1495;p189"/>
          <p:cNvPicPr preferRelativeResize="0"/>
          <p:nvPr/>
        </p:nvPicPr>
        <p:blipFill rotWithShape="1">
          <a:blip r:embed="rId3">
            <a:alphaModFix/>
          </a:blip>
          <a:srcRect b="0" l="0" r="0" t="0"/>
          <a:stretch/>
        </p:blipFill>
        <p:spPr>
          <a:xfrm>
            <a:off x="2186773" y="3717032"/>
            <a:ext cx="4752975" cy="723900"/>
          </a:xfrm>
          <a:prstGeom prst="rect">
            <a:avLst/>
          </a:prstGeom>
          <a:noFill/>
          <a:ln>
            <a:noFill/>
          </a:ln>
        </p:spPr>
      </p:pic>
      <p:sp>
        <p:nvSpPr>
          <p:cNvPr id="1496" name="Google Shape;1496;p1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497" name="Google Shape;1497;p1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1" name="Shape 1501"/>
        <p:cNvGrpSpPr/>
        <p:nvPr/>
      </p:nvGrpSpPr>
      <p:grpSpPr>
        <a:xfrm>
          <a:off x="0" y="0"/>
          <a:ext cx="0" cy="0"/>
          <a:chOff x="0" y="0"/>
          <a:chExt cx="0" cy="0"/>
        </a:xfrm>
      </p:grpSpPr>
      <p:sp>
        <p:nvSpPr>
          <p:cNvPr id="1502" name="Google Shape;1502;p1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503" name="Google Shape;1503;p19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ax,0Ah  	; AX = 0000 0000 0000 1010 = 000Ah  </a:t>
            </a:r>
            <a:endParaRPr/>
          </a:p>
          <a:p>
            <a:pPr indent="0" lvl="0" marL="0" rtl="0" algn="l">
              <a:lnSpc>
                <a:spcPct val="100000"/>
              </a:lnSpc>
              <a:spcBef>
                <a:spcPts val="448"/>
              </a:spcBef>
              <a:spcAft>
                <a:spcPts val="0"/>
              </a:spcAft>
              <a:buClr>
                <a:schemeClr val="dk1"/>
              </a:buClr>
              <a:buSzPct val="100000"/>
              <a:buNone/>
            </a:pPr>
            <a:r>
              <a:rPr lang="es-MX"/>
              <a:t>        mov     cl,02h  	; CL = 02h</a:t>
            </a:r>
            <a:endParaRPr/>
          </a:p>
          <a:p>
            <a:pPr indent="0" lvl="0" marL="0" rtl="0" algn="l">
              <a:lnSpc>
                <a:spcPct val="100000"/>
              </a:lnSpc>
              <a:spcBef>
                <a:spcPts val="448"/>
              </a:spcBef>
              <a:spcAft>
                <a:spcPts val="0"/>
              </a:spcAft>
              <a:buClr>
                <a:schemeClr val="dk1"/>
              </a:buClr>
              <a:buSzPct val="100000"/>
              <a:buNone/>
            </a:pPr>
            <a:r>
              <a:rPr lang="es-MX"/>
              <a:t>        rol     ax,cl  		; AX = 0000 0000 0010 1000 = 0028h</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 </a:t>
            </a:r>
            <a:endParaRPr/>
          </a:p>
        </p:txBody>
      </p:sp>
      <p:sp>
        <p:nvSpPr>
          <p:cNvPr id="1504" name="Google Shape;1504;p1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505" name="Google Shape;1505;p1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sp>
        <p:nvSpPr>
          <p:cNvPr id="1510" name="Google Shape;1510;p1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RCR</a:t>
            </a:r>
            <a:endParaRPr/>
          </a:p>
        </p:txBody>
      </p:sp>
      <p:sp>
        <p:nvSpPr>
          <p:cNvPr id="1511" name="Google Shape;1511;p19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b="1" lang="es-MX"/>
              <a:t>RCR</a:t>
            </a:r>
            <a:r>
              <a:rPr lang="es-MX"/>
              <a:t> </a:t>
            </a:r>
            <a:r>
              <a:rPr i="1" lang="es-MX"/>
              <a:t>destino</a:t>
            </a:r>
            <a:r>
              <a:rPr lang="es-MX"/>
              <a:t>,</a:t>
            </a:r>
            <a:r>
              <a:rPr i="1" lang="es-MX"/>
              <a:t>origen</a:t>
            </a:r>
            <a:r>
              <a:rPr lang="es-MX"/>
              <a:t> (Rotate with Carry Right, rotación a la derecha con carry) {O,C}</a:t>
            </a:r>
            <a:endParaRPr/>
          </a:p>
        </p:txBody>
      </p:sp>
      <p:pic>
        <p:nvPicPr>
          <p:cNvPr id="1512" name="Google Shape;1512;p191"/>
          <p:cNvPicPr preferRelativeResize="0"/>
          <p:nvPr/>
        </p:nvPicPr>
        <p:blipFill rotWithShape="1">
          <a:blip r:embed="rId3">
            <a:alphaModFix/>
          </a:blip>
          <a:srcRect b="0" l="0" r="0" t="0"/>
          <a:stretch/>
        </p:blipFill>
        <p:spPr>
          <a:xfrm>
            <a:off x="1619672" y="4437112"/>
            <a:ext cx="5543550" cy="685800"/>
          </a:xfrm>
          <a:prstGeom prst="rect">
            <a:avLst/>
          </a:prstGeom>
          <a:noFill/>
          <a:ln>
            <a:noFill/>
          </a:ln>
        </p:spPr>
      </p:pic>
      <p:sp>
        <p:nvSpPr>
          <p:cNvPr id="1513" name="Google Shape;1513;p1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514" name="Google Shape;1514;p1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8" name="Shape 1518"/>
        <p:cNvGrpSpPr/>
        <p:nvPr/>
      </p:nvGrpSpPr>
      <p:grpSpPr>
        <a:xfrm>
          <a:off x="0" y="0"/>
          <a:ext cx="0" cy="0"/>
          <a:chOff x="0" y="0"/>
          <a:chExt cx="0" cy="0"/>
        </a:xfrm>
      </p:grpSpPr>
      <p:sp>
        <p:nvSpPr>
          <p:cNvPr id="1519" name="Google Shape;1519;p19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520" name="Google Shape;1520;p19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ax,0Ah  	; AX = 0000 0000 0000 1010 = 000Ah  </a:t>
            </a:r>
            <a:endParaRPr/>
          </a:p>
          <a:p>
            <a:pPr indent="0" lvl="0" marL="0" rtl="0" algn="l">
              <a:lnSpc>
                <a:spcPct val="100000"/>
              </a:lnSpc>
              <a:spcBef>
                <a:spcPts val="448"/>
              </a:spcBef>
              <a:spcAft>
                <a:spcPts val="0"/>
              </a:spcAft>
              <a:buClr>
                <a:schemeClr val="dk1"/>
              </a:buClr>
              <a:buSzPct val="100000"/>
              <a:buNone/>
            </a:pPr>
            <a:r>
              <a:rPr lang="es-MX"/>
              <a:t>        mov     cl,02h  	; CL = 02h</a:t>
            </a:r>
            <a:endParaRPr/>
          </a:p>
          <a:p>
            <a:pPr indent="0" lvl="0" marL="0" rtl="0" algn="l">
              <a:lnSpc>
                <a:spcPct val="100000"/>
              </a:lnSpc>
              <a:spcBef>
                <a:spcPts val="448"/>
              </a:spcBef>
              <a:spcAft>
                <a:spcPts val="0"/>
              </a:spcAft>
              <a:buClr>
                <a:schemeClr val="dk1"/>
              </a:buClr>
              <a:buSzPct val="100000"/>
              <a:buNone/>
            </a:pPr>
            <a:r>
              <a:rPr lang="es-MX"/>
              <a:t>        rcr     ax,cl   	; AX = 0000 0000 0000 0010 = 0002h c=1</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 </a:t>
            </a:r>
            <a:endParaRPr/>
          </a:p>
        </p:txBody>
      </p:sp>
      <p:sp>
        <p:nvSpPr>
          <p:cNvPr id="1521" name="Google Shape;1521;p1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522" name="Google Shape;1522;p1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19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RCL</a:t>
            </a:r>
            <a:endParaRPr/>
          </a:p>
        </p:txBody>
      </p:sp>
      <p:sp>
        <p:nvSpPr>
          <p:cNvPr id="1528" name="Google Shape;1528;p19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b="1" lang="es-MX"/>
              <a:t>RCL</a:t>
            </a:r>
            <a:r>
              <a:rPr lang="es-MX"/>
              <a:t> </a:t>
            </a:r>
            <a:r>
              <a:rPr i="1" lang="es-MX"/>
              <a:t>destino</a:t>
            </a:r>
            <a:r>
              <a:rPr lang="es-MX"/>
              <a:t>,</a:t>
            </a:r>
            <a:r>
              <a:rPr i="1" lang="es-MX"/>
              <a:t>origen</a:t>
            </a:r>
            <a:r>
              <a:rPr lang="es-MX"/>
              <a:t> (Rotate with Carry Left, rotación a la izquierda con carry) {O,C}</a:t>
            </a:r>
            <a:endParaRPr/>
          </a:p>
        </p:txBody>
      </p:sp>
      <p:pic>
        <p:nvPicPr>
          <p:cNvPr id="1529" name="Google Shape;1529;p193"/>
          <p:cNvPicPr preferRelativeResize="0"/>
          <p:nvPr/>
        </p:nvPicPr>
        <p:blipFill rotWithShape="1">
          <a:blip r:embed="rId3">
            <a:alphaModFix/>
          </a:blip>
          <a:srcRect b="0" l="0" r="0" t="0"/>
          <a:stretch/>
        </p:blipFill>
        <p:spPr>
          <a:xfrm>
            <a:off x="1979712" y="4077072"/>
            <a:ext cx="4886325" cy="752475"/>
          </a:xfrm>
          <a:prstGeom prst="rect">
            <a:avLst/>
          </a:prstGeom>
          <a:noFill/>
          <a:ln>
            <a:noFill/>
          </a:ln>
        </p:spPr>
      </p:pic>
      <p:sp>
        <p:nvSpPr>
          <p:cNvPr id="1530" name="Google Shape;1530;p1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531" name="Google Shape;1531;p1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sp>
        <p:nvSpPr>
          <p:cNvPr id="1536" name="Google Shape;1536;p19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537" name="Google Shape;1537;p19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a:t>
            </a:r>
            <a:endParaRPr/>
          </a:p>
          <a:p>
            <a:pPr indent="0" lvl="0" marL="0" rtl="0" algn="l">
              <a:lnSpc>
                <a:spcPct val="100000"/>
              </a:lnSpc>
              <a:spcBef>
                <a:spcPts val="448"/>
              </a:spcBef>
              <a:spcAft>
                <a:spcPts val="0"/>
              </a:spcAft>
              <a:buClr>
                <a:schemeClr val="dk1"/>
              </a:buClr>
              <a:buSzPct val="100000"/>
              <a:buNone/>
            </a:pPr>
            <a:r>
              <a:rPr lang="es-MX"/>
              <a:t>        xor     ax,ax   	; AX = 0</a:t>
            </a:r>
            <a:endParaRPr/>
          </a:p>
          <a:p>
            <a:pPr indent="0" lvl="0" marL="0" rtl="0" algn="l">
              <a:lnSpc>
                <a:spcPct val="100000"/>
              </a:lnSpc>
              <a:spcBef>
                <a:spcPts val="448"/>
              </a:spcBef>
              <a:spcAft>
                <a:spcPts val="0"/>
              </a:spcAft>
              <a:buClr>
                <a:schemeClr val="dk1"/>
              </a:buClr>
              <a:buSzPct val="100000"/>
              <a:buNone/>
            </a:pPr>
            <a:r>
              <a:rPr lang="es-MX"/>
              <a:t>        xor     bx,bx   	; BX = 0</a:t>
            </a:r>
            <a:endParaRPr/>
          </a:p>
          <a:p>
            <a:pPr indent="0" lvl="0" marL="0" rtl="0" algn="l">
              <a:lnSpc>
                <a:spcPct val="100000"/>
              </a:lnSpc>
              <a:spcBef>
                <a:spcPts val="448"/>
              </a:spcBef>
              <a:spcAft>
                <a:spcPts val="0"/>
              </a:spcAft>
              <a:buClr>
                <a:schemeClr val="dk1"/>
              </a:buClr>
              <a:buSzPct val="100000"/>
              <a:buNone/>
            </a:pPr>
            <a:r>
              <a:rPr lang="es-MX"/>
              <a:t>        mov     ax,0Ah  	; AX = 0000 0000 0000 1010 = 000Ah  </a:t>
            </a:r>
            <a:endParaRPr/>
          </a:p>
          <a:p>
            <a:pPr indent="0" lvl="0" marL="0" rtl="0" algn="l">
              <a:lnSpc>
                <a:spcPct val="100000"/>
              </a:lnSpc>
              <a:spcBef>
                <a:spcPts val="448"/>
              </a:spcBef>
              <a:spcAft>
                <a:spcPts val="0"/>
              </a:spcAft>
              <a:buClr>
                <a:schemeClr val="dk1"/>
              </a:buClr>
              <a:buSzPct val="100000"/>
              <a:buNone/>
            </a:pPr>
            <a:r>
              <a:rPr lang="es-MX"/>
              <a:t>        mov     cl,02h  	; CL = 02h</a:t>
            </a:r>
            <a:endParaRPr/>
          </a:p>
          <a:p>
            <a:pPr indent="0" lvl="0" marL="0" rtl="0" algn="l">
              <a:lnSpc>
                <a:spcPct val="100000"/>
              </a:lnSpc>
              <a:spcBef>
                <a:spcPts val="448"/>
              </a:spcBef>
              <a:spcAft>
                <a:spcPts val="0"/>
              </a:spcAft>
              <a:buClr>
                <a:schemeClr val="dk1"/>
              </a:buClr>
              <a:buSzPct val="100000"/>
              <a:buNone/>
            </a:pPr>
            <a:r>
              <a:rPr lang="es-MX"/>
              <a:t>        rcl     ax,cl   		; AX = 0000 0000 0010 1000 = 0028h</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a:t>
            </a:r>
            <a:endParaRPr/>
          </a:p>
        </p:txBody>
      </p:sp>
      <p:sp>
        <p:nvSpPr>
          <p:cNvPr id="1538" name="Google Shape;1538;p1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539" name="Google Shape;1539;p1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3" name="Shape 1543"/>
        <p:cNvGrpSpPr/>
        <p:nvPr/>
      </p:nvGrpSpPr>
      <p:grpSpPr>
        <a:xfrm>
          <a:off x="0" y="0"/>
          <a:ext cx="0" cy="0"/>
          <a:chOff x="0" y="0"/>
          <a:chExt cx="0" cy="0"/>
        </a:xfrm>
      </p:grpSpPr>
      <p:sp>
        <p:nvSpPr>
          <p:cNvPr id="1544" name="Google Shape;1544;p19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LOOP</a:t>
            </a:r>
            <a:endParaRPr/>
          </a:p>
        </p:txBody>
      </p:sp>
      <p:sp>
        <p:nvSpPr>
          <p:cNvPr id="1545" name="Google Shape;1545;p19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Control de lazo con contador</a:t>
            </a:r>
            <a:endParaRPr/>
          </a:p>
          <a:p>
            <a:pPr indent="-285750" lvl="1" marL="742950" rtl="0" algn="l">
              <a:lnSpc>
                <a:spcPct val="100000"/>
              </a:lnSpc>
              <a:spcBef>
                <a:spcPts val="560"/>
              </a:spcBef>
              <a:spcAft>
                <a:spcPts val="0"/>
              </a:spcAft>
              <a:buClr>
                <a:schemeClr val="dk1"/>
              </a:buClr>
              <a:buSzPts val="2800"/>
              <a:buChar char="–"/>
            </a:pPr>
            <a:r>
              <a:rPr lang="es-MX"/>
              <a:t>LOOP Transfiere decremento CX si CX no es cero</a:t>
            </a:r>
            <a:endParaRPr/>
          </a:p>
          <a:p>
            <a:pPr indent="-285750" lvl="1" marL="742950" rtl="0" algn="l">
              <a:lnSpc>
                <a:spcPct val="100000"/>
              </a:lnSpc>
              <a:spcBef>
                <a:spcPts val="560"/>
              </a:spcBef>
              <a:spcAft>
                <a:spcPts val="0"/>
              </a:spcAft>
              <a:buClr>
                <a:schemeClr val="dk1"/>
              </a:buClr>
              <a:buSzPts val="2800"/>
              <a:buChar char="–"/>
            </a:pPr>
            <a:r>
              <a:rPr lang="es-MX"/>
              <a:t>LOOPE Transfiere decremento CX si CX &lt;&gt; 0, Z=1, cuando Z= 0 se sale del lazo.</a:t>
            </a:r>
            <a:endParaRPr/>
          </a:p>
          <a:p>
            <a:pPr indent="-285750" lvl="1" marL="742950" rtl="0" algn="l">
              <a:lnSpc>
                <a:spcPct val="100000"/>
              </a:lnSpc>
              <a:spcBef>
                <a:spcPts val="560"/>
              </a:spcBef>
              <a:spcAft>
                <a:spcPts val="0"/>
              </a:spcAft>
              <a:buClr>
                <a:schemeClr val="dk1"/>
              </a:buClr>
              <a:buSzPts val="2800"/>
              <a:buChar char="–"/>
            </a:pPr>
            <a:r>
              <a:rPr lang="es-MX"/>
              <a:t>LOOPNE Transfiere decremento CX si CX &lt;&gt; 0, Z=0</a:t>
            </a:r>
            <a:endParaRPr/>
          </a:p>
          <a:p>
            <a:pPr indent="-285750" lvl="1" marL="742950" rtl="0" algn="l">
              <a:lnSpc>
                <a:spcPct val="100000"/>
              </a:lnSpc>
              <a:spcBef>
                <a:spcPts val="560"/>
              </a:spcBef>
              <a:spcAft>
                <a:spcPts val="0"/>
              </a:spcAft>
              <a:buClr>
                <a:schemeClr val="dk1"/>
              </a:buClr>
              <a:buSzPts val="2800"/>
              <a:buChar char="–"/>
            </a:pPr>
            <a:r>
              <a:rPr lang="es-MX"/>
              <a:t>LOOPNZ Transfiere decremento CX si CX&lt;&gt;0, Z=0</a:t>
            </a:r>
            <a:endParaRPr/>
          </a:p>
          <a:p>
            <a:pPr indent="-285750" lvl="1" marL="742950" rtl="0" algn="l">
              <a:lnSpc>
                <a:spcPct val="100000"/>
              </a:lnSpc>
              <a:spcBef>
                <a:spcPts val="560"/>
              </a:spcBef>
              <a:spcAft>
                <a:spcPts val="0"/>
              </a:spcAft>
              <a:buClr>
                <a:schemeClr val="dk1"/>
              </a:buClr>
              <a:buSzPts val="2800"/>
              <a:buChar char="–"/>
            </a:pPr>
            <a:r>
              <a:rPr lang="es-MX"/>
              <a:t>LOOPZ Transfiere decremento CX si CX&lt;&gt;0, Z = 1</a:t>
            </a:r>
            <a:endParaRPr/>
          </a:p>
        </p:txBody>
      </p:sp>
      <p:sp>
        <p:nvSpPr>
          <p:cNvPr id="1546" name="Google Shape;1546;p1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547" name="Google Shape;1547;p1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2" name="Shape 1552"/>
        <p:cNvGrpSpPr/>
        <p:nvPr/>
      </p:nvGrpSpPr>
      <p:grpSpPr>
        <a:xfrm>
          <a:off x="0" y="0"/>
          <a:ext cx="0" cy="0"/>
          <a:chOff x="0" y="0"/>
          <a:chExt cx="0" cy="0"/>
        </a:xfrm>
      </p:grpSpPr>
      <p:sp>
        <p:nvSpPr>
          <p:cNvPr id="1553" name="Google Shape;1553;p196"/>
          <p:cNvSpPr txBox="1"/>
          <p:nvPr/>
        </p:nvSpPr>
        <p:spPr>
          <a:xfrm>
            <a:off x="0" y="0"/>
            <a:ext cx="70929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DE TRANSFERENCIA DE CONTROL (Gestión de Bucle)</a:t>
            </a:r>
            <a:endParaRPr b="0" i="0" sz="1400" u="none" cap="none" strike="noStrike">
              <a:solidFill>
                <a:srgbClr val="000000"/>
              </a:solidFill>
              <a:latin typeface="Arial"/>
              <a:ea typeface="Arial"/>
              <a:cs typeface="Arial"/>
              <a:sym typeface="Arial"/>
            </a:endParaRPr>
          </a:p>
        </p:txBody>
      </p:sp>
      <p:sp>
        <p:nvSpPr>
          <p:cNvPr id="1554" name="Google Shape;1554;p196"/>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1555" name="Google Shape;1555;p196"/>
          <p:cNvSpPr/>
          <p:nvPr/>
        </p:nvSpPr>
        <p:spPr>
          <a:xfrm>
            <a:off x="395288" y="765175"/>
            <a:ext cx="8351837" cy="5859463"/>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LOOP (bucle)</a:t>
            </a:r>
            <a:br>
              <a:rPr b="0" i="0" lang="es-MX" sz="1800" u="none" cap="none" strike="noStrike">
                <a:solidFill>
                  <a:srgbClr val="FF0000"/>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LOOP desplazamiento</a:t>
            </a:r>
            <a:br>
              <a:rPr b="0" i="0" lang="es-MX" sz="1800" u="none" cap="none" strike="noStrike">
                <a:solidFill>
                  <a:srgbClr val="0000FF"/>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    -    -     -     -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Decrementa el registro contador CX; si CX es cero, ejecuta la siguiente instrucción en caso contrario transfiere el control a la dirección resultante de sumar a IP + desplazamiento. El desplazamiento debe estar comprendido entre -128 y +127. Ejemplo:</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mov cx,10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bucle: ....... .......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loop bucle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Con las mismas características que la instrucción anterior:</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LOOPE/LOOPZ </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Bucle si igual, si cero. Z=1 y CX&lt;&gt;0</a:t>
            </a:r>
            <a:br>
              <a:rPr b="0" i="0" lang="es-MX" sz="1800" u="none" cap="none" strike="noStrike">
                <a:solidFill>
                  <a:srgbClr val="0000FF"/>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LOOPNE/LOOPNZ</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Bucle si no igual, si no cero. Z=0 y CX&lt;&gt;0</a:t>
            </a:r>
            <a:endParaRPr b="0" i="0" sz="1400" u="none" cap="none" strike="noStrike">
              <a:solidFill>
                <a:srgbClr val="000000"/>
              </a:solidFill>
              <a:latin typeface="Arial"/>
              <a:ea typeface="Arial"/>
              <a:cs typeface="Arial"/>
              <a:sym typeface="Arial"/>
            </a:endParaRPr>
          </a:p>
        </p:txBody>
      </p:sp>
      <p:sp>
        <p:nvSpPr>
          <p:cNvPr id="1556" name="Google Shape;1556;p1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557" name="Google Shape;1557;p1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1" name="Shape 1561"/>
        <p:cNvGrpSpPr/>
        <p:nvPr/>
      </p:nvGrpSpPr>
      <p:grpSpPr>
        <a:xfrm>
          <a:off x="0" y="0"/>
          <a:ext cx="0" cy="0"/>
          <a:chOff x="0" y="0"/>
          <a:chExt cx="0" cy="0"/>
        </a:xfrm>
      </p:grpSpPr>
      <p:sp>
        <p:nvSpPr>
          <p:cNvPr id="1562" name="Google Shape;1562;p1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563" name="Google Shape;1563;p19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 org 100h         ; inicio en la direccion 100h</a:t>
            </a:r>
            <a:endParaRPr/>
          </a:p>
          <a:p>
            <a:pPr indent="0" lvl="0" marL="0" rtl="0" algn="l">
              <a:lnSpc>
                <a:spcPct val="100000"/>
              </a:lnSpc>
              <a:spcBef>
                <a:spcPts val="352"/>
              </a:spcBef>
              <a:spcAft>
                <a:spcPts val="0"/>
              </a:spcAft>
              <a:buClr>
                <a:schemeClr val="dk1"/>
              </a:buClr>
              <a:buSzPct val="100000"/>
              <a:buNone/>
            </a:pPr>
            <a:r>
              <a:rPr lang="es-MX"/>
              <a:t>        jmp start        ; realizo un salto incondicional a start</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start:  mov cx,03h       ; registro contador lo inializo en 3</a:t>
            </a:r>
            <a:endParaRPr/>
          </a:p>
          <a:p>
            <a:pPr indent="0" lvl="0" marL="0" rtl="0" algn="l">
              <a:lnSpc>
                <a:spcPct val="100000"/>
              </a:lnSpc>
              <a:spcBef>
                <a:spcPts val="352"/>
              </a:spcBef>
              <a:spcAft>
                <a:spcPts val="0"/>
              </a:spcAft>
              <a:buClr>
                <a:schemeClr val="dk1"/>
              </a:buClr>
              <a:buSzPct val="100000"/>
              <a:buNone/>
            </a:pPr>
            <a:r>
              <a:rPr lang="es-MX"/>
              <a:t>        xor ax,ax        ; limpio el acumulador</a:t>
            </a:r>
            <a:endParaRPr/>
          </a:p>
          <a:p>
            <a:pPr indent="0" lvl="0" marL="0" rtl="0" algn="l">
              <a:lnSpc>
                <a:spcPct val="100000"/>
              </a:lnSpc>
              <a:spcBef>
                <a:spcPts val="352"/>
              </a:spcBef>
              <a:spcAft>
                <a:spcPts val="0"/>
              </a:spcAft>
              <a:buClr>
                <a:schemeClr val="dk1"/>
              </a:buClr>
              <a:buSzPct val="100000"/>
              <a:buNone/>
            </a:pPr>
            <a:r>
              <a:rPr lang="es-MX"/>
              <a:t>hola:   inc ax           ; incremento el registro AX  , ax=ax+1</a:t>
            </a:r>
            <a:endParaRPr/>
          </a:p>
          <a:p>
            <a:pPr indent="0" lvl="0" marL="0" rtl="0" algn="l">
              <a:lnSpc>
                <a:spcPct val="100000"/>
              </a:lnSpc>
              <a:spcBef>
                <a:spcPts val="352"/>
              </a:spcBef>
              <a:spcAft>
                <a:spcPts val="0"/>
              </a:spcAft>
              <a:buClr>
                <a:schemeClr val="dk1"/>
              </a:buClr>
              <a:buSzPct val="100000"/>
              <a:buNone/>
            </a:pPr>
            <a:r>
              <a:rPr lang="es-MX"/>
              <a:t>        nop              ; NO HAGO NADA</a:t>
            </a:r>
            <a:endParaRPr/>
          </a:p>
          <a:p>
            <a:pPr indent="0" lvl="0" marL="0" rtl="0" algn="l">
              <a:lnSpc>
                <a:spcPct val="100000"/>
              </a:lnSpc>
              <a:spcBef>
                <a:spcPts val="352"/>
              </a:spcBef>
              <a:spcAft>
                <a:spcPts val="0"/>
              </a:spcAft>
              <a:buClr>
                <a:schemeClr val="dk1"/>
              </a:buClr>
              <a:buSzPct val="100000"/>
              <a:buNone/>
            </a:pPr>
            <a:r>
              <a:rPr lang="es-MX"/>
              <a:t>        nop</a:t>
            </a:r>
            <a:endParaRPr/>
          </a:p>
          <a:p>
            <a:pPr indent="0" lvl="0" marL="0" rtl="0" algn="l">
              <a:lnSpc>
                <a:spcPct val="100000"/>
              </a:lnSpc>
              <a:spcBef>
                <a:spcPts val="352"/>
              </a:spcBef>
              <a:spcAft>
                <a:spcPts val="0"/>
              </a:spcAft>
              <a:buClr>
                <a:schemeClr val="dk1"/>
              </a:buClr>
              <a:buSzPct val="100000"/>
              <a:buNone/>
            </a:pPr>
            <a:r>
              <a:rPr lang="es-MX"/>
              <a:t>        nop</a:t>
            </a:r>
            <a:endParaRPr/>
          </a:p>
          <a:p>
            <a:pPr indent="0" lvl="0" marL="0" rtl="0" algn="l">
              <a:lnSpc>
                <a:spcPct val="100000"/>
              </a:lnSpc>
              <a:spcBef>
                <a:spcPts val="352"/>
              </a:spcBef>
              <a:spcAft>
                <a:spcPts val="0"/>
              </a:spcAft>
              <a:buClr>
                <a:schemeClr val="dk1"/>
              </a:buClr>
              <a:buSzPct val="100000"/>
              <a:buNone/>
            </a:pPr>
            <a:r>
              <a:rPr lang="es-MX"/>
              <a:t>        nop</a:t>
            </a:r>
            <a:endParaRPr/>
          </a:p>
          <a:p>
            <a:pPr indent="0" lvl="0" marL="0" rtl="0" algn="l">
              <a:lnSpc>
                <a:spcPct val="100000"/>
              </a:lnSpc>
              <a:spcBef>
                <a:spcPts val="352"/>
              </a:spcBef>
              <a:spcAft>
                <a:spcPts val="0"/>
              </a:spcAft>
              <a:buClr>
                <a:schemeClr val="dk1"/>
              </a:buClr>
              <a:buSzPct val="100000"/>
              <a:buNone/>
            </a:pPr>
            <a:r>
              <a:rPr lang="es-MX"/>
              <a:t>        loop hola        ; cl = cl - 1, cx /= 0 salta a hola</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ret </a:t>
            </a:r>
            <a:endParaRPr/>
          </a:p>
        </p:txBody>
      </p:sp>
      <p:sp>
        <p:nvSpPr>
          <p:cNvPr id="1564" name="Google Shape;1564;p1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565" name="Google Shape;1565;p1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19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571" name="Google Shape;1571;p19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jmp start</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table:    db      1,0,0,6,9</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start:  xor bx,bx</a:t>
            </a:r>
            <a:endParaRPr/>
          </a:p>
          <a:p>
            <a:pPr indent="0" lvl="0" marL="0" rtl="0" algn="l">
              <a:lnSpc>
                <a:spcPct val="100000"/>
              </a:lnSpc>
              <a:spcBef>
                <a:spcPts val="352"/>
              </a:spcBef>
              <a:spcAft>
                <a:spcPts val="0"/>
              </a:spcAft>
              <a:buClr>
                <a:schemeClr val="dk1"/>
              </a:buClr>
              <a:buSzPct val="100000"/>
              <a:buNone/>
            </a:pPr>
            <a:r>
              <a:rPr lang="es-MX"/>
              <a:t>        mov cx,12h</a:t>
            </a:r>
            <a:endParaRPr/>
          </a:p>
          <a:p>
            <a:pPr indent="0" lvl="0" marL="0" rtl="0" algn="l">
              <a:lnSpc>
                <a:spcPct val="100000"/>
              </a:lnSpc>
              <a:spcBef>
                <a:spcPts val="352"/>
              </a:spcBef>
              <a:spcAft>
                <a:spcPts val="0"/>
              </a:spcAft>
              <a:buClr>
                <a:schemeClr val="dk1"/>
              </a:buClr>
              <a:buSzPct val="100000"/>
              <a:buNone/>
            </a:pPr>
            <a:r>
              <a:rPr lang="es-MX"/>
              <a:t>next:   inc bx   </a:t>
            </a:r>
            <a:endParaRPr/>
          </a:p>
          <a:p>
            <a:pPr indent="0" lvl="0" marL="0" rtl="0" algn="l">
              <a:lnSpc>
                <a:spcPct val="100000"/>
              </a:lnSpc>
              <a:spcBef>
                <a:spcPts val="352"/>
              </a:spcBef>
              <a:spcAft>
                <a:spcPts val="0"/>
              </a:spcAft>
              <a:buClr>
                <a:schemeClr val="dk1"/>
              </a:buClr>
              <a:buSzPct val="100000"/>
              <a:buNone/>
            </a:pPr>
            <a:r>
              <a:rPr lang="es-MX"/>
              <a:t>            cmp table[bx],0</a:t>
            </a:r>
            <a:endParaRPr/>
          </a:p>
          <a:p>
            <a:pPr indent="0" lvl="0" marL="0" rtl="0" algn="l">
              <a:lnSpc>
                <a:spcPct val="100000"/>
              </a:lnSpc>
              <a:spcBef>
                <a:spcPts val="352"/>
              </a:spcBef>
              <a:spcAft>
                <a:spcPts val="0"/>
              </a:spcAft>
              <a:buClr>
                <a:schemeClr val="dk1"/>
              </a:buClr>
              <a:buSzPct val="100000"/>
              <a:buNone/>
            </a:pPr>
            <a:r>
              <a:rPr lang="es-MX"/>
              <a:t>            loope next   </a:t>
            </a:r>
            <a:endParaRPr/>
          </a:p>
          <a:p>
            <a:pPr indent="0" lvl="0" marL="0" rtl="0" algn="l">
              <a:lnSpc>
                <a:spcPct val="100000"/>
              </a:lnSpc>
              <a:spcBef>
                <a:spcPts val="352"/>
              </a:spcBef>
              <a:spcAft>
                <a:spcPts val="0"/>
              </a:spcAft>
              <a:buClr>
                <a:schemeClr val="dk1"/>
              </a:buClr>
              <a:buSzPct val="100000"/>
              <a:buNone/>
            </a:pPr>
            <a:r>
              <a:rPr lang="es-MX"/>
              <a:t>        xor bx,bx</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ret </a:t>
            </a:r>
            <a:endParaRPr/>
          </a:p>
        </p:txBody>
      </p:sp>
      <p:sp>
        <p:nvSpPr>
          <p:cNvPr id="1572" name="Google Shape;1572;p1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573" name="Google Shape;1573;p1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19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579" name="Google Shape;1579;p19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jmp start</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table:    db      1,1,0,6,9</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start:  xor bx,bx</a:t>
            </a:r>
            <a:endParaRPr/>
          </a:p>
          <a:p>
            <a:pPr indent="0" lvl="0" marL="0" rtl="0" algn="l">
              <a:lnSpc>
                <a:spcPct val="100000"/>
              </a:lnSpc>
              <a:spcBef>
                <a:spcPts val="352"/>
              </a:spcBef>
              <a:spcAft>
                <a:spcPts val="0"/>
              </a:spcAft>
              <a:buClr>
                <a:schemeClr val="dk1"/>
              </a:buClr>
              <a:buSzPct val="100000"/>
              <a:buNone/>
            </a:pPr>
            <a:r>
              <a:rPr lang="es-MX"/>
              <a:t>        mov cx,12h</a:t>
            </a:r>
            <a:endParaRPr/>
          </a:p>
          <a:p>
            <a:pPr indent="0" lvl="0" marL="0" rtl="0" algn="l">
              <a:lnSpc>
                <a:spcPct val="100000"/>
              </a:lnSpc>
              <a:spcBef>
                <a:spcPts val="352"/>
              </a:spcBef>
              <a:spcAft>
                <a:spcPts val="0"/>
              </a:spcAft>
              <a:buClr>
                <a:schemeClr val="dk1"/>
              </a:buClr>
              <a:buSzPct val="100000"/>
              <a:buNone/>
            </a:pPr>
            <a:r>
              <a:rPr lang="es-MX"/>
              <a:t>next:   inc bx   </a:t>
            </a:r>
            <a:endParaRPr/>
          </a:p>
          <a:p>
            <a:pPr indent="0" lvl="0" marL="0" rtl="0" algn="l">
              <a:lnSpc>
                <a:spcPct val="100000"/>
              </a:lnSpc>
              <a:spcBef>
                <a:spcPts val="352"/>
              </a:spcBef>
              <a:spcAft>
                <a:spcPts val="0"/>
              </a:spcAft>
              <a:buClr>
                <a:schemeClr val="dk1"/>
              </a:buClr>
              <a:buSzPct val="100000"/>
              <a:buNone/>
            </a:pPr>
            <a:r>
              <a:rPr lang="es-MX"/>
              <a:t>        cmp table[bx],0</a:t>
            </a:r>
            <a:endParaRPr/>
          </a:p>
          <a:p>
            <a:pPr indent="0" lvl="0" marL="0" rtl="0" algn="l">
              <a:lnSpc>
                <a:spcPct val="100000"/>
              </a:lnSpc>
              <a:spcBef>
                <a:spcPts val="352"/>
              </a:spcBef>
              <a:spcAft>
                <a:spcPts val="0"/>
              </a:spcAft>
              <a:buClr>
                <a:schemeClr val="dk1"/>
              </a:buClr>
              <a:buSzPct val="100000"/>
              <a:buNone/>
            </a:pPr>
            <a:r>
              <a:rPr lang="es-MX"/>
              <a:t>        LOOPNE  next   </a:t>
            </a:r>
            <a:endParaRPr/>
          </a:p>
          <a:p>
            <a:pPr indent="0" lvl="0" marL="0" rtl="0" algn="l">
              <a:lnSpc>
                <a:spcPct val="100000"/>
              </a:lnSpc>
              <a:spcBef>
                <a:spcPts val="352"/>
              </a:spcBef>
              <a:spcAft>
                <a:spcPts val="0"/>
              </a:spcAft>
              <a:buClr>
                <a:schemeClr val="dk1"/>
              </a:buClr>
              <a:buSzPct val="100000"/>
              <a:buNone/>
            </a:pPr>
            <a:r>
              <a:rPr lang="es-MX"/>
              <a:t>        xor bx,bx</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ret</a:t>
            </a:r>
            <a:endParaRPr/>
          </a:p>
        </p:txBody>
      </p:sp>
      <p:sp>
        <p:nvSpPr>
          <p:cNvPr id="1580" name="Google Shape;1580;p1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581" name="Google Shape;1581;p1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5" name="Shape 1585"/>
        <p:cNvGrpSpPr/>
        <p:nvPr/>
      </p:nvGrpSpPr>
      <p:grpSpPr>
        <a:xfrm>
          <a:off x="0" y="0"/>
          <a:ext cx="0" cy="0"/>
          <a:chOff x="0" y="0"/>
          <a:chExt cx="0" cy="0"/>
        </a:xfrm>
      </p:grpSpPr>
      <p:sp>
        <p:nvSpPr>
          <p:cNvPr id="1586" name="Google Shape;1586;p20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587" name="Google Shape;1587;p20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jmp start</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table:    db      1,1,0,6,9</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start:  xor bx,bx</a:t>
            </a:r>
            <a:endParaRPr/>
          </a:p>
          <a:p>
            <a:pPr indent="0" lvl="0" marL="0" rtl="0" algn="l">
              <a:lnSpc>
                <a:spcPct val="100000"/>
              </a:lnSpc>
              <a:spcBef>
                <a:spcPts val="352"/>
              </a:spcBef>
              <a:spcAft>
                <a:spcPts val="0"/>
              </a:spcAft>
              <a:buClr>
                <a:schemeClr val="dk1"/>
              </a:buClr>
              <a:buSzPct val="100000"/>
              <a:buNone/>
            </a:pPr>
            <a:r>
              <a:rPr lang="es-MX"/>
              <a:t>        mov cx,12h</a:t>
            </a:r>
            <a:endParaRPr/>
          </a:p>
          <a:p>
            <a:pPr indent="0" lvl="0" marL="0" rtl="0" algn="l">
              <a:lnSpc>
                <a:spcPct val="100000"/>
              </a:lnSpc>
              <a:spcBef>
                <a:spcPts val="352"/>
              </a:spcBef>
              <a:spcAft>
                <a:spcPts val="0"/>
              </a:spcAft>
              <a:buClr>
                <a:schemeClr val="dk1"/>
              </a:buClr>
              <a:buSzPct val="100000"/>
              <a:buNone/>
            </a:pPr>
            <a:r>
              <a:rPr lang="es-MX"/>
              <a:t>next:   inc bx   </a:t>
            </a:r>
            <a:endParaRPr/>
          </a:p>
          <a:p>
            <a:pPr indent="0" lvl="0" marL="0" rtl="0" algn="l">
              <a:lnSpc>
                <a:spcPct val="100000"/>
              </a:lnSpc>
              <a:spcBef>
                <a:spcPts val="352"/>
              </a:spcBef>
              <a:spcAft>
                <a:spcPts val="0"/>
              </a:spcAft>
              <a:buClr>
                <a:schemeClr val="dk1"/>
              </a:buClr>
              <a:buSzPct val="100000"/>
              <a:buNone/>
            </a:pPr>
            <a:r>
              <a:rPr lang="es-MX"/>
              <a:t>        cmp table[bx],0</a:t>
            </a:r>
            <a:endParaRPr/>
          </a:p>
          <a:p>
            <a:pPr indent="0" lvl="0" marL="0" rtl="0" algn="l">
              <a:lnSpc>
                <a:spcPct val="100000"/>
              </a:lnSpc>
              <a:spcBef>
                <a:spcPts val="352"/>
              </a:spcBef>
              <a:spcAft>
                <a:spcPts val="0"/>
              </a:spcAft>
              <a:buClr>
                <a:schemeClr val="dk1"/>
              </a:buClr>
              <a:buSzPct val="100000"/>
              <a:buNone/>
            </a:pPr>
            <a:r>
              <a:rPr lang="es-MX"/>
              <a:t>        LOOPNZ next   </a:t>
            </a:r>
            <a:endParaRPr/>
          </a:p>
          <a:p>
            <a:pPr indent="0" lvl="0" marL="0" rtl="0" algn="l">
              <a:lnSpc>
                <a:spcPct val="100000"/>
              </a:lnSpc>
              <a:spcBef>
                <a:spcPts val="352"/>
              </a:spcBef>
              <a:spcAft>
                <a:spcPts val="0"/>
              </a:spcAft>
              <a:buClr>
                <a:schemeClr val="dk1"/>
              </a:buClr>
              <a:buSzPct val="100000"/>
              <a:buNone/>
            </a:pPr>
            <a:r>
              <a:rPr lang="es-MX"/>
              <a:t>        xor bx,bx</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ret</a:t>
            </a:r>
            <a:endParaRPr/>
          </a:p>
        </p:txBody>
      </p:sp>
      <p:sp>
        <p:nvSpPr>
          <p:cNvPr id="1588" name="Google Shape;1588;p2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589" name="Google Shape;1589;p2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3" name="Shape 1593"/>
        <p:cNvGrpSpPr/>
        <p:nvPr/>
      </p:nvGrpSpPr>
      <p:grpSpPr>
        <a:xfrm>
          <a:off x="0" y="0"/>
          <a:ext cx="0" cy="0"/>
          <a:chOff x="0" y="0"/>
          <a:chExt cx="0" cy="0"/>
        </a:xfrm>
      </p:grpSpPr>
      <p:sp>
        <p:nvSpPr>
          <p:cNvPr id="1594" name="Google Shape;1594;p20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595" name="Google Shape;1595;p20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jmp start</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table:    db      1,0,0,6,9</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start:  xor bx,bx</a:t>
            </a:r>
            <a:endParaRPr/>
          </a:p>
          <a:p>
            <a:pPr indent="0" lvl="0" marL="0" rtl="0" algn="l">
              <a:lnSpc>
                <a:spcPct val="100000"/>
              </a:lnSpc>
              <a:spcBef>
                <a:spcPts val="352"/>
              </a:spcBef>
              <a:spcAft>
                <a:spcPts val="0"/>
              </a:spcAft>
              <a:buClr>
                <a:schemeClr val="dk1"/>
              </a:buClr>
              <a:buSzPct val="100000"/>
              <a:buNone/>
            </a:pPr>
            <a:r>
              <a:rPr lang="es-MX"/>
              <a:t>        mov cx,12h</a:t>
            </a:r>
            <a:endParaRPr/>
          </a:p>
          <a:p>
            <a:pPr indent="0" lvl="0" marL="0" rtl="0" algn="l">
              <a:lnSpc>
                <a:spcPct val="100000"/>
              </a:lnSpc>
              <a:spcBef>
                <a:spcPts val="352"/>
              </a:spcBef>
              <a:spcAft>
                <a:spcPts val="0"/>
              </a:spcAft>
              <a:buClr>
                <a:schemeClr val="dk1"/>
              </a:buClr>
              <a:buSzPct val="100000"/>
              <a:buNone/>
            </a:pPr>
            <a:r>
              <a:rPr lang="es-MX"/>
              <a:t>next:   inc bx   </a:t>
            </a:r>
            <a:endParaRPr/>
          </a:p>
          <a:p>
            <a:pPr indent="0" lvl="0" marL="0" rtl="0" algn="l">
              <a:lnSpc>
                <a:spcPct val="100000"/>
              </a:lnSpc>
              <a:spcBef>
                <a:spcPts val="352"/>
              </a:spcBef>
              <a:spcAft>
                <a:spcPts val="0"/>
              </a:spcAft>
              <a:buClr>
                <a:schemeClr val="dk1"/>
              </a:buClr>
              <a:buSzPct val="100000"/>
              <a:buNone/>
            </a:pPr>
            <a:r>
              <a:rPr lang="es-MX"/>
              <a:t>        cmp table[bx],0</a:t>
            </a:r>
            <a:endParaRPr/>
          </a:p>
          <a:p>
            <a:pPr indent="0" lvl="0" marL="0" rtl="0" algn="l">
              <a:lnSpc>
                <a:spcPct val="100000"/>
              </a:lnSpc>
              <a:spcBef>
                <a:spcPts val="352"/>
              </a:spcBef>
              <a:spcAft>
                <a:spcPts val="0"/>
              </a:spcAft>
              <a:buClr>
                <a:schemeClr val="dk1"/>
              </a:buClr>
              <a:buSzPct val="100000"/>
              <a:buNone/>
            </a:pPr>
            <a:r>
              <a:rPr lang="es-MX"/>
              <a:t>        LOOPZ  next   </a:t>
            </a:r>
            <a:endParaRPr/>
          </a:p>
          <a:p>
            <a:pPr indent="0" lvl="0" marL="0" rtl="0" algn="l">
              <a:lnSpc>
                <a:spcPct val="100000"/>
              </a:lnSpc>
              <a:spcBef>
                <a:spcPts val="352"/>
              </a:spcBef>
              <a:spcAft>
                <a:spcPts val="0"/>
              </a:spcAft>
              <a:buClr>
                <a:schemeClr val="dk1"/>
              </a:buClr>
              <a:buSzPct val="100000"/>
              <a:buNone/>
            </a:pPr>
            <a:r>
              <a:rPr lang="es-MX"/>
              <a:t>        xor bx,bx</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ret</a:t>
            </a:r>
            <a:endParaRPr/>
          </a:p>
        </p:txBody>
      </p:sp>
      <p:sp>
        <p:nvSpPr>
          <p:cNvPr id="1596" name="Google Shape;1596;p2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597" name="Google Shape;1597;p2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1" name="Shape 1601"/>
        <p:cNvGrpSpPr/>
        <p:nvPr/>
      </p:nvGrpSpPr>
      <p:grpSpPr>
        <a:xfrm>
          <a:off x="0" y="0"/>
          <a:ext cx="0" cy="0"/>
          <a:chOff x="0" y="0"/>
          <a:chExt cx="0" cy="0"/>
        </a:xfrm>
      </p:grpSpPr>
      <p:sp>
        <p:nvSpPr>
          <p:cNvPr id="1602" name="Google Shape;1602;p2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t>REP</a:t>
            </a:r>
            <a:endParaRPr/>
          </a:p>
        </p:txBody>
      </p:sp>
      <p:sp>
        <p:nvSpPr>
          <p:cNvPr id="1603" name="Google Shape;1603;p20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SzPct val="100000"/>
              <a:buChar char="•"/>
            </a:pPr>
            <a:r>
              <a:rPr lang="es-MX"/>
              <a:t>REP (Repeat while CX ≠ 0)</a:t>
            </a:r>
            <a:endParaRPr/>
          </a:p>
          <a:p>
            <a:pPr indent="-342900" lvl="1" marL="800100" rtl="0" algn="l">
              <a:lnSpc>
                <a:spcPct val="100000"/>
              </a:lnSpc>
              <a:spcBef>
                <a:spcPts val="0"/>
              </a:spcBef>
              <a:spcAft>
                <a:spcPts val="0"/>
              </a:spcAft>
              <a:buSzPct val="100000"/>
              <a:buChar char="–"/>
            </a:pPr>
            <a:r>
              <a:rPr lang="es-MX"/>
              <a:t>Significado: Repite la instrucción que sigue mientras el registro CX no sea cero.</a:t>
            </a:r>
            <a:endParaRPr/>
          </a:p>
          <a:p>
            <a:pPr indent="-342900" lvl="1" marL="800100" rtl="0" algn="l">
              <a:lnSpc>
                <a:spcPct val="100000"/>
              </a:lnSpc>
              <a:spcBef>
                <a:spcPts val="0"/>
              </a:spcBef>
              <a:spcAft>
                <a:spcPts val="0"/>
              </a:spcAft>
              <a:buSzPct val="100000"/>
              <a:buChar char="–"/>
            </a:pPr>
            <a:r>
              <a:rPr lang="es-MX"/>
              <a:t>Se usa comúnmente con instrucciones de cadena como MOVSB, STOSB, etc.</a:t>
            </a:r>
            <a:endParaRPr/>
          </a:p>
          <a:p>
            <a:pPr indent="-342900" lvl="1" marL="800100" rtl="0" algn="l">
              <a:lnSpc>
                <a:spcPct val="100000"/>
              </a:lnSpc>
              <a:spcBef>
                <a:spcPts val="0"/>
              </a:spcBef>
              <a:spcAft>
                <a:spcPts val="0"/>
              </a:spcAft>
              <a:buSzPct val="100000"/>
              <a:buChar char="–"/>
            </a:pPr>
            <a:r>
              <a:rPr lang="es-MX"/>
              <a:t>En cada repetición, CX se decrementa automáticamente.</a:t>
            </a:r>
            <a:endParaRPr/>
          </a:p>
          <a:p>
            <a:pPr indent="-342900" lvl="0" marL="342900" rtl="0" algn="l">
              <a:lnSpc>
                <a:spcPct val="100000"/>
              </a:lnSpc>
              <a:spcBef>
                <a:spcPts val="0"/>
              </a:spcBef>
              <a:spcAft>
                <a:spcPts val="0"/>
              </a:spcAft>
              <a:buSzPct val="100000"/>
              <a:buChar char="•"/>
            </a:pPr>
            <a:r>
              <a:rPr lang="es-MX"/>
              <a:t>Ejemplo:</a:t>
            </a:r>
            <a:endParaRPr/>
          </a:p>
          <a:p>
            <a:pPr indent="0" lvl="2" marL="914400" rtl="0" algn="just">
              <a:lnSpc>
                <a:spcPct val="100000"/>
              </a:lnSpc>
              <a:spcBef>
                <a:spcPts val="476"/>
              </a:spcBef>
              <a:spcAft>
                <a:spcPts val="0"/>
              </a:spcAft>
              <a:buSzPct val="100000"/>
              <a:buNone/>
            </a:pPr>
            <a:r>
              <a:rPr lang="es-MX"/>
              <a:t>LEA DI, value1</a:t>
            </a:r>
            <a:endParaRPr/>
          </a:p>
          <a:p>
            <a:pPr indent="0" lvl="2" marL="914400" rtl="0" algn="just">
              <a:lnSpc>
                <a:spcPct val="100000"/>
              </a:lnSpc>
              <a:spcBef>
                <a:spcPts val="476"/>
              </a:spcBef>
              <a:spcAft>
                <a:spcPts val="0"/>
              </a:spcAft>
              <a:buSzPct val="100000"/>
              <a:buNone/>
            </a:pPr>
            <a:r>
              <a:rPr lang="es-MX"/>
              <a:t>LEA SI, value2</a:t>
            </a:r>
            <a:endParaRPr/>
          </a:p>
          <a:p>
            <a:pPr indent="0" lvl="2" marL="914400" rtl="0" algn="l">
              <a:lnSpc>
                <a:spcPct val="100000"/>
              </a:lnSpc>
              <a:spcBef>
                <a:spcPts val="0"/>
              </a:spcBef>
              <a:spcAft>
                <a:spcPts val="0"/>
              </a:spcAft>
              <a:buSzPct val="100000"/>
              <a:buNone/>
            </a:pPr>
            <a:r>
              <a:rPr lang="es-MX"/>
              <a:t>MOV CX, 5</a:t>
            </a:r>
            <a:endParaRPr/>
          </a:p>
          <a:p>
            <a:pPr indent="0" lvl="2" marL="914400" rtl="0" algn="l">
              <a:lnSpc>
                <a:spcPct val="100000"/>
              </a:lnSpc>
              <a:spcBef>
                <a:spcPts val="0"/>
              </a:spcBef>
              <a:spcAft>
                <a:spcPts val="0"/>
              </a:spcAft>
              <a:buSzPct val="100000"/>
              <a:buNone/>
            </a:pPr>
            <a:r>
              <a:rPr lang="es-MX"/>
              <a:t>REP MOVSB   ; mover 5 bytes desde DS:SI a ES:DI</a:t>
            </a:r>
            <a:endParaRPr/>
          </a:p>
          <a:p>
            <a:pPr indent="-178434" lvl="1" marL="800100" rtl="0" algn="l">
              <a:lnSpc>
                <a:spcPct val="100000"/>
              </a:lnSpc>
              <a:spcBef>
                <a:spcPts val="0"/>
              </a:spcBef>
              <a:spcAft>
                <a:spcPts val="0"/>
              </a:spcAft>
              <a:buSzPct val="100000"/>
              <a:buNone/>
            </a:pPr>
            <a:r>
              <a:t/>
            </a:r>
            <a:endParaRPr/>
          </a:p>
        </p:txBody>
      </p:sp>
      <p:sp>
        <p:nvSpPr>
          <p:cNvPr id="1604" name="Google Shape;1604;p2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605" name="Google Shape;1605;p2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9" name="Shape 1609"/>
        <p:cNvGrpSpPr/>
        <p:nvPr/>
      </p:nvGrpSpPr>
      <p:grpSpPr>
        <a:xfrm>
          <a:off x="0" y="0"/>
          <a:ext cx="0" cy="0"/>
          <a:chOff x="0" y="0"/>
          <a:chExt cx="0" cy="0"/>
        </a:xfrm>
      </p:grpSpPr>
      <p:sp>
        <p:nvSpPr>
          <p:cNvPr id="1610" name="Google Shape;1610;p20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s-MX"/>
              <a:t>REPE / REPZ</a:t>
            </a:r>
            <a:endParaRPr/>
          </a:p>
        </p:txBody>
      </p:sp>
      <p:sp>
        <p:nvSpPr>
          <p:cNvPr id="1611" name="Google Shape;1611;p20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457200" rtl="0" algn="just">
              <a:lnSpc>
                <a:spcPct val="100000"/>
              </a:lnSpc>
              <a:spcBef>
                <a:spcPts val="360"/>
              </a:spcBef>
              <a:spcAft>
                <a:spcPts val="0"/>
              </a:spcAft>
              <a:buSzPct val="60810"/>
              <a:buChar char="•"/>
            </a:pPr>
            <a:r>
              <a:rPr lang="es-MX"/>
              <a:t>REPE / REPZ (Repeat while Equal / Repeat while Zero)</a:t>
            </a:r>
            <a:endParaRPr/>
          </a:p>
          <a:p>
            <a:pPr indent="-342900" lvl="1" marL="914400" rtl="0" algn="just">
              <a:lnSpc>
                <a:spcPct val="100000"/>
              </a:lnSpc>
              <a:spcBef>
                <a:spcPts val="360"/>
              </a:spcBef>
              <a:spcAft>
                <a:spcPts val="0"/>
              </a:spcAft>
              <a:buSzPct val="69498"/>
              <a:buChar char="–"/>
            </a:pPr>
            <a:r>
              <a:rPr lang="es-MX"/>
              <a:t>Son sinónimos.</a:t>
            </a:r>
            <a:endParaRPr/>
          </a:p>
          <a:p>
            <a:pPr indent="-342900" lvl="1" marL="914400" rtl="0" algn="just">
              <a:lnSpc>
                <a:spcPct val="100000"/>
              </a:lnSpc>
              <a:spcBef>
                <a:spcPts val="360"/>
              </a:spcBef>
              <a:spcAft>
                <a:spcPts val="0"/>
              </a:spcAft>
              <a:buSzPct val="69498"/>
              <a:buChar char="–"/>
            </a:pPr>
            <a:r>
              <a:rPr lang="es-MX"/>
              <a:t>Se usan principalmente con SCAS o CMPS.</a:t>
            </a:r>
            <a:endParaRPr/>
          </a:p>
          <a:p>
            <a:pPr indent="-342900" lvl="1" marL="914400" rtl="0" algn="just">
              <a:lnSpc>
                <a:spcPct val="100000"/>
              </a:lnSpc>
              <a:spcBef>
                <a:spcPts val="360"/>
              </a:spcBef>
              <a:spcAft>
                <a:spcPts val="0"/>
              </a:spcAft>
              <a:buSzPct val="69498"/>
              <a:buChar char="–"/>
            </a:pPr>
            <a:r>
              <a:rPr lang="es-MX"/>
              <a:t>Repite la instrucción mientras CX ≠ 0 y ZF = 1.</a:t>
            </a:r>
            <a:endParaRPr/>
          </a:p>
          <a:p>
            <a:pPr indent="-342900" lvl="1" marL="914400" rtl="0" algn="just">
              <a:lnSpc>
                <a:spcPct val="100000"/>
              </a:lnSpc>
              <a:spcBef>
                <a:spcPts val="360"/>
              </a:spcBef>
              <a:spcAft>
                <a:spcPts val="0"/>
              </a:spcAft>
              <a:buSzPct val="69498"/>
              <a:buChar char="–"/>
            </a:pPr>
            <a:r>
              <a:rPr lang="es-MX"/>
              <a:t>ZF = 1 significa que los valores comparados son iguales.</a:t>
            </a:r>
            <a:endParaRPr/>
          </a:p>
          <a:p>
            <a:pPr indent="-342900" lvl="0" marL="342900" rtl="0" algn="l">
              <a:lnSpc>
                <a:spcPct val="100000"/>
              </a:lnSpc>
              <a:spcBef>
                <a:spcPts val="0"/>
              </a:spcBef>
              <a:spcAft>
                <a:spcPts val="0"/>
              </a:spcAft>
              <a:buSzPct val="100000"/>
              <a:buChar char="•"/>
            </a:pPr>
            <a:r>
              <a:rPr lang="es-MX"/>
              <a:t>Ejemplo:</a:t>
            </a:r>
            <a:endParaRPr/>
          </a:p>
          <a:p>
            <a:pPr indent="0" lvl="2" marL="914400" rtl="0" algn="just">
              <a:lnSpc>
                <a:spcPct val="100000"/>
              </a:lnSpc>
              <a:spcBef>
                <a:spcPts val="476"/>
              </a:spcBef>
              <a:spcAft>
                <a:spcPts val="0"/>
              </a:spcAft>
              <a:buSzPct val="100000"/>
              <a:buNone/>
            </a:pPr>
            <a:r>
              <a:rPr lang="es-MX" sz="2100"/>
              <a:t>LEA DI, value1</a:t>
            </a:r>
            <a:endParaRPr/>
          </a:p>
          <a:p>
            <a:pPr indent="0" lvl="2" marL="914400" rtl="0" algn="just">
              <a:lnSpc>
                <a:spcPct val="100000"/>
              </a:lnSpc>
              <a:spcBef>
                <a:spcPts val="476"/>
              </a:spcBef>
              <a:spcAft>
                <a:spcPts val="0"/>
              </a:spcAft>
              <a:buSzPct val="100000"/>
              <a:buNone/>
            </a:pPr>
            <a:r>
              <a:rPr lang="es-MX" sz="2100"/>
              <a:t>LEA SI, value2</a:t>
            </a:r>
            <a:endParaRPr/>
          </a:p>
          <a:p>
            <a:pPr indent="0" lvl="2" marL="914400" rtl="0" algn="l">
              <a:lnSpc>
                <a:spcPct val="100000"/>
              </a:lnSpc>
              <a:spcBef>
                <a:spcPts val="0"/>
              </a:spcBef>
              <a:spcAft>
                <a:spcPts val="0"/>
              </a:spcAft>
              <a:buSzPct val="100000"/>
              <a:buNone/>
            </a:pPr>
            <a:r>
              <a:rPr lang="es-MX" sz="2100"/>
              <a:t>MOV CX, 5</a:t>
            </a:r>
            <a:endParaRPr/>
          </a:p>
          <a:p>
            <a:pPr indent="0" lvl="2" marL="914400" rtl="0" algn="l">
              <a:lnSpc>
                <a:spcPct val="100000"/>
              </a:lnSpc>
              <a:spcBef>
                <a:spcPts val="0"/>
              </a:spcBef>
              <a:spcAft>
                <a:spcPts val="0"/>
              </a:spcAft>
              <a:buSzPct val="100000"/>
              <a:buNone/>
            </a:pPr>
            <a:r>
              <a:rPr lang="es-MX" sz="2100"/>
              <a:t>REPE CMPSB   ; compara cadenas byte a byte mientras CX ≠ 0 y ZF = 1</a:t>
            </a:r>
            <a:endParaRPr/>
          </a:p>
          <a:p>
            <a:pPr indent="-228600" lvl="1" marL="914400" rtl="0" algn="just">
              <a:lnSpc>
                <a:spcPct val="100000"/>
              </a:lnSpc>
              <a:spcBef>
                <a:spcPts val="360"/>
              </a:spcBef>
              <a:spcAft>
                <a:spcPts val="0"/>
              </a:spcAft>
              <a:buSzPct val="69498"/>
              <a:buNone/>
            </a:pPr>
            <a:r>
              <a:t/>
            </a:r>
            <a:endParaRPr/>
          </a:p>
        </p:txBody>
      </p:sp>
      <p:sp>
        <p:nvSpPr>
          <p:cNvPr id="1612" name="Google Shape;1612;p2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6" name="Shape 1616"/>
        <p:cNvGrpSpPr/>
        <p:nvPr/>
      </p:nvGrpSpPr>
      <p:grpSpPr>
        <a:xfrm>
          <a:off x="0" y="0"/>
          <a:ext cx="0" cy="0"/>
          <a:chOff x="0" y="0"/>
          <a:chExt cx="0" cy="0"/>
        </a:xfrm>
      </p:grpSpPr>
      <p:sp>
        <p:nvSpPr>
          <p:cNvPr id="1617" name="Google Shape;1617;p2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s-MX"/>
              <a:t>REPNE / REPNZ</a:t>
            </a:r>
            <a:endParaRPr/>
          </a:p>
        </p:txBody>
      </p:sp>
      <p:sp>
        <p:nvSpPr>
          <p:cNvPr id="1618" name="Google Shape;1618;p20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457200" rtl="0" algn="just">
              <a:lnSpc>
                <a:spcPct val="100000"/>
              </a:lnSpc>
              <a:spcBef>
                <a:spcPts val="360"/>
              </a:spcBef>
              <a:spcAft>
                <a:spcPts val="0"/>
              </a:spcAft>
              <a:buSzPct val="60810"/>
              <a:buChar char="•"/>
            </a:pPr>
            <a:r>
              <a:rPr lang="es-MX"/>
              <a:t>REPNE / REPNZ (Repeat while Not Equal / Repeat while Not Zero)</a:t>
            </a:r>
            <a:endParaRPr/>
          </a:p>
          <a:p>
            <a:pPr indent="-342900" lvl="1" marL="914400" rtl="0" algn="just">
              <a:lnSpc>
                <a:spcPct val="100000"/>
              </a:lnSpc>
              <a:spcBef>
                <a:spcPts val="360"/>
              </a:spcBef>
              <a:spcAft>
                <a:spcPts val="0"/>
              </a:spcAft>
              <a:buSzPct val="69498"/>
              <a:buChar char="–"/>
            </a:pPr>
            <a:r>
              <a:rPr lang="es-MX"/>
              <a:t>También son sinónimos.</a:t>
            </a:r>
            <a:endParaRPr/>
          </a:p>
          <a:p>
            <a:pPr indent="-342900" lvl="1" marL="914400" rtl="0" algn="just">
              <a:lnSpc>
                <a:spcPct val="100000"/>
              </a:lnSpc>
              <a:spcBef>
                <a:spcPts val="360"/>
              </a:spcBef>
              <a:spcAft>
                <a:spcPts val="0"/>
              </a:spcAft>
              <a:buSzPct val="69498"/>
              <a:buChar char="–"/>
            </a:pPr>
            <a:r>
              <a:rPr lang="es-MX"/>
              <a:t>Se usan también con CMPS o SCAS.</a:t>
            </a:r>
            <a:endParaRPr/>
          </a:p>
          <a:p>
            <a:pPr indent="-342900" lvl="1" marL="914400" rtl="0" algn="just">
              <a:lnSpc>
                <a:spcPct val="100000"/>
              </a:lnSpc>
              <a:spcBef>
                <a:spcPts val="360"/>
              </a:spcBef>
              <a:spcAft>
                <a:spcPts val="0"/>
              </a:spcAft>
              <a:buSzPct val="69498"/>
              <a:buChar char="–"/>
            </a:pPr>
            <a:r>
              <a:rPr lang="es-MX"/>
              <a:t>Repite la instrucción mientras CX ≠ 0 y ZF = 0.</a:t>
            </a:r>
            <a:endParaRPr/>
          </a:p>
          <a:p>
            <a:pPr indent="-342900" lvl="1" marL="914400" rtl="0" algn="just">
              <a:lnSpc>
                <a:spcPct val="100000"/>
              </a:lnSpc>
              <a:spcBef>
                <a:spcPts val="360"/>
              </a:spcBef>
              <a:spcAft>
                <a:spcPts val="0"/>
              </a:spcAft>
              <a:buSzPct val="69498"/>
              <a:buChar char="–"/>
            </a:pPr>
            <a:r>
              <a:rPr lang="es-MX"/>
              <a:t>ZF = 0 significa que los valores comparados son diferentes.</a:t>
            </a:r>
            <a:endParaRPr/>
          </a:p>
          <a:p>
            <a:pPr indent="-342900" lvl="0" marL="457200" rtl="0" algn="just">
              <a:lnSpc>
                <a:spcPct val="100000"/>
              </a:lnSpc>
              <a:spcBef>
                <a:spcPts val="360"/>
              </a:spcBef>
              <a:spcAft>
                <a:spcPts val="0"/>
              </a:spcAft>
              <a:buSzPct val="60810"/>
              <a:buChar char="•"/>
            </a:pPr>
            <a:r>
              <a:rPr lang="es-MX"/>
              <a:t>Ejemplo:</a:t>
            </a:r>
            <a:endParaRPr/>
          </a:p>
          <a:p>
            <a:pPr indent="0" lvl="2" marL="914400" rtl="0" algn="just">
              <a:lnSpc>
                <a:spcPct val="100000"/>
              </a:lnSpc>
              <a:spcBef>
                <a:spcPts val="476"/>
              </a:spcBef>
              <a:spcAft>
                <a:spcPts val="0"/>
              </a:spcAft>
              <a:buSzPct val="100000"/>
              <a:buNone/>
            </a:pPr>
            <a:r>
              <a:rPr lang="es-MX" sz="2100"/>
              <a:t>LEA DI, value1</a:t>
            </a:r>
            <a:endParaRPr/>
          </a:p>
          <a:p>
            <a:pPr indent="0" lvl="2" marL="914400" rtl="0" algn="just">
              <a:lnSpc>
                <a:spcPct val="100000"/>
              </a:lnSpc>
              <a:spcBef>
                <a:spcPts val="476"/>
              </a:spcBef>
              <a:spcAft>
                <a:spcPts val="0"/>
              </a:spcAft>
              <a:buSzPct val="100000"/>
              <a:buNone/>
            </a:pPr>
            <a:r>
              <a:rPr lang="es-MX" sz="2100"/>
              <a:t>LEA SI, value2</a:t>
            </a:r>
            <a:endParaRPr/>
          </a:p>
          <a:p>
            <a:pPr indent="0" lvl="2" marL="914400" rtl="0" algn="l">
              <a:lnSpc>
                <a:spcPct val="100000"/>
              </a:lnSpc>
              <a:spcBef>
                <a:spcPts val="0"/>
              </a:spcBef>
              <a:spcAft>
                <a:spcPts val="0"/>
              </a:spcAft>
              <a:buSzPct val="100000"/>
              <a:buNone/>
            </a:pPr>
            <a:r>
              <a:rPr lang="es-MX" sz="2100"/>
              <a:t>MOV CX, 5</a:t>
            </a:r>
            <a:endParaRPr/>
          </a:p>
          <a:p>
            <a:pPr indent="0" lvl="2" marL="914400" rtl="0" algn="l">
              <a:lnSpc>
                <a:spcPct val="100000"/>
              </a:lnSpc>
              <a:spcBef>
                <a:spcPts val="0"/>
              </a:spcBef>
              <a:spcAft>
                <a:spcPts val="0"/>
              </a:spcAft>
              <a:buSzPct val="100000"/>
              <a:buNone/>
            </a:pPr>
            <a:r>
              <a:rPr lang="es-MX" sz="2100"/>
              <a:t>REPNE SCASB   ; busca un valor mientras CX ≠ 0 y ZF = 0 (no encontrado aún)</a:t>
            </a:r>
            <a:endParaRPr/>
          </a:p>
          <a:p>
            <a:pPr indent="-228600" lvl="1" marL="914400" rtl="0" algn="just">
              <a:lnSpc>
                <a:spcPct val="100000"/>
              </a:lnSpc>
              <a:spcBef>
                <a:spcPts val="360"/>
              </a:spcBef>
              <a:spcAft>
                <a:spcPts val="0"/>
              </a:spcAft>
              <a:buSzPct val="69498"/>
              <a:buNone/>
            </a:pPr>
            <a:r>
              <a:t/>
            </a:r>
            <a:endParaRPr/>
          </a:p>
        </p:txBody>
      </p:sp>
      <p:sp>
        <p:nvSpPr>
          <p:cNvPr id="1619" name="Google Shape;1619;p2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3" name="Shape 1623"/>
        <p:cNvGrpSpPr/>
        <p:nvPr/>
      </p:nvGrpSpPr>
      <p:grpSpPr>
        <a:xfrm>
          <a:off x="0" y="0"/>
          <a:ext cx="0" cy="0"/>
          <a:chOff x="0" y="0"/>
          <a:chExt cx="0" cy="0"/>
        </a:xfrm>
      </p:grpSpPr>
      <p:sp>
        <p:nvSpPr>
          <p:cNvPr id="1624" name="Google Shape;1624;p20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s-MX"/>
              <a:t>Ejemplo Práctico</a:t>
            </a:r>
            <a:endParaRPr/>
          </a:p>
        </p:txBody>
      </p:sp>
      <p:sp>
        <p:nvSpPr>
          <p:cNvPr id="1625" name="Google Shape;1625;p20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0" lvl="0" marL="114300" rtl="0" algn="l">
              <a:lnSpc>
                <a:spcPct val="100000"/>
              </a:lnSpc>
              <a:spcBef>
                <a:spcPts val="360"/>
              </a:spcBef>
              <a:spcAft>
                <a:spcPts val="0"/>
              </a:spcAft>
              <a:buSzPts val="1800"/>
              <a:buNone/>
            </a:pPr>
            <a:r>
              <a:rPr lang="es-MX"/>
              <a:t> org 100h </a:t>
            </a:r>
            <a:endParaRPr/>
          </a:p>
          <a:p>
            <a:pPr indent="0" lvl="0" marL="114300" rtl="0" algn="l">
              <a:lnSpc>
                <a:spcPct val="100000"/>
              </a:lnSpc>
              <a:spcBef>
                <a:spcPts val="360"/>
              </a:spcBef>
              <a:spcAft>
                <a:spcPts val="0"/>
              </a:spcAft>
              <a:buSzPts val="1800"/>
              <a:buNone/>
            </a:pPr>
            <a:r>
              <a:rPr lang="es-MX"/>
              <a:t>        JMP inicio   </a:t>
            </a:r>
            <a:endParaRPr/>
          </a:p>
          <a:p>
            <a:pPr indent="0" lvl="0" marL="114300" rtl="0" algn="l">
              <a:lnSpc>
                <a:spcPct val="100000"/>
              </a:lnSpc>
              <a:spcBef>
                <a:spcPts val="360"/>
              </a:spcBef>
              <a:spcAft>
                <a:spcPts val="0"/>
              </a:spcAft>
              <a:buSzPts val="1800"/>
              <a:buNone/>
            </a:pPr>
            <a:r>
              <a:rPr lang="es-MX"/>
              <a:t>        source db 1,2,3,5</a:t>
            </a:r>
            <a:endParaRPr/>
          </a:p>
          <a:p>
            <a:pPr indent="0" lvl="0" marL="114300" rtl="0" algn="l">
              <a:lnSpc>
                <a:spcPct val="100000"/>
              </a:lnSpc>
              <a:spcBef>
                <a:spcPts val="360"/>
              </a:spcBef>
              <a:spcAft>
                <a:spcPts val="0"/>
              </a:spcAft>
              <a:buSzPts val="1800"/>
              <a:buNone/>
            </a:pPr>
            <a:r>
              <a:rPr lang="es-MX"/>
              <a:t>        dest db 7,8,9,10</a:t>
            </a:r>
            <a:endParaRPr/>
          </a:p>
          <a:p>
            <a:pPr indent="0" lvl="0" marL="114300" rtl="0" algn="l">
              <a:lnSpc>
                <a:spcPct val="100000"/>
              </a:lnSpc>
              <a:spcBef>
                <a:spcPts val="360"/>
              </a:spcBef>
              <a:spcAft>
                <a:spcPts val="0"/>
              </a:spcAft>
              <a:buSzPts val="1800"/>
              <a:buNone/>
            </a:pPr>
            <a:r>
              <a:rPr lang="es-MX"/>
              <a:t>inicio: MOV CX, 5</a:t>
            </a:r>
            <a:endParaRPr/>
          </a:p>
          <a:p>
            <a:pPr indent="0" lvl="0" marL="114300" rtl="0" algn="l">
              <a:lnSpc>
                <a:spcPct val="100000"/>
              </a:lnSpc>
              <a:spcBef>
                <a:spcPts val="360"/>
              </a:spcBef>
              <a:spcAft>
                <a:spcPts val="0"/>
              </a:spcAft>
              <a:buSzPts val="1800"/>
              <a:buNone/>
            </a:pPr>
            <a:r>
              <a:rPr lang="es-MX"/>
              <a:t>        LEA SI, source</a:t>
            </a:r>
            <a:endParaRPr/>
          </a:p>
          <a:p>
            <a:pPr indent="0" lvl="0" marL="114300" rtl="0" algn="l">
              <a:lnSpc>
                <a:spcPct val="100000"/>
              </a:lnSpc>
              <a:spcBef>
                <a:spcPts val="360"/>
              </a:spcBef>
              <a:spcAft>
                <a:spcPts val="0"/>
              </a:spcAft>
              <a:buSzPts val="1800"/>
              <a:buNone/>
            </a:pPr>
            <a:r>
              <a:rPr lang="es-MX"/>
              <a:t>        LEA DI, dest</a:t>
            </a:r>
            <a:endParaRPr/>
          </a:p>
          <a:p>
            <a:pPr indent="0" lvl="0" marL="114300" rtl="0" algn="l">
              <a:lnSpc>
                <a:spcPct val="100000"/>
              </a:lnSpc>
              <a:spcBef>
                <a:spcPts val="360"/>
              </a:spcBef>
              <a:spcAft>
                <a:spcPts val="0"/>
              </a:spcAft>
              <a:buSzPts val="1800"/>
              <a:buNone/>
            </a:pPr>
            <a:r>
              <a:rPr lang="es-MX"/>
              <a:t>        REP MOVSB</a:t>
            </a:r>
            <a:endParaRPr/>
          </a:p>
          <a:p>
            <a:pPr indent="0" lvl="0" marL="114300" rtl="0" algn="l">
              <a:lnSpc>
                <a:spcPct val="100000"/>
              </a:lnSpc>
              <a:spcBef>
                <a:spcPts val="360"/>
              </a:spcBef>
              <a:spcAft>
                <a:spcPts val="0"/>
              </a:spcAft>
              <a:buSzPts val="1800"/>
              <a:buNone/>
            </a:pPr>
            <a:r>
              <a:rPr lang="es-MX"/>
              <a:t>        ret</a:t>
            </a:r>
            <a:endParaRPr/>
          </a:p>
        </p:txBody>
      </p:sp>
      <p:sp>
        <p:nvSpPr>
          <p:cNvPr id="1626" name="Google Shape;1626;p2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0" name="Shape 1630"/>
        <p:cNvGrpSpPr/>
        <p:nvPr/>
      </p:nvGrpSpPr>
      <p:grpSpPr>
        <a:xfrm>
          <a:off x="0" y="0"/>
          <a:ext cx="0" cy="0"/>
          <a:chOff x="0" y="0"/>
          <a:chExt cx="0" cy="0"/>
        </a:xfrm>
      </p:grpSpPr>
      <p:sp>
        <p:nvSpPr>
          <p:cNvPr id="1631" name="Google Shape;1631;p20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632" name="Google Shape;1632;p20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352"/>
              </a:spcBef>
              <a:spcAft>
                <a:spcPts val="0"/>
              </a:spcAft>
              <a:buClr>
                <a:schemeClr val="dk1"/>
              </a:buClr>
              <a:buSzPct val="100000"/>
              <a:buNone/>
            </a:pPr>
            <a:r>
              <a:rPr lang="es-MX"/>
              <a:t>        jmp inicio</a:t>
            </a:r>
            <a:endParaRPr/>
          </a:p>
          <a:p>
            <a:pPr indent="0" lvl="0" marL="0" rtl="0" algn="l">
              <a:lnSpc>
                <a:spcPct val="100000"/>
              </a:lnSpc>
              <a:spcBef>
                <a:spcPts val="352"/>
              </a:spcBef>
              <a:spcAft>
                <a:spcPts val="0"/>
              </a:spcAft>
              <a:buClr>
                <a:schemeClr val="dk1"/>
              </a:buClr>
              <a:buSzPct val="100000"/>
              <a:buNone/>
            </a:pPr>
            <a:r>
              <a:rPr lang="es-MX"/>
              <a:t>        cadena1 db 'Hola','$'</a:t>
            </a:r>
            <a:endParaRPr/>
          </a:p>
          <a:p>
            <a:pPr indent="0" lvl="0" marL="0" rtl="0" algn="l">
              <a:lnSpc>
                <a:spcPct val="100000"/>
              </a:lnSpc>
              <a:spcBef>
                <a:spcPts val="352"/>
              </a:spcBef>
              <a:spcAft>
                <a:spcPts val="0"/>
              </a:spcAft>
              <a:buClr>
                <a:schemeClr val="dk1"/>
              </a:buClr>
              <a:buSzPct val="100000"/>
              <a:buNone/>
            </a:pPr>
            <a:r>
              <a:rPr lang="es-MX"/>
              <a:t>        cadena2 db 'la cadena','$'</a:t>
            </a:r>
            <a:endParaRPr/>
          </a:p>
          <a:p>
            <a:pPr indent="0" lvl="0" marL="0" rtl="0" algn="l">
              <a:lnSpc>
                <a:spcPct val="100000"/>
              </a:lnSpc>
              <a:spcBef>
                <a:spcPts val="352"/>
              </a:spcBef>
              <a:spcAft>
                <a:spcPts val="0"/>
              </a:spcAft>
              <a:buClr>
                <a:schemeClr val="dk1"/>
              </a:buClr>
              <a:buSzPct val="100000"/>
              <a:buNone/>
            </a:pPr>
            <a:r>
              <a:rPr lang="es-MX"/>
              <a:t>inicio:</a:t>
            </a:r>
            <a:endParaRPr/>
          </a:p>
          <a:p>
            <a:pPr indent="0" lvl="0" marL="0" rtl="0" algn="l">
              <a:lnSpc>
                <a:spcPct val="100000"/>
              </a:lnSpc>
              <a:spcBef>
                <a:spcPts val="352"/>
              </a:spcBef>
              <a:spcAft>
                <a:spcPts val="0"/>
              </a:spcAft>
              <a:buClr>
                <a:schemeClr val="dk1"/>
              </a:buClr>
              <a:buSzPct val="100000"/>
              <a:buNone/>
            </a:pPr>
            <a:r>
              <a:rPr lang="es-MX"/>
              <a:t>        lea si,cadena1        </a:t>
            </a:r>
            <a:endParaRPr/>
          </a:p>
          <a:p>
            <a:pPr indent="0" lvl="0" marL="0" rtl="0" algn="l">
              <a:lnSpc>
                <a:spcPct val="100000"/>
              </a:lnSpc>
              <a:spcBef>
                <a:spcPts val="352"/>
              </a:spcBef>
              <a:spcAft>
                <a:spcPts val="0"/>
              </a:spcAft>
              <a:buClr>
                <a:schemeClr val="dk1"/>
              </a:buClr>
              <a:buSzPct val="100000"/>
              <a:buNone/>
            </a:pPr>
            <a:r>
              <a:rPr lang="es-MX"/>
              <a:t>        lea di,cadena2</a:t>
            </a:r>
            <a:endParaRPr/>
          </a:p>
          <a:p>
            <a:pPr indent="0" lvl="0" marL="0" rtl="0" algn="l">
              <a:lnSpc>
                <a:spcPct val="100000"/>
              </a:lnSpc>
              <a:spcBef>
                <a:spcPts val="352"/>
              </a:spcBef>
              <a:spcAft>
                <a:spcPts val="0"/>
              </a:spcAft>
              <a:buClr>
                <a:schemeClr val="dk1"/>
              </a:buClr>
              <a:buSzPct val="100000"/>
              <a:buNone/>
            </a:pPr>
            <a:r>
              <a:rPr lang="es-MX"/>
              <a:t>        mov cx,4</a:t>
            </a:r>
            <a:endParaRPr/>
          </a:p>
          <a:p>
            <a:pPr indent="0" lvl="0" marL="0" rtl="0" algn="l">
              <a:lnSpc>
                <a:spcPct val="100000"/>
              </a:lnSpc>
              <a:spcBef>
                <a:spcPts val="352"/>
              </a:spcBef>
              <a:spcAft>
                <a:spcPts val="0"/>
              </a:spcAft>
              <a:buClr>
                <a:schemeClr val="dk1"/>
              </a:buClr>
              <a:buSzPct val="100000"/>
              <a:buNone/>
            </a:pPr>
            <a:r>
              <a:rPr lang="es-MX"/>
              <a:t>        rep movsb</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mov ah,9</a:t>
            </a:r>
            <a:endParaRPr/>
          </a:p>
          <a:p>
            <a:pPr indent="0" lvl="0" marL="0" rtl="0" algn="l">
              <a:lnSpc>
                <a:spcPct val="100000"/>
              </a:lnSpc>
              <a:spcBef>
                <a:spcPts val="352"/>
              </a:spcBef>
              <a:spcAft>
                <a:spcPts val="0"/>
              </a:spcAft>
              <a:buClr>
                <a:schemeClr val="dk1"/>
              </a:buClr>
              <a:buSzPct val="100000"/>
              <a:buNone/>
            </a:pPr>
            <a:r>
              <a:rPr lang="es-MX"/>
              <a:t>        lea dx,cadena2</a:t>
            </a:r>
            <a:endParaRPr/>
          </a:p>
          <a:p>
            <a:pPr indent="0" lvl="0" marL="0" rtl="0" algn="l">
              <a:lnSpc>
                <a:spcPct val="100000"/>
              </a:lnSpc>
              <a:spcBef>
                <a:spcPts val="352"/>
              </a:spcBef>
              <a:spcAft>
                <a:spcPts val="0"/>
              </a:spcAft>
              <a:buClr>
                <a:schemeClr val="dk1"/>
              </a:buClr>
              <a:buSzPct val="100000"/>
              <a:buNone/>
            </a:pPr>
            <a:r>
              <a:rPr lang="es-MX"/>
              <a:t>        int 21h</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        ret</a:t>
            </a:r>
            <a:endParaRPr/>
          </a:p>
        </p:txBody>
      </p:sp>
      <p:sp>
        <p:nvSpPr>
          <p:cNvPr id="1633" name="Google Shape;1633;p2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634" name="Google Shape;1634;p2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p207"/>
          <p:cNvSpPr txBox="1"/>
          <p:nvPr>
            <p:ph idx="1" type="body"/>
          </p:nvPr>
        </p:nvSpPr>
        <p:spPr>
          <a:xfrm>
            <a:off x="457200" y="332656"/>
            <a:ext cx="8229600" cy="6120680"/>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jmp start</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msg1:    db      "Hello, World!", 0Dh,0Ah, 24h       </a:t>
            </a:r>
            <a:endParaRPr/>
          </a:p>
          <a:p>
            <a:pPr indent="0" lvl="0" marL="0" rtl="0" algn="l">
              <a:lnSpc>
                <a:spcPct val="100000"/>
              </a:lnSpc>
              <a:spcBef>
                <a:spcPts val="304"/>
              </a:spcBef>
              <a:spcAft>
                <a:spcPts val="0"/>
              </a:spcAft>
              <a:buClr>
                <a:schemeClr val="dk1"/>
              </a:buClr>
              <a:buSzPct val="100000"/>
              <a:buNone/>
            </a:pPr>
            <a:r>
              <a:rPr lang="es-MX"/>
              <a:t>msg2:    db      "Hello, World!", 0Dh,0Ah, 24h   </a:t>
            </a:r>
            <a:endParaRPr/>
          </a:p>
          <a:p>
            <a:pPr indent="0" lvl="0" marL="0" rtl="0" algn="l">
              <a:lnSpc>
                <a:spcPct val="100000"/>
              </a:lnSpc>
              <a:spcBef>
                <a:spcPts val="304"/>
              </a:spcBef>
              <a:spcAft>
                <a:spcPts val="0"/>
              </a:spcAft>
              <a:buClr>
                <a:schemeClr val="dk1"/>
              </a:buClr>
              <a:buSzPct val="100000"/>
              <a:buNone/>
            </a:pPr>
            <a:r>
              <a:rPr lang="es-MX"/>
              <a:t>msg3:    db      "Hello, Mundo!", 0Dh,0Ah, 24h  </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start:  xor ax,ax</a:t>
            </a:r>
            <a:endParaRPr/>
          </a:p>
          <a:p>
            <a:pPr indent="0" lvl="0" marL="0" rtl="0" algn="l">
              <a:lnSpc>
                <a:spcPct val="100000"/>
              </a:lnSpc>
              <a:spcBef>
                <a:spcPts val="304"/>
              </a:spcBef>
              <a:spcAft>
                <a:spcPts val="0"/>
              </a:spcAft>
              <a:buClr>
                <a:schemeClr val="dk1"/>
              </a:buClr>
              <a:buSzPct val="100000"/>
              <a:buNone/>
            </a:pPr>
            <a:r>
              <a:rPr lang="es-MX"/>
              <a:t>        lea di,msg1</a:t>
            </a:r>
            <a:endParaRPr/>
          </a:p>
          <a:p>
            <a:pPr indent="0" lvl="0" marL="0" rtl="0" algn="l">
              <a:lnSpc>
                <a:spcPct val="100000"/>
              </a:lnSpc>
              <a:spcBef>
                <a:spcPts val="304"/>
              </a:spcBef>
              <a:spcAft>
                <a:spcPts val="0"/>
              </a:spcAft>
              <a:buClr>
                <a:schemeClr val="dk1"/>
              </a:buClr>
              <a:buSzPct val="100000"/>
              <a:buNone/>
            </a:pPr>
            <a:r>
              <a:rPr lang="es-MX"/>
              <a:t>        lea si,msg2</a:t>
            </a:r>
            <a:endParaRPr/>
          </a:p>
          <a:p>
            <a:pPr indent="0" lvl="0" marL="0" rtl="0" algn="l">
              <a:lnSpc>
                <a:spcPct val="100000"/>
              </a:lnSpc>
              <a:spcBef>
                <a:spcPts val="304"/>
              </a:spcBef>
              <a:spcAft>
                <a:spcPts val="0"/>
              </a:spcAft>
              <a:buClr>
                <a:schemeClr val="dk1"/>
              </a:buClr>
              <a:buSzPct val="100000"/>
              <a:buNone/>
            </a:pPr>
            <a:r>
              <a:rPr lang="es-MX"/>
              <a:t>        repe CMPSB </a:t>
            </a:r>
            <a:endParaRPr/>
          </a:p>
          <a:p>
            <a:pPr indent="0" lvl="0" marL="0" rtl="0" algn="l">
              <a:lnSpc>
                <a:spcPct val="100000"/>
              </a:lnSpc>
              <a:spcBef>
                <a:spcPts val="304"/>
              </a:spcBef>
              <a:spcAft>
                <a:spcPts val="0"/>
              </a:spcAft>
              <a:buClr>
                <a:schemeClr val="dk1"/>
              </a:buClr>
              <a:buSzPct val="100000"/>
              <a:buNone/>
            </a:pPr>
            <a:r>
              <a:rPr lang="es-MX"/>
              <a:t>        mov ax,cx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xor bx,bx</a:t>
            </a:r>
            <a:endParaRPr/>
          </a:p>
          <a:p>
            <a:pPr indent="0" lvl="0" marL="0" rtl="0" algn="l">
              <a:lnSpc>
                <a:spcPct val="100000"/>
              </a:lnSpc>
              <a:spcBef>
                <a:spcPts val="304"/>
              </a:spcBef>
              <a:spcAft>
                <a:spcPts val="0"/>
              </a:spcAft>
              <a:buClr>
                <a:schemeClr val="dk1"/>
              </a:buClr>
              <a:buSzPct val="100000"/>
              <a:buNone/>
            </a:pPr>
            <a:r>
              <a:rPr lang="es-MX"/>
              <a:t>        lea di,msg1</a:t>
            </a:r>
            <a:endParaRPr/>
          </a:p>
          <a:p>
            <a:pPr indent="0" lvl="0" marL="0" rtl="0" algn="l">
              <a:lnSpc>
                <a:spcPct val="100000"/>
              </a:lnSpc>
              <a:spcBef>
                <a:spcPts val="304"/>
              </a:spcBef>
              <a:spcAft>
                <a:spcPts val="0"/>
              </a:spcAft>
              <a:buClr>
                <a:schemeClr val="dk1"/>
              </a:buClr>
              <a:buSzPct val="100000"/>
              <a:buNone/>
            </a:pPr>
            <a:r>
              <a:rPr lang="es-MX"/>
              <a:t>        lea si,msg3</a:t>
            </a:r>
            <a:endParaRPr/>
          </a:p>
          <a:p>
            <a:pPr indent="0" lvl="0" marL="0" rtl="0" algn="l">
              <a:lnSpc>
                <a:spcPct val="100000"/>
              </a:lnSpc>
              <a:spcBef>
                <a:spcPts val="304"/>
              </a:spcBef>
              <a:spcAft>
                <a:spcPts val="0"/>
              </a:spcAft>
              <a:buClr>
                <a:schemeClr val="dk1"/>
              </a:buClr>
              <a:buSzPct val="100000"/>
              <a:buNone/>
            </a:pPr>
            <a:r>
              <a:rPr lang="es-MX"/>
              <a:t>        repe CMPSB </a:t>
            </a:r>
            <a:endParaRPr/>
          </a:p>
          <a:p>
            <a:pPr indent="0" lvl="0" marL="0" rtl="0" algn="l">
              <a:lnSpc>
                <a:spcPct val="100000"/>
              </a:lnSpc>
              <a:spcBef>
                <a:spcPts val="304"/>
              </a:spcBef>
              <a:spcAft>
                <a:spcPts val="0"/>
              </a:spcAft>
              <a:buClr>
                <a:schemeClr val="dk1"/>
              </a:buClr>
              <a:buSzPct val="100000"/>
              <a:buNone/>
            </a:pPr>
            <a:r>
              <a:rPr lang="es-MX"/>
              <a:t>        mov bx,cx        </a:t>
            </a:r>
            <a:endParaRPr/>
          </a:p>
          <a:p>
            <a:pPr indent="0" lvl="0" marL="0" rtl="0" algn="l">
              <a:lnSpc>
                <a:spcPct val="100000"/>
              </a:lnSpc>
              <a:spcBef>
                <a:spcPts val="304"/>
              </a:spcBef>
              <a:spcAft>
                <a:spcPts val="0"/>
              </a:spcAft>
              <a:buClr>
                <a:schemeClr val="dk1"/>
              </a:buClr>
              <a:buSzPct val="100000"/>
              <a:buNone/>
            </a:pPr>
            <a:r>
              <a:rPr lang="es-MX"/>
              <a:t>        sub ax,bx</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ah, 0 </a:t>
            </a:r>
            <a:endParaRPr/>
          </a:p>
          <a:p>
            <a:pPr indent="0" lvl="0" marL="0" rtl="0" algn="l">
              <a:lnSpc>
                <a:spcPct val="100000"/>
              </a:lnSpc>
              <a:spcBef>
                <a:spcPts val="304"/>
              </a:spcBef>
              <a:spcAft>
                <a:spcPts val="0"/>
              </a:spcAft>
              <a:buClr>
                <a:schemeClr val="dk1"/>
              </a:buClr>
              <a:buSzPct val="100000"/>
              <a:buNone/>
            </a:pPr>
            <a:r>
              <a:rPr lang="es-MX"/>
              <a:t>        int     16h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ret </a:t>
            </a:r>
            <a:endParaRPr/>
          </a:p>
        </p:txBody>
      </p:sp>
      <p:sp>
        <p:nvSpPr>
          <p:cNvPr id="1640" name="Google Shape;1640;p2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641" name="Google Shape;1641;p2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5" name="Shape 1645"/>
        <p:cNvGrpSpPr/>
        <p:nvPr/>
      </p:nvGrpSpPr>
      <p:grpSpPr>
        <a:xfrm>
          <a:off x="0" y="0"/>
          <a:ext cx="0" cy="0"/>
          <a:chOff x="0" y="0"/>
          <a:chExt cx="0" cy="0"/>
        </a:xfrm>
      </p:grpSpPr>
      <p:sp>
        <p:nvSpPr>
          <p:cNvPr id="1646" name="Google Shape;1646;p208"/>
          <p:cNvSpPr txBox="1"/>
          <p:nvPr>
            <p:ph idx="1" type="body"/>
          </p:nvPr>
        </p:nvSpPr>
        <p:spPr>
          <a:xfrm>
            <a:off x="457200" y="260648"/>
            <a:ext cx="8229600" cy="6192688"/>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04"/>
              </a:spcBef>
              <a:spcAft>
                <a:spcPts val="0"/>
              </a:spcAft>
              <a:buClr>
                <a:schemeClr val="dk1"/>
              </a:buClr>
              <a:buSzPct val="100000"/>
              <a:buNone/>
            </a:pPr>
            <a:r>
              <a:rPr lang="es-MX"/>
              <a:t>        jmp inicio</a:t>
            </a:r>
            <a:endParaRPr/>
          </a:p>
          <a:p>
            <a:pPr indent="0" lvl="0" marL="0" rtl="0" algn="l">
              <a:lnSpc>
                <a:spcPct val="100000"/>
              </a:lnSpc>
              <a:spcBef>
                <a:spcPts val="304"/>
              </a:spcBef>
              <a:spcAft>
                <a:spcPts val="0"/>
              </a:spcAft>
              <a:buClr>
                <a:schemeClr val="dk1"/>
              </a:buClr>
              <a:buSzPct val="100000"/>
              <a:buNone/>
            </a:pPr>
            <a:r>
              <a:rPr lang="es-MX"/>
              <a:t>        cadena1 db 'Hola 2','$'</a:t>
            </a:r>
            <a:endParaRPr/>
          </a:p>
          <a:p>
            <a:pPr indent="0" lvl="0" marL="0" rtl="0" algn="l">
              <a:lnSpc>
                <a:spcPct val="100000"/>
              </a:lnSpc>
              <a:spcBef>
                <a:spcPts val="304"/>
              </a:spcBef>
              <a:spcAft>
                <a:spcPts val="0"/>
              </a:spcAft>
              <a:buClr>
                <a:schemeClr val="dk1"/>
              </a:buClr>
              <a:buSzPct val="100000"/>
              <a:buNone/>
            </a:pPr>
            <a:r>
              <a:rPr lang="es-MX"/>
              <a:t>        cadena2 db 'Hola 2','$'</a:t>
            </a:r>
            <a:endParaRPr/>
          </a:p>
          <a:p>
            <a:pPr indent="0" lvl="0" marL="0" rtl="0" algn="l">
              <a:lnSpc>
                <a:spcPct val="100000"/>
              </a:lnSpc>
              <a:spcBef>
                <a:spcPts val="304"/>
              </a:spcBef>
              <a:spcAft>
                <a:spcPts val="0"/>
              </a:spcAft>
              <a:buClr>
                <a:schemeClr val="dk1"/>
              </a:buClr>
              <a:buSzPct val="100000"/>
              <a:buNone/>
            </a:pPr>
            <a:r>
              <a:rPr lang="es-MX"/>
              <a:t>        diferentes db 'cadenas diferentes','$'</a:t>
            </a:r>
            <a:endParaRPr/>
          </a:p>
          <a:p>
            <a:pPr indent="0" lvl="0" marL="0" rtl="0" algn="l">
              <a:lnSpc>
                <a:spcPct val="100000"/>
              </a:lnSpc>
              <a:spcBef>
                <a:spcPts val="304"/>
              </a:spcBef>
              <a:spcAft>
                <a:spcPts val="0"/>
              </a:spcAft>
              <a:buClr>
                <a:schemeClr val="dk1"/>
              </a:buClr>
              <a:buSzPct val="100000"/>
              <a:buNone/>
            </a:pPr>
            <a:r>
              <a:rPr lang="es-MX"/>
              <a:t>        iguales db 'cadenas iguales','$'</a:t>
            </a:r>
            <a:endParaRPr/>
          </a:p>
          <a:p>
            <a:pPr indent="0" lvl="0" marL="0" rtl="0" algn="l">
              <a:lnSpc>
                <a:spcPct val="100000"/>
              </a:lnSpc>
              <a:spcBef>
                <a:spcPts val="304"/>
              </a:spcBef>
              <a:spcAft>
                <a:spcPts val="0"/>
              </a:spcAft>
              <a:buClr>
                <a:schemeClr val="dk1"/>
              </a:buClr>
              <a:buSzPct val="100000"/>
              <a:buNone/>
            </a:pPr>
            <a:r>
              <a:rPr lang="es-MX"/>
              <a:t>inicio:</a:t>
            </a:r>
            <a:endParaRPr/>
          </a:p>
          <a:p>
            <a:pPr indent="0" lvl="0" marL="0" rtl="0" algn="l">
              <a:lnSpc>
                <a:spcPct val="100000"/>
              </a:lnSpc>
              <a:spcBef>
                <a:spcPts val="304"/>
              </a:spcBef>
              <a:spcAft>
                <a:spcPts val="0"/>
              </a:spcAft>
              <a:buClr>
                <a:schemeClr val="dk1"/>
              </a:buClr>
              <a:buSzPct val="100000"/>
              <a:buNone/>
            </a:pPr>
            <a:r>
              <a:rPr lang="es-MX"/>
              <a:t>        lea si,cadena1        </a:t>
            </a:r>
            <a:endParaRPr/>
          </a:p>
          <a:p>
            <a:pPr indent="0" lvl="0" marL="0" rtl="0" algn="l">
              <a:lnSpc>
                <a:spcPct val="100000"/>
              </a:lnSpc>
              <a:spcBef>
                <a:spcPts val="304"/>
              </a:spcBef>
              <a:spcAft>
                <a:spcPts val="0"/>
              </a:spcAft>
              <a:buClr>
                <a:schemeClr val="dk1"/>
              </a:buClr>
              <a:buSzPct val="100000"/>
              <a:buNone/>
            </a:pPr>
            <a:r>
              <a:rPr lang="es-MX"/>
              <a:t>        lea di,cadena2</a:t>
            </a:r>
            <a:endParaRPr/>
          </a:p>
          <a:p>
            <a:pPr indent="0" lvl="0" marL="0" rtl="0" algn="l">
              <a:lnSpc>
                <a:spcPct val="100000"/>
              </a:lnSpc>
              <a:spcBef>
                <a:spcPts val="304"/>
              </a:spcBef>
              <a:spcAft>
                <a:spcPts val="0"/>
              </a:spcAft>
              <a:buClr>
                <a:schemeClr val="dk1"/>
              </a:buClr>
              <a:buSzPct val="100000"/>
              <a:buNone/>
            </a:pPr>
            <a:r>
              <a:rPr lang="es-MX"/>
              <a:t>        mov cx,6</a:t>
            </a:r>
            <a:endParaRPr/>
          </a:p>
          <a:p>
            <a:pPr indent="0" lvl="0" marL="0" rtl="0" algn="l">
              <a:lnSpc>
                <a:spcPct val="100000"/>
              </a:lnSpc>
              <a:spcBef>
                <a:spcPts val="304"/>
              </a:spcBef>
              <a:spcAft>
                <a:spcPts val="0"/>
              </a:spcAft>
              <a:buClr>
                <a:schemeClr val="dk1"/>
              </a:buClr>
              <a:buSzPct val="100000"/>
              <a:buNone/>
            </a:pPr>
            <a:r>
              <a:rPr lang="es-MX"/>
              <a:t>        repe cmpsb    </a:t>
            </a:r>
            <a:endParaRPr/>
          </a:p>
          <a:p>
            <a:pPr indent="0" lvl="0" marL="0" rtl="0" algn="l">
              <a:lnSpc>
                <a:spcPct val="100000"/>
              </a:lnSpc>
              <a:spcBef>
                <a:spcPts val="304"/>
              </a:spcBef>
              <a:spcAft>
                <a:spcPts val="0"/>
              </a:spcAft>
              <a:buClr>
                <a:schemeClr val="dk1"/>
              </a:buClr>
              <a:buSzPct val="100000"/>
              <a:buNone/>
            </a:pPr>
            <a:r>
              <a:rPr lang="es-MX"/>
              <a:t>        jz igual</a:t>
            </a:r>
            <a:endParaRPr/>
          </a:p>
          <a:p>
            <a:pPr indent="0" lvl="0" marL="0" rtl="0" algn="l">
              <a:lnSpc>
                <a:spcPct val="100000"/>
              </a:lnSpc>
              <a:spcBef>
                <a:spcPts val="304"/>
              </a:spcBef>
              <a:spcAft>
                <a:spcPts val="0"/>
              </a:spcAft>
              <a:buClr>
                <a:schemeClr val="dk1"/>
              </a:buClr>
              <a:buSzPct val="100000"/>
              <a:buNone/>
            </a:pPr>
            <a:r>
              <a:rPr lang="es-MX"/>
              <a:t>        mov ah,9</a:t>
            </a:r>
            <a:endParaRPr/>
          </a:p>
          <a:p>
            <a:pPr indent="0" lvl="0" marL="0" rtl="0" algn="l">
              <a:lnSpc>
                <a:spcPct val="100000"/>
              </a:lnSpc>
              <a:spcBef>
                <a:spcPts val="304"/>
              </a:spcBef>
              <a:spcAft>
                <a:spcPts val="0"/>
              </a:spcAft>
              <a:buClr>
                <a:schemeClr val="dk1"/>
              </a:buClr>
              <a:buSzPct val="100000"/>
              <a:buNone/>
            </a:pPr>
            <a:r>
              <a:rPr lang="es-MX"/>
              <a:t>        lea dx,diferentes    </a:t>
            </a:r>
            <a:endParaRPr/>
          </a:p>
          <a:p>
            <a:pPr indent="0" lvl="0" marL="0" rtl="0" algn="l">
              <a:lnSpc>
                <a:spcPct val="100000"/>
              </a:lnSpc>
              <a:spcBef>
                <a:spcPts val="304"/>
              </a:spcBef>
              <a:spcAft>
                <a:spcPts val="0"/>
              </a:spcAft>
              <a:buClr>
                <a:schemeClr val="dk1"/>
              </a:buClr>
              <a:buSzPct val="100000"/>
              <a:buNone/>
            </a:pPr>
            <a:r>
              <a:rPr lang="es-MX"/>
              <a:t>        int 21h</a:t>
            </a:r>
            <a:endParaRPr/>
          </a:p>
          <a:p>
            <a:pPr indent="0" lvl="0" marL="0" rtl="0" algn="l">
              <a:lnSpc>
                <a:spcPct val="100000"/>
              </a:lnSpc>
              <a:spcBef>
                <a:spcPts val="304"/>
              </a:spcBef>
              <a:spcAft>
                <a:spcPts val="0"/>
              </a:spcAft>
              <a:buClr>
                <a:schemeClr val="dk1"/>
              </a:buClr>
              <a:buSzPct val="100000"/>
              <a:buNone/>
            </a:pPr>
            <a:r>
              <a:rPr lang="es-MX"/>
              <a:t>        jmp salir</a:t>
            </a:r>
            <a:endParaRPr/>
          </a:p>
          <a:p>
            <a:pPr indent="0" lvl="0" marL="0" rtl="0" algn="l">
              <a:lnSpc>
                <a:spcPct val="100000"/>
              </a:lnSpc>
              <a:spcBef>
                <a:spcPts val="304"/>
              </a:spcBef>
              <a:spcAft>
                <a:spcPts val="0"/>
              </a:spcAft>
              <a:buClr>
                <a:schemeClr val="dk1"/>
              </a:buClr>
              <a:buSzPct val="100000"/>
              <a:buNone/>
            </a:pPr>
            <a:r>
              <a:rPr lang="es-MX"/>
              <a:t>igual:  mov ah,9</a:t>
            </a:r>
            <a:endParaRPr/>
          </a:p>
          <a:p>
            <a:pPr indent="0" lvl="0" marL="0" rtl="0" algn="l">
              <a:lnSpc>
                <a:spcPct val="100000"/>
              </a:lnSpc>
              <a:spcBef>
                <a:spcPts val="304"/>
              </a:spcBef>
              <a:spcAft>
                <a:spcPts val="0"/>
              </a:spcAft>
              <a:buClr>
                <a:schemeClr val="dk1"/>
              </a:buClr>
              <a:buSzPct val="100000"/>
              <a:buNone/>
            </a:pPr>
            <a:r>
              <a:rPr lang="es-MX"/>
              <a:t>        lea dx,iguales  </a:t>
            </a:r>
            <a:endParaRPr/>
          </a:p>
          <a:p>
            <a:pPr indent="0" lvl="0" marL="0" rtl="0" algn="l">
              <a:lnSpc>
                <a:spcPct val="100000"/>
              </a:lnSpc>
              <a:spcBef>
                <a:spcPts val="304"/>
              </a:spcBef>
              <a:spcAft>
                <a:spcPts val="0"/>
              </a:spcAft>
              <a:buClr>
                <a:schemeClr val="dk1"/>
              </a:buClr>
              <a:buSzPct val="100000"/>
              <a:buNone/>
            </a:pPr>
            <a:r>
              <a:rPr lang="es-MX"/>
              <a:t>        int 21h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ah,9</a:t>
            </a:r>
            <a:endParaRPr/>
          </a:p>
          <a:p>
            <a:pPr indent="0" lvl="0" marL="0" rtl="0" algn="l">
              <a:lnSpc>
                <a:spcPct val="100000"/>
              </a:lnSpc>
              <a:spcBef>
                <a:spcPts val="304"/>
              </a:spcBef>
              <a:spcAft>
                <a:spcPts val="0"/>
              </a:spcAft>
              <a:buClr>
                <a:schemeClr val="dk1"/>
              </a:buClr>
              <a:buSzPct val="100000"/>
              <a:buNone/>
            </a:pPr>
            <a:r>
              <a:rPr lang="es-MX"/>
              <a:t>        lea dx,cadena2</a:t>
            </a:r>
            <a:endParaRPr/>
          </a:p>
          <a:p>
            <a:pPr indent="0" lvl="0" marL="0" rtl="0" algn="l">
              <a:lnSpc>
                <a:spcPct val="100000"/>
              </a:lnSpc>
              <a:spcBef>
                <a:spcPts val="304"/>
              </a:spcBef>
              <a:spcAft>
                <a:spcPts val="0"/>
              </a:spcAft>
              <a:buClr>
                <a:schemeClr val="dk1"/>
              </a:buClr>
              <a:buSzPct val="100000"/>
              <a:buNone/>
            </a:pPr>
            <a:r>
              <a:rPr lang="es-MX"/>
              <a:t>        int 21h</a:t>
            </a:r>
            <a:endParaRPr/>
          </a:p>
          <a:p>
            <a:pPr indent="0" lvl="0" marL="0" rtl="0" algn="l">
              <a:lnSpc>
                <a:spcPct val="100000"/>
              </a:lnSpc>
              <a:spcBef>
                <a:spcPts val="304"/>
              </a:spcBef>
              <a:spcAft>
                <a:spcPts val="0"/>
              </a:spcAft>
              <a:buClr>
                <a:schemeClr val="dk1"/>
              </a:buClr>
              <a:buSzPct val="100000"/>
              <a:buNone/>
            </a:pPr>
            <a:r>
              <a:rPr lang="es-MX"/>
              <a:t>salir:  mov ax,4c00h</a:t>
            </a:r>
            <a:endParaRPr/>
          </a:p>
          <a:p>
            <a:pPr indent="0" lvl="0" marL="0" rtl="0" algn="l">
              <a:lnSpc>
                <a:spcPct val="100000"/>
              </a:lnSpc>
              <a:spcBef>
                <a:spcPts val="304"/>
              </a:spcBef>
              <a:spcAft>
                <a:spcPts val="0"/>
              </a:spcAft>
              <a:buClr>
                <a:schemeClr val="dk1"/>
              </a:buClr>
              <a:buSzPct val="100000"/>
              <a:buNone/>
            </a:pPr>
            <a:r>
              <a:rPr lang="es-MX"/>
              <a:t>        int 21h</a:t>
            </a:r>
            <a:endParaRPr/>
          </a:p>
          <a:p>
            <a:pPr indent="0" lvl="0" marL="0" rtl="0" algn="l">
              <a:lnSpc>
                <a:spcPct val="100000"/>
              </a:lnSpc>
              <a:spcBef>
                <a:spcPts val="304"/>
              </a:spcBef>
              <a:spcAft>
                <a:spcPts val="0"/>
              </a:spcAft>
              <a:buClr>
                <a:schemeClr val="dk1"/>
              </a:buClr>
              <a:buSzPct val="100000"/>
              <a:buNone/>
            </a:pPr>
            <a:r>
              <a:rPr lang="es-MX"/>
              <a:t>        ret</a:t>
            </a:r>
            <a:endParaRPr/>
          </a:p>
        </p:txBody>
      </p:sp>
      <p:sp>
        <p:nvSpPr>
          <p:cNvPr id="1647" name="Google Shape;1647;p20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648" name="Google Shape;1648;p20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2" name="Shape 1652"/>
        <p:cNvGrpSpPr/>
        <p:nvPr/>
      </p:nvGrpSpPr>
      <p:grpSpPr>
        <a:xfrm>
          <a:off x="0" y="0"/>
          <a:ext cx="0" cy="0"/>
          <a:chOff x="0" y="0"/>
          <a:chExt cx="0" cy="0"/>
        </a:xfrm>
      </p:grpSpPr>
      <p:sp>
        <p:nvSpPr>
          <p:cNvPr id="1653" name="Google Shape;1653;p20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654" name="Google Shape;1654;p20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FF0000"/>
              </a:buClr>
              <a:buSzPts val="1600"/>
              <a:buChar char="•"/>
            </a:pPr>
            <a:r>
              <a:rPr b="1" i="0" lang="es-MX" sz="1600">
                <a:solidFill>
                  <a:srgbClr val="FF0000"/>
                </a:solidFill>
                <a:latin typeface="Arial"/>
                <a:ea typeface="Arial"/>
                <a:cs typeface="Arial"/>
                <a:sym typeface="Arial"/>
              </a:rPr>
              <a:t>SCAS/SCASB</a:t>
            </a:r>
            <a:r>
              <a:rPr lang="es-MX" sz="1600">
                <a:solidFill>
                  <a:srgbClr val="000000"/>
                </a:solidFill>
                <a:latin typeface="Arial"/>
                <a:ea typeface="Arial"/>
                <a:cs typeface="Arial"/>
                <a:sym typeface="Arial"/>
              </a:rPr>
              <a:t>/</a:t>
            </a:r>
            <a:r>
              <a:rPr b="1" i="0" lang="es-MX" sz="1600">
                <a:solidFill>
                  <a:srgbClr val="000000"/>
                </a:solidFill>
                <a:latin typeface="Arial"/>
                <a:ea typeface="Arial"/>
                <a:cs typeface="Arial"/>
                <a:sym typeface="Arial"/>
              </a:rPr>
              <a:t>SCASW</a:t>
            </a:r>
            <a:r>
              <a:rPr b="0" i="0" lang="es-MX" sz="1600">
                <a:solidFill>
                  <a:srgbClr val="000000"/>
                </a:solidFill>
                <a:latin typeface="Arial"/>
                <a:ea typeface="Arial"/>
                <a:cs typeface="Arial"/>
                <a:sym typeface="Arial"/>
              </a:rPr>
              <a:t> </a:t>
            </a:r>
            <a:endParaRPr/>
          </a:p>
          <a:p>
            <a:pPr indent="-285750" lvl="1" marL="742950" rtl="0" algn="just">
              <a:lnSpc>
                <a:spcPct val="100000"/>
              </a:lnSpc>
              <a:spcBef>
                <a:spcPts val="320"/>
              </a:spcBef>
              <a:spcAft>
                <a:spcPts val="0"/>
              </a:spcAft>
              <a:buClr>
                <a:srgbClr val="000000"/>
              </a:buClr>
              <a:buSzPts val="1600"/>
              <a:buChar char="–"/>
            </a:pPr>
            <a:r>
              <a:rPr b="0" i="0" lang="es-MX" sz="1600">
                <a:solidFill>
                  <a:srgbClr val="000000"/>
                </a:solidFill>
                <a:latin typeface="Arial"/>
                <a:ea typeface="Arial"/>
                <a:cs typeface="Arial"/>
                <a:sym typeface="Arial"/>
              </a:rPr>
              <a:t>realizan la comparación "CMP AL,ES:[DI]" o "CMP AX,ES:[DI]“</a:t>
            </a:r>
            <a:endParaRPr/>
          </a:p>
          <a:p>
            <a:pPr indent="-342900" lvl="0" marL="342900" rtl="0" algn="just">
              <a:lnSpc>
                <a:spcPct val="100000"/>
              </a:lnSpc>
              <a:spcBef>
                <a:spcPts val="320"/>
              </a:spcBef>
              <a:spcAft>
                <a:spcPts val="0"/>
              </a:spcAft>
              <a:buClr>
                <a:srgbClr val="FF0000"/>
              </a:buClr>
              <a:buSzPts val="1600"/>
              <a:buChar char="•"/>
            </a:pPr>
            <a:r>
              <a:rPr b="1" lang="es-MX" sz="1600">
                <a:solidFill>
                  <a:srgbClr val="FF0000"/>
                </a:solidFill>
              </a:rPr>
              <a:t>CMPS/ CMPSB</a:t>
            </a:r>
            <a:r>
              <a:rPr b="1" lang="es-MX" sz="1600"/>
              <a:t>, CMPSW</a:t>
            </a:r>
            <a:r>
              <a:rPr lang="es-MX" sz="1600"/>
              <a:t> realiza la comparación de dos cadenas, devuelve el resultado en el registro de estado.</a:t>
            </a:r>
            <a:endParaRPr/>
          </a:p>
          <a:p>
            <a:pPr indent="-285750" lvl="1" marL="742950" rtl="0" algn="just">
              <a:lnSpc>
                <a:spcPct val="100000"/>
              </a:lnSpc>
              <a:spcBef>
                <a:spcPts val="320"/>
              </a:spcBef>
              <a:spcAft>
                <a:spcPts val="0"/>
              </a:spcAft>
              <a:buClr>
                <a:schemeClr val="dk1"/>
              </a:buClr>
              <a:buSzPts val="1600"/>
              <a:buChar char="–"/>
            </a:pPr>
            <a:r>
              <a:rPr lang="es-MX" sz="1600"/>
              <a:t> CMPS destino, fuente</a:t>
            </a:r>
            <a:endParaRPr/>
          </a:p>
          <a:p>
            <a:pPr indent="-342900" lvl="0" marL="342900" rtl="0" algn="just">
              <a:lnSpc>
                <a:spcPct val="100000"/>
              </a:lnSpc>
              <a:spcBef>
                <a:spcPts val="320"/>
              </a:spcBef>
              <a:spcAft>
                <a:spcPts val="0"/>
              </a:spcAft>
              <a:buClr>
                <a:srgbClr val="FF0000"/>
              </a:buClr>
              <a:buSzPts val="1600"/>
              <a:buChar char="•"/>
            </a:pPr>
            <a:r>
              <a:rPr b="1" lang="es-MX" sz="1600">
                <a:solidFill>
                  <a:srgbClr val="FF0000"/>
                </a:solidFill>
              </a:rPr>
              <a:t>LODS/ LODSB </a:t>
            </a:r>
            <a:r>
              <a:rPr b="1" lang="es-MX" sz="1600"/>
              <a:t>/LODSW </a:t>
            </a:r>
            <a:r>
              <a:rPr lang="es-MX" sz="1600"/>
              <a:t>transfiere un elemento de una cadena (fuente) a AL o AX, respectivamente.</a:t>
            </a:r>
            <a:endParaRPr/>
          </a:p>
          <a:p>
            <a:pPr indent="-285750" lvl="1" marL="742950" rtl="0" algn="just">
              <a:lnSpc>
                <a:spcPct val="100000"/>
              </a:lnSpc>
              <a:spcBef>
                <a:spcPts val="320"/>
              </a:spcBef>
              <a:spcAft>
                <a:spcPts val="0"/>
              </a:spcAft>
              <a:buClr>
                <a:schemeClr val="dk1"/>
              </a:buClr>
              <a:buSzPts val="1600"/>
              <a:buChar char="–"/>
            </a:pPr>
            <a:r>
              <a:rPr lang="es-MX" sz="1600"/>
              <a:t> LODS/LODSW fuente </a:t>
            </a:r>
            <a:endParaRPr/>
          </a:p>
          <a:p>
            <a:pPr indent="0" lvl="1" marL="400050" rtl="0" algn="just">
              <a:lnSpc>
                <a:spcPct val="100000"/>
              </a:lnSpc>
              <a:spcBef>
                <a:spcPts val="320"/>
              </a:spcBef>
              <a:spcAft>
                <a:spcPts val="0"/>
              </a:spcAft>
              <a:buClr>
                <a:schemeClr val="dk1"/>
              </a:buClr>
              <a:buSzPts val="1600"/>
              <a:buNone/>
            </a:pPr>
            <a:r>
              <a:rPr lang="es-MX" sz="1600"/>
              <a:t>Esta instrucción también necesita que la fuente esté cargada en SI. </a:t>
            </a:r>
            <a:endParaRPr/>
          </a:p>
          <a:p>
            <a:pPr indent="-342900" lvl="0" marL="342900" rtl="0" algn="just">
              <a:lnSpc>
                <a:spcPct val="100000"/>
              </a:lnSpc>
              <a:spcBef>
                <a:spcPts val="320"/>
              </a:spcBef>
              <a:spcAft>
                <a:spcPts val="0"/>
              </a:spcAft>
              <a:buClr>
                <a:srgbClr val="FF0000"/>
              </a:buClr>
              <a:buSzPts val="1600"/>
              <a:buChar char="•"/>
            </a:pPr>
            <a:r>
              <a:rPr b="1" lang="es-MX" sz="1600">
                <a:solidFill>
                  <a:srgbClr val="FF0000"/>
                </a:solidFill>
              </a:rPr>
              <a:t>STOS/ STOSB</a:t>
            </a:r>
            <a:r>
              <a:rPr b="1" lang="es-MX" sz="1600"/>
              <a:t>/STOSW </a:t>
            </a:r>
            <a:r>
              <a:rPr lang="es-MX" sz="1600"/>
              <a:t>transfiere el contenido de AL o AX, respectivamente, a una cadena (destino). </a:t>
            </a:r>
            <a:endParaRPr/>
          </a:p>
          <a:p>
            <a:pPr indent="-285750" lvl="1" marL="742950" rtl="0" algn="just">
              <a:lnSpc>
                <a:spcPct val="100000"/>
              </a:lnSpc>
              <a:spcBef>
                <a:spcPts val="320"/>
              </a:spcBef>
              <a:spcAft>
                <a:spcPts val="0"/>
              </a:spcAft>
              <a:buClr>
                <a:schemeClr val="dk1"/>
              </a:buClr>
              <a:buSzPts val="1600"/>
              <a:buChar char="–"/>
            </a:pPr>
            <a:r>
              <a:rPr lang="es-MX" sz="1600"/>
              <a:t>STOS/STOSW destino</a:t>
            </a:r>
            <a:endParaRPr/>
          </a:p>
          <a:p>
            <a:pPr indent="0" lvl="1" marL="400050" rtl="0" algn="just">
              <a:lnSpc>
                <a:spcPct val="100000"/>
              </a:lnSpc>
              <a:spcBef>
                <a:spcPts val="320"/>
              </a:spcBef>
              <a:spcAft>
                <a:spcPts val="0"/>
              </a:spcAft>
              <a:buClr>
                <a:schemeClr val="dk1"/>
              </a:buClr>
              <a:buSzPts val="1600"/>
              <a:buNone/>
            </a:pPr>
            <a:r>
              <a:rPr lang="es-MX" sz="1600"/>
              <a:t> También debe cargarse en DI el desplazamiento de la cadena, y puede usarse con el modificador REP. </a:t>
            </a:r>
            <a:endParaRPr sz="1600"/>
          </a:p>
          <a:p>
            <a:pPr indent="0" lvl="1" marL="400050" rtl="0" algn="just">
              <a:lnSpc>
                <a:spcPct val="100000"/>
              </a:lnSpc>
              <a:spcBef>
                <a:spcPts val="320"/>
              </a:spcBef>
              <a:spcAft>
                <a:spcPts val="0"/>
              </a:spcAft>
              <a:buClr>
                <a:schemeClr val="dk1"/>
              </a:buClr>
              <a:buSzPts val="1600"/>
              <a:buNone/>
            </a:pPr>
            <a:r>
              <a:t/>
            </a:r>
            <a:endParaRPr sz="1600"/>
          </a:p>
          <a:p>
            <a:pPr indent="0" lvl="1" marL="400050" rtl="0" algn="just">
              <a:lnSpc>
                <a:spcPct val="100000"/>
              </a:lnSpc>
              <a:spcBef>
                <a:spcPts val="320"/>
              </a:spcBef>
              <a:spcAft>
                <a:spcPts val="0"/>
              </a:spcAft>
              <a:buClr>
                <a:schemeClr val="dk1"/>
              </a:buClr>
              <a:buSzPts val="1600"/>
              <a:buNone/>
            </a:pPr>
            <a:r>
              <a:rPr lang="es-MX" sz="1600"/>
              <a:t>MOVS</a:t>
            </a:r>
            <a:endParaRPr sz="1600"/>
          </a:p>
        </p:txBody>
      </p:sp>
      <p:sp>
        <p:nvSpPr>
          <p:cNvPr id="1655" name="Google Shape;1655;p20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656" name="Google Shape;1656;p20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id="1661" name="Google Shape;1661;p210"/>
          <p:cNvSpPr txBox="1"/>
          <p:nvPr>
            <p:ph type="title"/>
          </p:nvPr>
        </p:nvSpPr>
        <p:spPr>
          <a:xfrm>
            <a:off x="457200" y="274638"/>
            <a:ext cx="8229600" cy="84595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s-MX" sz="2000"/>
              <a:t>Ejemplo SCASB: Busca el carácter 'A' en un arreglo.</a:t>
            </a:r>
            <a:endParaRPr/>
          </a:p>
        </p:txBody>
      </p:sp>
      <p:sp>
        <p:nvSpPr>
          <p:cNvPr id="1662" name="Google Shape;1662;p210"/>
          <p:cNvSpPr txBox="1"/>
          <p:nvPr>
            <p:ph idx="1" type="body"/>
          </p:nvPr>
        </p:nvSpPr>
        <p:spPr>
          <a:xfrm>
            <a:off x="457200" y="1183342"/>
            <a:ext cx="8229600" cy="4942822"/>
          </a:xfrm>
          <a:prstGeom prst="rect">
            <a:avLst/>
          </a:prstGeom>
          <a:noFill/>
          <a:ln>
            <a:noFill/>
          </a:ln>
        </p:spPr>
        <p:txBody>
          <a:bodyPr anchorCtr="0" anchor="t" bIns="45700" lIns="91425" spcFirstLastPara="1" rIns="91425" wrap="square" tIns="45700">
            <a:normAutofit fontScale="32500" lnSpcReduction="20000"/>
          </a:bodyPr>
          <a:lstStyle/>
          <a:p>
            <a:pPr indent="0" lvl="0" marL="114300" rtl="0" algn="l">
              <a:lnSpc>
                <a:spcPct val="100000"/>
              </a:lnSpc>
              <a:spcBef>
                <a:spcPts val="360"/>
              </a:spcBef>
              <a:spcAft>
                <a:spcPts val="0"/>
              </a:spcAft>
              <a:buSzPct val="173076"/>
              <a:buNone/>
            </a:pPr>
            <a:r>
              <a:rPr lang="es-MX"/>
              <a:t> .model small</a:t>
            </a:r>
            <a:endParaRPr/>
          </a:p>
          <a:p>
            <a:pPr indent="0" lvl="0" marL="114300" rtl="0" algn="l">
              <a:lnSpc>
                <a:spcPct val="100000"/>
              </a:lnSpc>
              <a:spcBef>
                <a:spcPts val="360"/>
              </a:spcBef>
              <a:spcAft>
                <a:spcPts val="0"/>
              </a:spcAft>
              <a:buSzPct val="173076"/>
              <a:buNone/>
            </a:pPr>
            <a:r>
              <a:rPr lang="es-MX"/>
              <a:t>        .data</a:t>
            </a:r>
            <a:endParaRPr/>
          </a:p>
          <a:p>
            <a:pPr indent="0" lvl="0" marL="114300" rtl="0" algn="l">
              <a:lnSpc>
                <a:spcPct val="100000"/>
              </a:lnSpc>
              <a:spcBef>
                <a:spcPts val="360"/>
              </a:spcBef>
              <a:spcAft>
                <a:spcPts val="0"/>
              </a:spcAft>
              <a:buSzPct val="173076"/>
              <a:buNone/>
            </a:pPr>
            <a:r>
              <a:rPr lang="es-MX"/>
              <a:t>            cadena db 'HOLA MUNDO$', 0</a:t>
            </a:r>
            <a:endParaRPr/>
          </a:p>
          <a:p>
            <a:pPr indent="0" lvl="0" marL="114300" rtl="0" algn="l">
              <a:lnSpc>
                <a:spcPct val="100000"/>
              </a:lnSpc>
              <a:spcBef>
                <a:spcPts val="360"/>
              </a:spcBef>
              <a:spcAft>
                <a:spcPts val="0"/>
              </a:spcAft>
              <a:buSzPct val="173076"/>
              <a:buNone/>
            </a:pPr>
            <a:r>
              <a:rPr lang="es-MX"/>
              <a:t>            caracter db 'a' </a:t>
            </a:r>
            <a:endParaRPr/>
          </a:p>
          <a:p>
            <a:pPr indent="0" lvl="0" marL="114300" rtl="0" algn="l">
              <a:lnSpc>
                <a:spcPct val="100000"/>
              </a:lnSpc>
              <a:spcBef>
                <a:spcPts val="360"/>
              </a:spcBef>
              <a:spcAft>
                <a:spcPts val="0"/>
              </a:spcAft>
              <a:buSzPct val="173076"/>
              <a:buNone/>
            </a:pPr>
            <a:r>
              <a:rPr lang="es-MX"/>
              <a:t>            msg_encontrado db 'Encontrado!', '$'</a:t>
            </a:r>
            <a:endParaRPr/>
          </a:p>
          <a:p>
            <a:pPr indent="0" lvl="0" marL="114300" rtl="0" algn="l">
              <a:lnSpc>
                <a:spcPct val="100000"/>
              </a:lnSpc>
              <a:spcBef>
                <a:spcPts val="360"/>
              </a:spcBef>
              <a:spcAft>
                <a:spcPts val="0"/>
              </a:spcAft>
              <a:buSzPct val="173076"/>
              <a:buNone/>
            </a:pPr>
            <a:r>
              <a:rPr lang="es-MX"/>
              <a:t>            msg_noencontrado db 'No encontrado!', '$'</a:t>
            </a:r>
            <a:endParaRPr/>
          </a:p>
          <a:p>
            <a:pPr indent="0" lvl="0" marL="114300" rtl="0" algn="l">
              <a:lnSpc>
                <a:spcPct val="100000"/>
              </a:lnSpc>
              <a:spcBef>
                <a:spcPts val="360"/>
              </a:spcBef>
              <a:spcAft>
                <a:spcPts val="0"/>
              </a:spcAft>
              <a:buSzPct val="173076"/>
              <a:buNone/>
            </a:pPr>
            <a:r>
              <a:rPr lang="es-MX"/>
              <a:t>        .code</a:t>
            </a:r>
            <a:endParaRPr/>
          </a:p>
          <a:p>
            <a:pPr indent="0" lvl="0" marL="114300" rtl="0" algn="l">
              <a:lnSpc>
                <a:spcPct val="100000"/>
              </a:lnSpc>
              <a:spcBef>
                <a:spcPts val="360"/>
              </a:spcBef>
              <a:spcAft>
                <a:spcPts val="0"/>
              </a:spcAft>
              <a:buSzPct val="173076"/>
              <a:buNone/>
            </a:pPr>
            <a:r>
              <a:rPr lang="es-MX"/>
              <a:t>start:          mov ax, @data</a:t>
            </a:r>
            <a:endParaRPr/>
          </a:p>
          <a:p>
            <a:pPr indent="0" lvl="0" marL="114300" rtl="0" algn="l">
              <a:lnSpc>
                <a:spcPct val="100000"/>
              </a:lnSpc>
              <a:spcBef>
                <a:spcPts val="360"/>
              </a:spcBef>
              <a:spcAft>
                <a:spcPts val="0"/>
              </a:spcAft>
              <a:buSzPct val="173076"/>
              <a:buNone/>
            </a:pPr>
            <a:r>
              <a:rPr lang="es-MX"/>
              <a:t>                mov ds, ax</a:t>
            </a:r>
            <a:endParaRPr/>
          </a:p>
          <a:p>
            <a:pPr indent="0" lvl="0" marL="114300" rtl="0" algn="l">
              <a:lnSpc>
                <a:spcPct val="100000"/>
              </a:lnSpc>
              <a:spcBef>
                <a:spcPts val="360"/>
              </a:spcBef>
              <a:spcAft>
                <a:spcPts val="0"/>
              </a:spcAft>
              <a:buSzPct val="173076"/>
              <a:buNone/>
            </a:pPr>
            <a:r>
              <a:rPr lang="es-MX"/>
              <a:t>                mov es, ax</a:t>
            </a:r>
            <a:endParaRPr/>
          </a:p>
          <a:p>
            <a:pPr indent="0" lvl="0" marL="114300" rtl="0" algn="l">
              <a:lnSpc>
                <a:spcPct val="100000"/>
              </a:lnSpc>
              <a:spcBef>
                <a:spcPts val="360"/>
              </a:spcBef>
              <a:spcAft>
                <a:spcPts val="0"/>
              </a:spcAft>
              <a:buSzPct val="173076"/>
              <a:buNone/>
            </a:pPr>
            <a:r>
              <a:rPr lang="es-MX"/>
              <a:t>                mov al, caracter       ; Caracter a buscar</a:t>
            </a:r>
            <a:endParaRPr/>
          </a:p>
          <a:p>
            <a:pPr indent="0" lvl="0" marL="114300" rtl="0" algn="l">
              <a:lnSpc>
                <a:spcPct val="100000"/>
              </a:lnSpc>
              <a:spcBef>
                <a:spcPts val="360"/>
              </a:spcBef>
              <a:spcAft>
                <a:spcPts val="0"/>
              </a:spcAft>
              <a:buSzPct val="173076"/>
              <a:buNone/>
            </a:pPr>
            <a:r>
              <a:rPr lang="es-MX"/>
              <a:t>                lea di, cadena         ; Puntero al inicio de la cadena</a:t>
            </a:r>
            <a:endParaRPr/>
          </a:p>
          <a:p>
            <a:pPr indent="0" lvl="0" marL="114300" rtl="0" algn="l">
              <a:lnSpc>
                <a:spcPct val="100000"/>
              </a:lnSpc>
              <a:spcBef>
                <a:spcPts val="360"/>
              </a:spcBef>
              <a:spcAft>
                <a:spcPts val="0"/>
              </a:spcAft>
              <a:buSzPct val="173076"/>
              <a:buNone/>
            </a:pPr>
            <a:r>
              <a:rPr lang="es-MX"/>
              <a:t>buscar:         scasb                  ; Compara AL con [ES:DI], incrementa DI</a:t>
            </a:r>
            <a:endParaRPr/>
          </a:p>
          <a:p>
            <a:pPr indent="0" lvl="0" marL="114300" rtl="0" algn="l">
              <a:lnSpc>
                <a:spcPct val="100000"/>
              </a:lnSpc>
              <a:spcBef>
                <a:spcPts val="360"/>
              </a:spcBef>
              <a:spcAft>
                <a:spcPts val="0"/>
              </a:spcAft>
              <a:buSzPct val="173076"/>
              <a:buNone/>
            </a:pPr>
            <a:r>
              <a:rPr lang="es-MX"/>
              <a:t>                je encontrado          ; Si es igual, salta</a:t>
            </a:r>
            <a:endParaRPr/>
          </a:p>
          <a:p>
            <a:pPr indent="0" lvl="0" marL="114300" rtl="0" algn="l">
              <a:lnSpc>
                <a:spcPct val="100000"/>
              </a:lnSpc>
              <a:spcBef>
                <a:spcPts val="360"/>
              </a:spcBef>
              <a:spcAft>
                <a:spcPts val="0"/>
              </a:spcAft>
              <a:buSzPct val="173076"/>
              <a:buNone/>
            </a:pPr>
            <a:r>
              <a:rPr lang="es-MX"/>
              <a:t>                cmp [di],'$'            ; Fin de cadena</a:t>
            </a:r>
            <a:endParaRPr/>
          </a:p>
          <a:p>
            <a:pPr indent="0" lvl="0" marL="114300" rtl="0" algn="l">
              <a:lnSpc>
                <a:spcPct val="100000"/>
              </a:lnSpc>
              <a:spcBef>
                <a:spcPts val="360"/>
              </a:spcBef>
              <a:spcAft>
                <a:spcPts val="0"/>
              </a:spcAft>
              <a:buSzPct val="173076"/>
              <a:buNone/>
            </a:pPr>
            <a:r>
              <a:rPr lang="es-MX"/>
              <a:t>                je no_encontrado</a:t>
            </a:r>
            <a:endParaRPr/>
          </a:p>
          <a:p>
            <a:pPr indent="0" lvl="0" marL="114300" rtl="0" algn="l">
              <a:lnSpc>
                <a:spcPct val="100000"/>
              </a:lnSpc>
              <a:spcBef>
                <a:spcPts val="360"/>
              </a:spcBef>
              <a:spcAft>
                <a:spcPts val="0"/>
              </a:spcAft>
              <a:buSzPct val="173076"/>
              <a:buNone/>
            </a:pPr>
            <a:r>
              <a:rPr lang="es-MX"/>
              <a:t>                jmp buscar</a:t>
            </a:r>
            <a:endParaRPr/>
          </a:p>
          <a:p>
            <a:pPr indent="0" lvl="0" marL="114300" rtl="0" algn="l">
              <a:lnSpc>
                <a:spcPct val="100000"/>
              </a:lnSpc>
              <a:spcBef>
                <a:spcPts val="360"/>
              </a:spcBef>
              <a:spcAft>
                <a:spcPts val="0"/>
              </a:spcAft>
              <a:buSzPct val="173076"/>
              <a:buNone/>
            </a:pPr>
            <a:r>
              <a:rPr lang="es-MX"/>
              <a:t>encontrado:     mov ah, 09h</a:t>
            </a:r>
            <a:endParaRPr/>
          </a:p>
          <a:p>
            <a:pPr indent="0" lvl="0" marL="114300" rtl="0" algn="l">
              <a:lnSpc>
                <a:spcPct val="100000"/>
              </a:lnSpc>
              <a:spcBef>
                <a:spcPts val="360"/>
              </a:spcBef>
              <a:spcAft>
                <a:spcPts val="0"/>
              </a:spcAft>
              <a:buSzPct val="173076"/>
              <a:buNone/>
            </a:pPr>
            <a:r>
              <a:rPr lang="es-MX"/>
              <a:t>                lea dx, msg_encontrado</a:t>
            </a:r>
            <a:endParaRPr/>
          </a:p>
          <a:p>
            <a:pPr indent="0" lvl="0" marL="114300" rtl="0" algn="l">
              <a:lnSpc>
                <a:spcPct val="100000"/>
              </a:lnSpc>
              <a:spcBef>
                <a:spcPts val="360"/>
              </a:spcBef>
              <a:spcAft>
                <a:spcPts val="0"/>
              </a:spcAft>
              <a:buSzPct val="173076"/>
              <a:buNone/>
            </a:pPr>
            <a:r>
              <a:rPr lang="es-MX"/>
              <a:t>                int 21h</a:t>
            </a:r>
            <a:endParaRPr/>
          </a:p>
          <a:p>
            <a:pPr indent="0" lvl="0" marL="114300" rtl="0" algn="l">
              <a:lnSpc>
                <a:spcPct val="100000"/>
              </a:lnSpc>
              <a:spcBef>
                <a:spcPts val="360"/>
              </a:spcBef>
              <a:spcAft>
                <a:spcPts val="0"/>
              </a:spcAft>
              <a:buSzPct val="173076"/>
              <a:buNone/>
            </a:pPr>
            <a:r>
              <a:rPr lang="es-MX"/>
              <a:t>                jmp fin</a:t>
            </a:r>
            <a:endParaRPr/>
          </a:p>
          <a:p>
            <a:pPr indent="0" lvl="0" marL="114300" rtl="0" algn="l">
              <a:lnSpc>
                <a:spcPct val="100000"/>
              </a:lnSpc>
              <a:spcBef>
                <a:spcPts val="360"/>
              </a:spcBef>
              <a:spcAft>
                <a:spcPts val="0"/>
              </a:spcAft>
              <a:buSzPct val="173076"/>
              <a:buNone/>
            </a:pPr>
            <a:r>
              <a:t/>
            </a:r>
            <a:endParaRPr/>
          </a:p>
          <a:p>
            <a:pPr indent="0" lvl="0" marL="114300" rtl="0" algn="l">
              <a:lnSpc>
                <a:spcPct val="100000"/>
              </a:lnSpc>
              <a:spcBef>
                <a:spcPts val="360"/>
              </a:spcBef>
              <a:spcAft>
                <a:spcPts val="0"/>
              </a:spcAft>
              <a:buSzPct val="173076"/>
              <a:buNone/>
            </a:pPr>
            <a:r>
              <a:rPr lang="es-MX"/>
              <a:t>no_encontrado:  mov ah, 09h</a:t>
            </a:r>
            <a:endParaRPr/>
          </a:p>
          <a:p>
            <a:pPr indent="0" lvl="0" marL="114300" rtl="0" algn="l">
              <a:lnSpc>
                <a:spcPct val="100000"/>
              </a:lnSpc>
              <a:spcBef>
                <a:spcPts val="360"/>
              </a:spcBef>
              <a:spcAft>
                <a:spcPts val="0"/>
              </a:spcAft>
              <a:buSzPct val="173076"/>
              <a:buNone/>
            </a:pPr>
            <a:r>
              <a:rPr lang="es-MX"/>
              <a:t>                lea dx, msg_noencontrado</a:t>
            </a:r>
            <a:endParaRPr/>
          </a:p>
          <a:p>
            <a:pPr indent="0" lvl="0" marL="114300" rtl="0" algn="l">
              <a:lnSpc>
                <a:spcPct val="100000"/>
              </a:lnSpc>
              <a:spcBef>
                <a:spcPts val="360"/>
              </a:spcBef>
              <a:spcAft>
                <a:spcPts val="0"/>
              </a:spcAft>
              <a:buSzPct val="173076"/>
              <a:buNone/>
            </a:pPr>
            <a:r>
              <a:rPr lang="es-MX"/>
              <a:t>                int 21h</a:t>
            </a:r>
            <a:endParaRPr/>
          </a:p>
          <a:p>
            <a:pPr indent="0" lvl="0" marL="114300" rtl="0" algn="l">
              <a:lnSpc>
                <a:spcPct val="100000"/>
              </a:lnSpc>
              <a:spcBef>
                <a:spcPts val="360"/>
              </a:spcBef>
              <a:spcAft>
                <a:spcPts val="0"/>
              </a:spcAft>
              <a:buSzPct val="173076"/>
              <a:buNone/>
            </a:pPr>
            <a:r>
              <a:rPr lang="es-MX"/>
              <a:t>fin:            mov ah, 4ch</a:t>
            </a:r>
            <a:endParaRPr/>
          </a:p>
          <a:p>
            <a:pPr indent="0" lvl="0" marL="114300" rtl="0" algn="l">
              <a:lnSpc>
                <a:spcPct val="100000"/>
              </a:lnSpc>
              <a:spcBef>
                <a:spcPts val="360"/>
              </a:spcBef>
              <a:spcAft>
                <a:spcPts val="0"/>
              </a:spcAft>
              <a:buSzPct val="173076"/>
              <a:buNone/>
            </a:pPr>
            <a:r>
              <a:rPr lang="es-MX"/>
              <a:t>                int 21h</a:t>
            </a:r>
            <a:endParaRPr/>
          </a:p>
        </p:txBody>
      </p:sp>
      <p:sp>
        <p:nvSpPr>
          <p:cNvPr id="1663" name="Google Shape;1663;p2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7" name="Shape 1667"/>
        <p:cNvGrpSpPr/>
        <p:nvPr/>
      </p:nvGrpSpPr>
      <p:grpSpPr>
        <a:xfrm>
          <a:off x="0" y="0"/>
          <a:ext cx="0" cy="0"/>
          <a:chOff x="0" y="0"/>
          <a:chExt cx="0" cy="0"/>
        </a:xfrm>
      </p:grpSpPr>
      <p:sp>
        <p:nvSpPr>
          <p:cNvPr id="1668" name="Google Shape;1668;p211"/>
          <p:cNvSpPr txBox="1"/>
          <p:nvPr>
            <p:ph type="title"/>
          </p:nvPr>
        </p:nvSpPr>
        <p:spPr>
          <a:xfrm>
            <a:off x="457200" y="274638"/>
            <a:ext cx="8229600" cy="54357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s-MX" sz="2000"/>
              <a:t>Ejemplo CMPSB: Compara dos cadenas byte a byte.</a:t>
            </a:r>
            <a:endParaRPr sz="2000"/>
          </a:p>
        </p:txBody>
      </p:sp>
      <p:sp>
        <p:nvSpPr>
          <p:cNvPr id="1669" name="Google Shape;1669;p211"/>
          <p:cNvSpPr txBox="1"/>
          <p:nvPr>
            <p:ph idx="1" type="body"/>
          </p:nvPr>
        </p:nvSpPr>
        <p:spPr>
          <a:xfrm>
            <a:off x="457200" y="932329"/>
            <a:ext cx="8229600" cy="5540189"/>
          </a:xfrm>
          <a:prstGeom prst="rect">
            <a:avLst/>
          </a:prstGeom>
          <a:noFill/>
          <a:ln>
            <a:noFill/>
          </a:ln>
        </p:spPr>
        <p:txBody>
          <a:bodyPr anchorCtr="0" anchor="t" bIns="45700" lIns="91425" spcFirstLastPara="1" rIns="91425" wrap="square" tIns="45700">
            <a:noAutofit/>
          </a:bodyPr>
          <a:lstStyle/>
          <a:p>
            <a:pPr indent="0" lvl="0" marL="114300" rtl="0" algn="l">
              <a:lnSpc>
                <a:spcPct val="100000"/>
              </a:lnSpc>
              <a:spcBef>
                <a:spcPts val="360"/>
              </a:spcBef>
              <a:spcAft>
                <a:spcPts val="0"/>
              </a:spcAft>
              <a:buSzPts val="1800"/>
              <a:buNone/>
            </a:pPr>
            <a:r>
              <a:rPr lang="es-MX" sz="1100"/>
              <a:t> .model small</a:t>
            </a:r>
            <a:endParaRPr sz="1100"/>
          </a:p>
          <a:p>
            <a:pPr indent="0" lvl="0" marL="114300" rtl="0" algn="l">
              <a:lnSpc>
                <a:spcPct val="100000"/>
              </a:lnSpc>
              <a:spcBef>
                <a:spcPts val="360"/>
              </a:spcBef>
              <a:spcAft>
                <a:spcPts val="0"/>
              </a:spcAft>
              <a:buSzPts val="1800"/>
              <a:buNone/>
            </a:pPr>
            <a:r>
              <a:rPr lang="es-MX" sz="1100"/>
              <a:t>                .data</a:t>
            </a:r>
            <a:endParaRPr/>
          </a:p>
          <a:p>
            <a:pPr indent="0" lvl="0" marL="114300" rtl="0" algn="l">
              <a:lnSpc>
                <a:spcPct val="100000"/>
              </a:lnSpc>
              <a:spcBef>
                <a:spcPts val="360"/>
              </a:spcBef>
              <a:spcAft>
                <a:spcPts val="0"/>
              </a:spcAft>
              <a:buSzPts val="1800"/>
              <a:buNone/>
            </a:pPr>
            <a:r>
              <a:rPr lang="es-MX" sz="1100"/>
              <a:t>                    cadena1 db 'ABC', '$'</a:t>
            </a:r>
            <a:endParaRPr/>
          </a:p>
          <a:p>
            <a:pPr indent="0" lvl="0" marL="114300" rtl="0" algn="l">
              <a:lnSpc>
                <a:spcPct val="100000"/>
              </a:lnSpc>
              <a:spcBef>
                <a:spcPts val="360"/>
              </a:spcBef>
              <a:spcAft>
                <a:spcPts val="0"/>
              </a:spcAft>
              <a:buSzPts val="1800"/>
              <a:buNone/>
            </a:pPr>
            <a:r>
              <a:rPr lang="es-MX" sz="1100"/>
              <a:t>                    cadena2 db 'ABC', '$'   </a:t>
            </a:r>
            <a:endParaRPr/>
          </a:p>
          <a:p>
            <a:pPr indent="0" lvl="0" marL="114300" rtl="0" algn="l">
              <a:lnSpc>
                <a:spcPct val="100000"/>
              </a:lnSpc>
              <a:spcBef>
                <a:spcPts val="360"/>
              </a:spcBef>
              <a:spcAft>
                <a:spcPts val="0"/>
              </a:spcAft>
              <a:buSzPts val="1800"/>
              <a:buNone/>
            </a:pPr>
            <a:r>
              <a:rPr lang="es-MX" sz="1100"/>
              <a:t>                    msg_igual db 'Cadenas iguales$', '$'</a:t>
            </a:r>
            <a:endParaRPr/>
          </a:p>
          <a:p>
            <a:pPr indent="0" lvl="0" marL="114300" rtl="0" algn="l">
              <a:lnSpc>
                <a:spcPct val="100000"/>
              </a:lnSpc>
              <a:spcBef>
                <a:spcPts val="360"/>
              </a:spcBef>
              <a:spcAft>
                <a:spcPts val="0"/>
              </a:spcAft>
              <a:buSzPts val="1800"/>
              <a:buNone/>
            </a:pPr>
            <a:r>
              <a:rPr lang="es-MX" sz="1100"/>
              <a:t>                    msg_dif db 'Cadenas diferentes$', '$'</a:t>
            </a:r>
            <a:endParaRPr/>
          </a:p>
          <a:p>
            <a:pPr indent="0" lvl="0" marL="114300" rtl="0" algn="l">
              <a:lnSpc>
                <a:spcPct val="100000"/>
              </a:lnSpc>
              <a:spcBef>
                <a:spcPts val="360"/>
              </a:spcBef>
              <a:spcAft>
                <a:spcPts val="0"/>
              </a:spcAft>
              <a:buSzPts val="1800"/>
              <a:buNone/>
            </a:pPr>
            <a:r>
              <a:rPr lang="es-MX" sz="1100"/>
              <a:t>                .code</a:t>
            </a:r>
            <a:endParaRPr sz="1100"/>
          </a:p>
          <a:p>
            <a:pPr indent="0" lvl="0" marL="114300" rtl="0" algn="l">
              <a:lnSpc>
                <a:spcPct val="100000"/>
              </a:lnSpc>
              <a:spcBef>
                <a:spcPts val="360"/>
              </a:spcBef>
              <a:spcAft>
                <a:spcPts val="0"/>
              </a:spcAft>
              <a:buSzPts val="1800"/>
              <a:buNone/>
            </a:pPr>
            <a:r>
              <a:rPr lang="es-MX" sz="1100"/>
              <a:t>start:              mov ax, @data</a:t>
            </a:r>
            <a:endParaRPr/>
          </a:p>
          <a:p>
            <a:pPr indent="0" lvl="0" marL="114300" rtl="0" algn="l">
              <a:lnSpc>
                <a:spcPct val="100000"/>
              </a:lnSpc>
              <a:spcBef>
                <a:spcPts val="360"/>
              </a:spcBef>
              <a:spcAft>
                <a:spcPts val="0"/>
              </a:spcAft>
              <a:buSzPts val="1800"/>
              <a:buNone/>
            </a:pPr>
            <a:r>
              <a:rPr lang="es-MX" sz="1100"/>
              <a:t>                    mov ds, ax</a:t>
            </a:r>
            <a:endParaRPr sz="1100"/>
          </a:p>
          <a:p>
            <a:pPr indent="0" lvl="0" marL="114300" rtl="0" algn="l">
              <a:lnSpc>
                <a:spcPct val="100000"/>
              </a:lnSpc>
              <a:spcBef>
                <a:spcPts val="360"/>
              </a:spcBef>
              <a:spcAft>
                <a:spcPts val="0"/>
              </a:spcAft>
              <a:buSzPts val="1800"/>
              <a:buNone/>
            </a:pPr>
            <a:r>
              <a:rPr lang="es-MX" sz="1100"/>
              <a:t>                    mov es, ax</a:t>
            </a:r>
            <a:endParaRPr sz="1100"/>
          </a:p>
          <a:p>
            <a:pPr indent="0" lvl="0" marL="114300" rtl="0" algn="l">
              <a:lnSpc>
                <a:spcPct val="100000"/>
              </a:lnSpc>
              <a:spcBef>
                <a:spcPts val="360"/>
              </a:spcBef>
              <a:spcAft>
                <a:spcPts val="0"/>
              </a:spcAft>
              <a:buSzPts val="1800"/>
              <a:buNone/>
            </a:pPr>
            <a:r>
              <a:rPr lang="es-MX" sz="1100"/>
              <a:t>                    lea si, cadena1</a:t>
            </a:r>
            <a:endParaRPr/>
          </a:p>
          <a:p>
            <a:pPr indent="0" lvl="0" marL="114300" rtl="0" algn="l">
              <a:lnSpc>
                <a:spcPct val="100000"/>
              </a:lnSpc>
              <a:spcBef>
                <a:spcPts val="360"/>
              </a:spcBef>
              <a:spcAft>
                <a:spcPts val="0"/>
              </a:spcAft>
              <a:buSzPts val="1800"/>
              <a:buNone/>
            </a:pPr>
            <a:r>
              <a:rPr lang="es-MX" sz="1100"/>
              <a:t>                    lea di, cadena2</a:t>
            </a:r>
            <a:endParaRPr/>
          </a:p>
          <a:p>
            <a:pPr indent="0" lvl="0" marL="114300" rtl="0" algn="l">
              <a:lnSpc>
                <a:spcPct val="100000"/>
              </a:lnSpc>
              <a:spcBef>
                <a:spcPts val="360"/>
              </a:spcBef>
              <a:spcAft>
                <a:spcPts val="0"/>
              </a:spcAft>
              <a:buSzPts val="1800"/>
              <a:buNone/>
            </a:pPr>
            <a:r>
              <a:rPr lang="es-MX" sz="1100"/>
              <a:t>comparar:           mov cx, 3              ; Comparar 3 caracteres</a:t>
            </a:r>
            <a:endParaRPr/>
          </a:p>
          <a:p>
            <a:pPr indent="0" lvl="0" marL="114300" rtl="0" algn="l">
              <a:lnSpc>
                <a:spcPct val="100000"/>
              </a:lnSpc>
              <a:spcBef>
                <a:spcPts val="360"/>
              </a:spcBef>
              <a:spcAft>
                <a:spcPts val="0"/>
              </a:spcAft>
              <a:buSzPts val="1800"/>
              <a:buNone/>
            </a:pPr>
            <a:r>
              <a:rPr lang="es-MX" sz="1100"/>
              <a:t>                    repe cmpsb             ; Compara y repite mientras sean iguales</a:t>
            </a:r>
            <a:endParaRPr/>
          </a:p>
          <a:p>
            <a:pPr indent="0" lvl="0" marL="114300" rtl="0" algn="l">
              <a:lnSpc>
                <a:spcPct val="100000"/>
              </a:lnSpc>
              <a:spcBef>
                <a:spcPts val="360"/>
              </a:spcBef>
              <a:spcAft>
                <a:spcPts val="0"/>
              </a:spcAft>
              <a:buSzPts val="1800"/>
              <a:buNone/>
            </a:pPr>
            <a:r>
              <a:rPr lang="es-MX" sz="1100"/>
              <a:t>                    je iguales</a:t>
            </a:r>
            <a:endParaRPr/>
          </a:p>
          <a:p>
            <a:pPr indent="0" lvl="0" marL="114300" rtl="0" algn="l">
              <a:lnSpc>
                <a:spcPct val="100000"/>
              </a:lnSpc>
              <a:spcBef>
                <a:spcPts val="360"/>
              </a:spcBef>
              <a:spcAft>
                <a:spcPts val="0"/>
              </a:spcAft>
              <a:buSzPts val="1800"/>
              <a:buNone/>
            </a:pPr>
            <a:r>
              <a:rPr lang="es-MX" sz="1100"/>
              <a:t>                    jne diferentes</a:t>
            </a:r>
            <a:endParaRPr/>
          </a:p>
          <a:p>
            <a:pPr indent="0" lvl="0" marL="114300" rtl="0" algn="l">
              <a:lnSpc>
                <a:spcPct val="100000"/>
              </a:lnSpc>
              <a:spcBef>
                <a:spcPts val="360"/>
              </a:spcBef>
              <a:spcAft>
                <a:spcPts val="0"/>
              </a:spcAft>
              <a:buSzPts val="1800"/>
              <a:buNone/>
            </a:pPr>
            <a:r>
              <a:rPr lang="es-MX" sz="1100"/>
              <a:t>iguales:            mov ah, 09h</a:t>
            </a:r>
            <a:endParaRPr/>
          </a:p>
          <a:p>
            <a:pPr indent="0" lvl="0" marL="114300" rtl="0" algn="l">
              <a:lnSpc>
                <a:spcPct val="100000"/>
              </a:lnSpc>
              <a:spcBef>
                <a:spcPts val="360"/>
              </a:spcBef>
              <a:spcAft>
                <a:spcPts val="0"/>
              </a:spcAft>
              <a:buSzPts val="1800"/>
              <a:buNone/>
            </a:pPr>
            <a:r>
              <a:rPr lang="es-MX" sz="1100"/>
              <a:t>                    lea dx, msg_igual</a:t>
            </a:r>
            <a:endParaRPr sz="1100"/>
          </a:p>
          <a:p>
            <a:pPr indent="0" lvl="0" marL="114300" rtl="0" algn="l">
              <a:lnSpc>
                <a:spcPct val="100000"/>
              </a:lnSpc>
              <a:spcBef>
                <a:spcPts val="360"/>
              </a:spcBef>
              <a:spcAft>
                <a:spcPts val="0"/>
              </a:spcAft>
              <a:buSzPts val="1800"/>
              <a:buNone/>
            </a:pPr>
            <a:r>
              <a:rPr lang="es-MX" sz="1100"/>
              <a:t>                    int 21h</a:t>
            </a:r>
            <a:endParaRPr/>
          </a:p>
          <a:p>
            <a:pPr indent="0" lvl="0" marL="114300" rtl="0" algn="l">
              <a:lnSpc>
                <a:spcPct val="100000"/>
              </a:lnSpc>
              <a:spcBef>
                <a:spcPts val="360"/>
              </a:spcBef>
              <a:spcAft>
                <a:spcPts val="0"/>
              </a:spcAft>
              <a:buSzPts val="1800"/>
              <a:buNone/>
            </a:pPr>
            <a:r>
              <a:rPr lang="es-MX" sz="1100"/>
              <a:t>                    jmp fin</a:t>
            </a:r>
            <a:endParaRPr/>
          </a:p>
          <a:p>
            <a:pPr indent="0" lvl="0" marL="114300" rtl="0" algn="l">
              <a:lnSpc>
                <a:spcPct val="100000"/>
              </a:lnSpc>
              <a:spcBef>
                <a:spcPts val="360"/>
              </a:spcBef>
              <a:spcAft>
                <a:spcPts val="0"/>
              </a:spcAft>
              <a:buSzPts val="1800"/>
              <a:buNone/>
            </a:pPr>
            <a:r>
              <a:rPr lang="es-MX" sz="1100"/>
              <a:t>diferentes:         mov ah, 09h</a:t>
            </a:r>
            <a:endParaRPr/>
          </a:p>
          <a:p>
            <a:pPr indent="0" lvl="0" marL="114300" rtl="0" algn="l">
              <a:lnSpc>
                <a:spcPct val="100000"/>
              </a:lnSpc>
              <a:spcBef>
                <a:spcPts val="360"/>
              </a:spcBef>
              <a:spcAft>
                <a:spcPts val="0"/>
              </a:spcAft>
              <a:buSzPts val="1800"/>
              <a:buNone/>
            </a:pPr>
            <a:r>
              <a:rPr lang="es-MX" sz="1100"/>
              <a:t>                    lea dx, msg_dif</a:t>
            </a:r>
            <a:endParaRPr sz="1100"/>
          </a:p>
          <a:p>
            <a:pPr indent="0" lvl="0" marL="114300" rtl="0" algn="l">
              <a:lnSpc>
                <a:spcPct val="100000"/>
              </a:lnSpc>
              <a:spcBef>
                <a:spcPts val="360"/>
              </a:spcBef>
              <a:spcAft>
                <a:spcPts val="0"/>
              </a:spcAft>
              <a:buSzPts val="1800"/>
              <a:buNone/>
            </a:pPr>
            <a:r>
              <a:rPr lang="es-MX" sz="1100"/>
              <a:t>                    int 21h</a:t>
            </a:r>
            <a:endParaRPr/>
          </a:p>
          <a:p>
            <a:pPr indent="0" lvl="0" marL="114300" rtl="0" algn="l">
              <a:lnSpc>
                <a:spcPct val="100000"/>
              </a:lnSpc>
              <a:spcBef>
                <a:spcPts val="360"/>
              </a:spcBef>
              <a:spcAft>
                <a:spcPts val="0"/>
              </a:spcAft>
              <a:buSzPts val="1800"/>
              <a:buNone/>
            </a:pPr>
            <a:r>
              <a:rPr lang="es-MX" sz="1100"/>
              <a:t>fin:                mov ah, 4ch</a:t>
            </a:r>
            <a:endParaRPr/>
          </a:p>
          <a:p>
            <a:pPr indent="0" lvl="0" marL="114300" rtl="0" algn="l">
              <a:lnSpc>
                <a:spcPct val="100000"/>
              </a:lnSpc>
              <a:spcBef>
                <a:spcPts val="360"/>
              </a:spcBef>
              <a:spcAft>
                <a:spcPts val="0"/>
              </a:spcAft>
              <a:buSzPts val="1800"/>
              <a:buNone/>
            </a:pPr>
            <a:r>
              <a:rPr lang="es-MX" sz="1100"/>
              <a:t>                    int 21h</a:t>
            </a:r>
            <a:endParaRPr/>
          </a:p>
        </p:txBody>
      </p:sp>
      <p:sp>
        <p:nvSpPr>
          <p:cNvPr id="1670" name="Google Shape;1670;p2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4" name="Shape 1674"/>
        <p:cNvGrpSpPr/>
        <p:nvPr/>
      </p:nvGrpSpPr>
      <p:grpSpPr>
        <a:xfrm>
          <a:off x="0" y="0"/>
          <a:ext cx="0" cy="0"/>
          <a:chOff x="0" y="0"/>
          <a:chExt cx="0" cy="0"/>
        </a:xfrm>
      </p:grpSpPr>
      <p:sp>
        <p:nvSpPr>
          <p:cNvPr id="1675" name="Google Shape;1675;p212"/>
          <p:cNvSpPr txBox="1"/>
          <p:nvPr>
            <p:ph type="title"/>
          </p:nvPr>
        </p:nvSpPr>
        <p:spPr>
          <a:xfrm>
            <a:off x="457200" y="274638"/>
            <a:ext cx="8229600" cy="54357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s-MX" sz="2000"/>
              <a:t>Ejemplo LODSB: Carga cada carácter en AL y lo muestra</a:t>
            </a:r>
            <a:endParaRPr/>
          </a:p>
        </p:txBody>
      </p:sp>
      <p:sp>
        <p:nvSpPr>
          <p:cNvPr id="1676" name="Google Shape;1676;p212"/>
          <p:cNvSpPr txBox="1"/>
          <p:nvPr>
            <p:ph idx="1" type="body"/>
          </p:nvPr>
        </p:nvSpPr>
        <p:spPr>
          <a:xfrm>
            <a:off x="457200" y="1461247"/>
            <a:ext cx="8229600" cy="5011271"/>
          </a:xfrm>
          <a:prstGeom prst="rect">
            <a:avLst/>
          </a:prstGeom>
          <a:noFill/>
          <a:ln>
            <a:noFill/>
          </a:ln>
        </p:spPr>
        <p:txBody>
          <a:bodyPr anchorCtr="0" anchor="t" bIns="45700" lIns="91425" spcFirstLastPara="1" rIns="91425" wrap="square" tIns="45700">
            <a:noAutofit/>
          </a:bodyPr>
          <a:lstStyle/>
          <a:p>
            <a:pPr indent="0" lvl="0" marL="114300" rtl="0" algn="l">
              <a:lnSpc>
                <a:spcPct val="100000"/>
              </a:lnSpc>
              <a:spcBef>
                <a:spcPts val="360"/>
              </a:spcBef>
              <a:spcAft>
                <a:spcPts val="0"/>
              </a:spcAft>
              <a:buSzPts val="1800"/>
              <a:buNone/>
            </a:pPr>
            <a:r>
              <a:rPr lang="es-MX" sz="1100"/>
              <a:t>.model small</a:t>
            </a:r>
            <a:endParaRPr sz="1100"/>
          </a:p>
          <a:p>
            <a:pPr indent="0" lvl="0" marL="114300" rtl="0" algn="l">
              <a:lnSpc>
                <a:spcPct val="100000"/>
              </a:lnSpc>
              <a:spcBef>
                <a:spcPts val="360"/>
              </a:spcBef>
              <a:spcAft>
                <a:spcPts val="0"/>
              </a:spcAft>
              <a:buSzPts val="1800"/>
              <a:buNone/>
            </a:pPr>
            <a:r>
              <a:rPr lang="es-MX" sz="1100"/>
              <a:t>        .stack 100h</a:t>
            </a:r>
            <a:endParaRPr/>
          </a:p>
          <a:p>
            <a:pPr indent="0" lvl="0" marL="114300" rtl="0" algn="l">
              <a:lnSpc>
                <a:spcPct val="100000"/>
              </a:lnSpc>
              <a:spcBef>
                <a:spcPts val="360"/>
              </a:spcBef>
              <a:spcAft>
                <a:spcPts val="0"/>
              </a:spcAft>
              <a:buSzPts val="1800"/>
              <a:buNone/>
            </a:pPr>
            <a:r>
              <a:rPr lang="es-MX" sz="1100"/>
              <a:t>        .data</a:t>
            </a:r>
            <a:endParaRPr/>
          </a:p>
          <a:p>
            <a:pPr indent="0" lvl="0" marL="114300" rtl="0" algn="l">
              <a:lnSpc>
                <a:spcPct val="100000"/>
              </a:lnSpc>
              <a:spcBef>
                <a:spcPts val="360"/>
              </a:spcBef>
              <a:spcAft>
                <a:spcPts val="0"/>
              </a:spcAft>
              <a:buSzPts val="1800"/>
              <a:buNone/>
            </a:pPr>
            <a:r>
              <a:rPr lang="es-MX" sz="1100"/>
              <a:t>            mensaje db 'Hola$', 0</a:t>
            </a:r>
            <a:endParaRPr/>
          </a:p>
          <a:p>
            <a:pPr indent="0" lvl="0" marL="114300" rtl="0" algn="l">
              <a:lnSpc>
                <a:spcPct val="100000"/>
              </a:lnSpc>
              <a:spcBef>
                <a:spcPts val="360"/>
              </a:spcBef>
              <a:spcAft>
                <a:spcPts val="0"/>
              </a:spcAft>
              <a:buSzPts val="1800"/>
              <a:buNone/>
            </a:pPr>
            <a:r>
              <a:rPr lang="es-MX" sz="1100"/>
              <a:t>        .code</a:t>
            </a:r>
            <a:endParaRPr sz="1100"/>
          </a:p>
          <a:p>
            <a:pPr indent="0" lvl="0" marL="114300" rtl="0" algn="l">
              <a:lnSpc>
                <a:spcPct val="100000"/>
              </a:lnSpc>
              <a:spcBef>
                <a:spcPts val="360"/>
              </a:spcBef>
              <a:spcAft>
                <a:spcPts val="0"/>
              </a:spcAft>
              <a:buSzPts val="1800"/>
              <a:buNone/>
            </a:pPr>
            <a:r>
              <a:rPr lang="es-MX" sz="1100"/>
              <a:t>start:      mov ax, @data</a:t>
            </a:r>
            <a:endParaRPr/>
          </a:p>
          <a:p>
            <a:pPr indent="0" lvl="0" marL="114300" rtl="0" algn="l">
              <a:lnSpc>
                <a:spcPct val="100000"/>
              </a:lnSpc>
              <a:spcBef>
                <a:spcPts val="360"/>
              </a:spcBef>
              <a:spcAft>
                <a:spcPts val="0"/>
              </a:spcAft>
              <a:buSzPts val="1800"/>
              <a:buNone/>
            </a:pPr>
            <a:r>
              <a:rPr lang="es-MX" sz="1100"/>
              <a:t>            mov ds, ax</a:t>
            </a:r>
            <a:endParaRPr sz="1100"/>
          </a:p>
          <a:p>
            <a:pPr indent="0" lvl="0" marL="114300" rtl="0" algn="l">
              <a:lnSpc>
                <a:spcPct val="100000"/>
              </a:lnSpc>
              <a:spcBef>
                <a:spcPts val="360"/>
              </a:spcBef>
              <a:spcAft>
                <a:spcPts val="0"/>
              </a:spcAft>
              <a:buSzPts val="1800"/>
              <a:buNone/>
            </a:pPr>
            <a:r>
              <a:rPr lang="es-MX" sz="1100"/>
              <a:t>            mov si, offset mensaje</a:t>
            </a:r>
            <a:endParaRPr/>
          </a:p>
          <a:p>
            <a:pPr indent="0" lvl="0" marL="114300" rtl="0" algn="l">
              <a:lnSpc>
                <a:spcPct val="100000"/>
              </a:lnSpc>
              <a:spcBef>
                <a:spcPts val="360"/>
              </a:spcBef>
              <a:spcAft>
                <a:spcPts val="0"/>
              </a:spcAft>
              <a:buSzPts val="1800"/>
              <a:buNone/>
            </a:pPr>
            <a:r>
              <a:rPr lang="es-MX" sz="1100"/>
              <a:t>leer:       lodsb                  ; Carga byte de [DS:SI] a AL y SI++</a:t>
            </a:r>
            <a:endParaRPr/>
          </a:p>
          <a:p>
            <a:pPr indent="0" lvl="0" marL="114300" rtl="0" algn="l">
              <a:lnSpc>
                <a:spcPct val="100000"/>
              </a:lnSpc>
              <a:spcBef>
                <a:spcPts val="360"/>
              </a:spcBef>
              <a:spcAft>
                <a:spcPts val="0"/>
              </a:spcAft>
              <a:buSzPts val="1800"/>
              <a:buNone/>
            </a:pPr>
            <a:r>
              <a:rPr lang="es-MX" sz="1100"/>
              <a:t>            cmp al, '$'</a:t>
            </a:r>
            <a:endParaRPr/>
          </a:p>
          <a:p>
            <a:pPr indent="0" lvl="0" marL="114300" rtl="0" algn="l">
              <a:lnSpc>
                <a:spcPct val="100000"/>
              </a:lnSpc>
              <a:spcBef>
                <a:spcPts val="360"/>
              </a:spcBef>
              <a:spcAft>
                <a:spcPts val="0"/>
              </a:spcAft>
              <a:buSzPts val="1800"/>
              <a:buNone/>
            </a:pPr>
            <a:r>
              <a:rPr lang="es-MX" sz="1100"/>
              <a:t>            je fin</a:t>
            </a:r>
            <a:endParaRPr/>
          </a:p>
          <a:p>
            <a:pPr indent="0" lvl="0" marL="114300" rtl="0" algn="l">
              <a:lnSpc>
                <a:spcPct val="100000"/>
              </a:lnSpc>
              <a:spcBef>
                <a:spcPts val="360"/>
              </a:spcBef>
              <a:spcAft>
                <a:spcPts val="0"/>
              </a:spcAft>
              <a:buSzPts val="1800"/>
              <a:buNone/>
            </a:pPr>
            <a:r>
              <a:rPr lang="es-MX" sz="1100"/>
              <a:t>            mov dl, al</a:t>
            </a:r>
            <a:endParaRPr/>
          </a:p>
          <a:p>
            <a:pPr indent="0" lvl="0" marL="114300" rtl="0" algn="l">
              <a:lnSpc>
                <a:spcPct val="100000"/>
              </a:lnSpc>
              <a:spcBef>
                <a:spcPts val="360"/>
              </a:spcBef>
              <a:spcAft>
                <a:spcPts val="0"/>
              </a:spcAft>
              <a:buSzPts val="1800"/>
              <a:buNone/>
            </a:pPr>
            <a:r>
              <a:rPr lang="es-MX" sz="1100"/>
              <a:t>            mov ah, 02h</a:t>
            </a:r>
            <a:endParaRPr/>
          </a:p>
          <a:p>
            <a:pPr indent="0" lvl="0" marL="114300" rtl="0" algn="l">
              <a:lnSpc>
                <a:spcPct val="100000"/>
              </a:lnSpc>
              <a:spcBef>
                <a:spcPts val="360"/>
              </a:spcBef>
              <a:spcAft>
                <a:spcPts val="0"/>
              </a:spcAft>
              <a:buSzPts val="1800"/>
              <a:buNone/>
            </a:pPr>
            <a:r>
              <a:rPr lang="es-MX" sz="1100"/>
              <a:t>            int 21h</a:t>
            </a:r>
            <a:endParaRPr/>
          </a:p>
          <a:p>
            <a:pPr indent="0" lvl="0" marL="114300" rtl="0" algn="l">
              <a:lnSpc>
                <a:spcPct val="100000"/>
              </a:lnSpc>
              <a:spcBef>
                <a:spcPts val="360"/>
              </a:spcBef>
              <a:spcAft>
                <a:spcPts val="0"/>
              </a:spcAft>
              <a:buSzPts val="1800"/>
              <a:buNone/>
            </a:pPr>
            <a:r>
              <a:rPr lang="es-MX" sz="1100"/>
              <a:t>            jmp leer</a:t>
            </a:r>
            <a:endParaRPr/>
          </a:p>
          <a:p>
            <a:pPr indent="0" lvl="0" marL="114300" rtl="0" algn="l">
              <a:lnSpc>
                <a:spcPct val="100000"/>
              </a:lnSpc>
              <a:spcBef>
                <a:spcPts val="360"/>
              </a:spcBef>
              <a:spcAft>
                <a:spcPts val="0"/>
              </a:spcAft>
              <a:buSzPts val="1800"/>
              <a:buNone/>
            </a:pPr>
            <a:r>
              <a:rPr lang="es-MX" sz="1100"/>
              <a:t>fin:        mov ah, 4ch</a:t>
            </a:r>
            <a:endParaRPr/>
          </a:p>
          <a:p>
            <a:pPr indent="0" lvl="0" marL="114300" rtl="0" algn="l">
              <a:lnSpc>
                <a:spcPct val="100000"/>
              </a:lnSpc>
              <a:spcBef>
                <a:spcPts val="360"/>
              </a:spcBef>
              <a:spcAft>
                <a:spcPts val="0"/>
              </a:spcAft>
              <a:buSzPts val="1800"/>
              <a:buNone/>
            </a:pPr>
            <a:r>
              <a:rPr lang="es-MX" sz="1100"/>
              <a:t>            int 21h</a:t>
            </a:r>
            <a:endParaRPr/>
          </a:p>
        </p:txBody>
      </p:sp>
      <p:sp>
        <p:nvSpPr>
          <p:cNvPr id="1677" name="Google Shape;1677;p2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1" name="Shape 1681"/>
        <p:cNvGrpSpPr/>
        <p:nvPr/>
      </p:nvGrpSpPr>
      <p:grpSpPr>
        <a:xfrm>
          <a:off x="0" y="0"/>
          <a:ext cx="0" cy="0"/>
          <a:chOff x="0" y="0"/>
          <a:chExt cx="0" cy="0"/>
        </a:xfrm>
      </p:grpSpPr>
      <p:sp>
        <p:nvSpPr>
          <p:cNvPr id="1682" name="Google Shape;1682;p213"/>
          <p:cNvSpPr txBox="1"/>
          <p:nvPr>
            <p:ph type="title"/>
          </p:nvPr>
        </p:nvSpPr>
        <p:spPr>
          <a:xfrm>
            <a:off x="457200" y="274638"/>
            <a:ext cx="8229600" cy="54357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s-MX" sz="2000"/>
              <a:t>Ejemplo STOSB: Copia una cadena en otra dirección usando STOSB.</a:t>
            </a:r>
            <a:endParaRPr/>
          </a:p>
        </p:txBody>
      </p:sp>
      <p:sp>
        <p:nvSpPr>
          <p:cNvPr id="1683" name="Google Shape;1683;p213"/>
          <p:cNvSpPr txBox="1"/>
          <p:nvPr>
            <p:ph idx="1" type="body"/>
          </p:nvPr>
        </p:nvSpPr>
        <p:spPr>
          <a:xfrm>
            <a:off x="457200" y="1461247"/>
            <a:ext cx="8229600" cy="5011271"/>
          </a:xfrm>
          <a:prstGeom prst="rect">
            <a:avLst/>
          </a:prstGeom>
          <a:noFill/>
          <a:ln>
            <a:noFill/>
          </a:ln>
        </p:spPr>
        <p:txBody>
          <a:bodyPr anchorCtr="0" anchor="t" bIns="45700" lIns="91425" spcFirstLastPara="1" rIns="91425" wrap="square" tIns="45700">
            <a:noAutofit/>
          </a:bodyPr>
          <a:lstStyle/>
          <a:p>
            <a:pPr indent="0" lvl="0" marL="114300" rtl="0" algn="l">
              <a:lnSpc>
                <a:spcPct val="100000"/>
              </a:lnSpc>
              <a:spcBef>
                <a:spcPts val="360"/>
              </a:spcBef>
              <a:spcAft>
                <a:spcPts val="0"/>
              </a:spcAft>
              <a:buSzPts val="1800"/>
              <a:buNone/>
            </a:pPr>
            <a:r>
              <a:rPr lang="es-MX" sz="1100"/>
              <a:t>.model small</a:t>
            </a:r>
            <a:endParaRPr sz="1100"/>
          </a:p>
          <a:p>
            <a:pPr indent="0" lvl="0" marL="114300" rtl="0" algn="l">
              <a:lnSpc>
                <a:spcPct val="100000"/>
              </a:lnSpc>
              <a:spcBef>
                <a:spcPts val="360"/>
              </a:spcBef>
              <a:spcAft>
                <a:spcPts val="0"/>
              </a:spcAft>
              <a:buSzPts val="1800"/>
              <a:buNone/>
            </a:pPr>
            <a:r>
              <a:rPr lang="es-MX" sz="1100"/>
              <a:t>        .stack 100h</a:t>
            </a:r>
            <a:endParaRPr/>
          </a:p>
          <a:p>
            <a:pPr indent="0" lvl="0" marL="114300" rtl="0" algn="l">
              <a:lnSpc>
                <a:spcPct val="100000"/>
              </a:lnSpc>
              <a:spcBef>
                <a:spcPts val="360"/>
              </a:spcBef>
              <a:spcAft>
                <a:spcPts val="0"/>
              </a:spcAft>
              <a:buSzPts val="1800"/>
              <a:buNone/>
            </a:pPr>
            <a:r>
              <a:rPr lang="es-MX" sz="1100"/>
              <a:t>        .data</a:t>
            </a:r>
            <a:endParaRPr/>
          </a:p>
          <a:p>
            <a:pPr indent="0" lvl="0" marL="114300" rtl="0" algn="l">
              <a:lnSpc>
                <a:spcPct val="100000"/>
              </a:lnSpc>
              <a:spcBef>
                <a:spcPts val="360"/>
              </a:spcBef>
              <a:spcAft>
                <a:spcPts val="0"/>
              </a:spcAft>
              <a:buSzPts val="1800"/>
              <a:buNone/>
            </a:pPr>
            <a:r>
              <a:rPr lang="es-MX" sz="1100"/>
              <a:t>            origen db 'ABC$', 0</a:t>
            </a:r>
            <a:endParaRPr/>
          </a:p>
          <a:p>
            <a:pPr indent="0" lvl="0" marL="114300" rtl="0" algn="l">
              <a:lnSpc>
                <a:spcPct val="100000"/>
              </a:lnSpc>
              <a:spcBef>
                <a:spcPts val="360"/>
              </a:spcBef>
              <a:spcAft>
                <a:spcPts val="0"/>
              </a:spcAft>
              <a:buSzPts val="1800"/>
              <a:buNone/>
            </a:pPr>
            <a:r>
              <a:rPr lang="es-MX" sz="1100"/>
              <a:t>            destino db 4 dup(?)        ; espacio vacío para copia</a:t>
            </a:r>
            <a:endParaRPr/>
          </a:p>
          <a:p>
            <a:pPr indent="0" lvl="0" marL="114300" rtl="0" algn="l">
              <a:lnSpc>
                <a:spcPct val="100000"/>
              </a:lnSpc>
              <a:spcBef>
                <a:spcPts val="360"/>
              </a:spcBef>
              <a:spcAft>
                <a:spcPts val="0"/>
              </a:spcAft>
              <a:buSzPts val="1800"/>
              <a:buNone/>
            </a:pPr>
            <a:r>
              <a:rPr lang="es-MX" sz="1100"/>
              <a:t>        .code</a:t>
            </a:r>
            <a:endParaRPr sz="1100"/>
          </a:p>
          <a:p>
            <a:pPr indent="0" lvl="0" marL="114300" rtl="0" algn="l">
              <a:lnSpc>
                <a:spcPct val="100000"/>
              </a:lnSpc>
              <a:spcBef>
                <a:spcPts val="360"/>
              </a:spcBef>
              <a:spcAft>
                <a:spcPts val="0"/>
              </a:spcAft>
              <a:buSzPts val="1800"/>
              <a:buNone/>
            </a:pPr>
            <a:r>
              <a:rPr lang="es-MX" sz="1100"/>
              <a:t>start:      mov ax, @data</a:t>
            </a:r>
            <a:endParaRPr/>
          </a:p>
          <a:p>
            <a:pPr indent="0" lvl="0" marL="114300" rtl="0" algn="l">
              <a:lnSpc>
                <a:spcPct val="100000"/>
              </a:lnSpc>
              <a:spcBef>
                <a:spcPts val="360"/>
              </a:spcBef>
              <a:spcAft>
                <a:spcPts val="0"/>
              </a:spcAft>
              <a:buSzPts val="1800"/>
              <a:buNone/>
            </a:pPr>
            <a:r>
              <a:rPr lang="es-MX" sz="1100"/>
              <a:t>            mov ds, ax</a:t>
            </a:r>
            <a:endParaRPr sz="1100"/>
          </a:p>
          <a:p>
            <a:pPr indent="0" lvl="0" marL="114300" rtl="0" algn="l">
              <a:lnSpc>
                <a:spcPct val="100000"/>
              </a:lnSpc>
              <a:spcBef>
                <a:spcPts val="360"/>
              </a:spcBef>
              <a:spcAft>
                <a:spcPts val="0"/>
              </a:spcAft>
              <a:buSzPts val="1800"/>
              <a:buNone/>
            </a:pPr>
            <a:r>
              <a:rPr lang="es-MX" sz="1100"/>
              <a:t>            mov es, ax</a:t>
            </a:r>
            <a:endParaRPr sz="1100"/>
          </a:p>
          <a:p>
            <a:pPr indent="0" lvl="0" marL="114300" rtl="0" algn="l">
              <a:lnSpc>
                <a:spcPct val="100000"/>
              </a:lnSpc>
              <a:spcBef>
                <a:spcPts val="360"/>
              </a:spcBef>
              <a:spcAft>
                <a:spcPts val="0"/>
              </a:spcAft>
              <a:buSzPts val="1800"/>
              <a:buNone/>
            </a:pPr>
            <a:r>
              <a:rPr lang="es-MX" sz="1100"/>
              <a:t>            lea si, origen</a:t>
            </a:r>
            <a:endParaRPr/>
          </a:p>
          <a:p>
            <a:pPr indent="0" lvl="0" marL="114300" rtl="0" algn="l">
              <a:lnSpc>
                <a:spcPct val="100000"/>
              </a:lnSpc>
              <a:spcBef>
                <a:spcPts val="360"/>
              </a:spcBef>
              <a:spcAft>
                <a:spcPts val="0"/>
              </a:spcAft>
              <a:buSzPts val="1800"/>
              <a:buNone/>
            </a:pPr>
            <a:r>
              <a:rPr lang="es-MX" sz="1100"/>
              <a:t>            lea di, destino</a:t>
            </a:r>
            <a:endParaRPr/>
          </a:p>
          <a:p>
            <a:pPr indent="0" lvl="0" marL="114300" rtl="0" algn="l">
              <a:lnSpc>
                <a:spcPct val="100000"/>
              </a:lnSpc>
              <a:spcBef>
                <a:spcPts val="360"/>
              </a:spcBef>
              <a:spcAft>
                <a:spcPts val="0"/>
              </a:spcAft>
              <a:buSzPts val="1800"/>
              <a:buNone/>
            </a:pPr>
            <a:r>
              <a:rPr lang="es-MX" sz="1100"/>
              <a:t>            mov cx, 4</a:t>
            </a:r>
            <a:endParaRPr/>
          </a:p>
          <a:p>
            <a:pPr indent="0" lvl="0" marL="114300" rtl="0" algn="l">
              <a:lnSpc>
                <a:spcPct val="100000"/>
              </a:lnSpc>
              <a:spcBef>
                <a:spcPts val="360"/>
              </a:spcBef>
              <a:spcAft>
                <a:spcPts val="0"/>
              </a:spcAft>
              <a:buSzPts val="1800"/>
              <a:buNone/>
            </a:pPr>
            <a:r>
              <a:rPr lang="es-MX" sz="1100"/>
              <a:t>copiar:     lodsb               ; transfiere un elemento de una cadena (fuente) a AL o AX, respectivamente.</a:t>
            </a:r>
            <a:endParaRPr/>
          </a:p>
          <a:p>
            <a:pPr indent="0" lvl="0" marL="114300" rtl="0" algn="l">
              <a:lnSpc>
                <a:spcPct val="100000"/>
              </a:lnSpc>
              <a:spcBef>
                <a:spcPts val="360"/>
              </a:spcBef>
              <a:spcAft>
                <a:spcPts val="0"/>
              </a:spcAft>
              <a:buSzPts val="1800"/>
              <a:buNone/>
            </a:pPr>
            <a:r>
              <a:rPr lang="es-MX" sz="1100"/>
              <a:t>            stosb               ; transfiere el contenido de AL o AX, respectivamente, a una cadena (destino). </a:t>
            </a:r>
            <a:endParaRPr/>
          </a:p>
          <a:p>
            <a:pPr indent="0" lvl="0" marL="114300" rtl="0" algn="l">
              <a:lnSpc>
                <a:spcPct val="100000"/>
              </a:lnSpc>
              <a:spcBef>
                <a:spcPts val="360"/>
              </a:spcBef>
              <a:spcAft>
                <a:spcPts val="0"/>
              </a:spcAft>
              <a:buSzPts val="1800"/>
              <a:buNone/>
            </a:pPr>
            <a:r>
              <a:rPr lang="es-MX" sz="1100"/>
              <a:t>            loop copiar</a:t>
            </a:r>
            <a:endParaRPr/>
          </a:p>
          <a:p>
            <a:pPr indent="0" lvl="0" marL="114300" rtl="0" algn="l">
              <a:lnSpc>
                <a:spcPct val="100000"/>
              </a:lnSpc>
              <a:spcBef>
                <a:spcPts val="360"/>
              </a:spcBef>
              <a:spcAft>
                <a:spcPts val="0"/>
              </a:spcAft>
              <a:buSzPts val="1800"/>
              <a:buNone/>
            </a:pPr>
            <a:r>
              <a:rPr lang="es-MX" sz="1100"/>
              <a:t>            lea dx, destino</a:t>
            </a:r>
            <a:endParaRPr/>
          </a:p>
          <a:p>
            <a:pPr indent="0" lvl="0" marL="114300" rtl="0" algn="l">
              <a:lnSpc>
                <a:spcPct val="100000"/>
              </a:lnSpc>
              <a:spcBef>
                <a:spcPts val="360"/>
              </a:spcBef>
              <a:spcAft>
                <a:spcPts val="0"/>
              </a:spcAft>
              <a:buSzPts val="1800"/>
              <a:buNone/>
            </a:pPr>
            <a:r>
              <a:rPr lang="es-MX" sz="1100"/>
              <a:t>            mov ah, 09h</a:t>
            </a:r>
            <a:endParaRPr/>
          </a:p>
          <a:p>
            <a:pPr indent="0" lvl="0" marL="114300" rtl="0" algn="l">
              <a:lnSpc>
                <a:spcPct val="100000"/>
              </a:lnSpc>
              <a:spcBef>
                <a:spcPts val="360"/>
              </a:spcBef>
              <a:spcAft>
                <a:spcPts val="0"/>
              </a:spcAft>
              <a:buSzPts val="1800"/>
              <a:buNone/>
            </a:pPr>
            <a:r>
              <a:rPr lang="es-MX" sz="1100"/>
              <a:t>            int 21h</a:t>
            </a:r>
            <a:endParaRPr/>
          </a:p>
          <a:p>
            <a:pPr indent="0" lvl="0" marL="114300" rtl="0" algn="l">
              <a:lnSpc>
                <a:spcPct val="100000"/>
              </a:lnSpc>
              <a:spcBef>
                <a:spcPts val="360"/>
              </a:spcBef>
              <a:spcAft>
                <a:spcPts val="0"/>
              </a:spcAft>
              <a:buSzPts val="1800"/>
              <a:buNone/>
            </a:pPr>
            <a:r>
              <a:rPr lang="es-MX" sz="1100"/>
              <a:t>            mov ah, 4ch</a:t>
            </a:r>
            <a:endParaRPr/>
          </a:p>
          <a:p>
            <a:pPr indent="0" lvl="0" marL="114300" rtl="0" algn="l">
              <a:lnSpc>
                <a:spcPct val="100000"/>
              </a:lnSpc>
              <a:spcBef>
                <a:spcPts val="360"/>
              </a:spcBef>
              <a:spcAft>
                <a:spcPts val="0"/>
              </a:spcAft>
              <a:buSzPts val="1800"/>
              <a:buNone/>
            </a:pPr>
            <a:r>
              <a:rPr lang="es-MX" sz="1100"/>
              <a:t>            int 21h</a:t>
            </a:r>
            <a:endParaRPr/>
          </a:p>
        </p:txBody>
      </p:sp>
      <p:sp>
        <p:nvSpPr>
          <p:cNvPr id="1684" name="Google Shape;1684;p2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8" name="Shape 1688"/>
        <p:cNvGrpSpPr/>
        <p:nvPr/>
      </p:nvGrpSpPr>
      <p:grpSpPr>
        <a:xfrm>
          <a:off x="0" y="0"/>
          <a:ext cx="0" cy="0"/>
          <a:chOff x="0" y="0"/>
          <a:chExt cx="0" cy="0"/>
        </a:xfrm>
      </p:grpSpPr>
      <p:sp>
        <p:nvSpPr>
          <p:cNvPr id="1689" name="Google Shape;1689;p214"/>
          <p:cNvSpPr txBox="1"/>
          <p:nvPr>
            <p:ph idx="1" type="body"/>
          </p:nvPr>
        </p:nvSpPr>
        <p:spPr>
          <a:xfrm>
            <a:off x="457200" y="260648"/>
            <a:ext cx="8229600" cy="612068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        jmp inicio</a:t>
            </a:r>
            <a:endParaRPr/>
          </a:p>
          <a:p>
            <a:pPr indent="0" lvl="0" marL="0" rtl="0" algn="l">
              <a:lnSpc>
                <a:spcPct val="100000"/>
              </a:lnSpc>
              <a:spcBef>
                <a:spcPts val="352"/>
              </a:spcBef>
              <a:spcAft>
                <a:spcPts val="0"/>
              </a:spcAft>
              <a:buClr>
                <a:schemeClr val="dk1"/>
              </a:buClr>
              <a:buSzPct val="100000"/>
              <a:buNone/>
            </a:pPr>
            <a:r>
              <a:rPr lang="es-MX"/>
              <a:t>        men_si db 'Si tiene &lt;&lt;a&gt;&gt;','$'</a:t>
            </a:r>
            <a:endParaRPr/>
          </a:p>
          <a:p>
            <a:pPr indent="0" lvl="0" marL="0" rtl="0" algn="l">
              <a:lnSpc>
                <a:spcPct val="100000"/>
              </a:lnSpc>
              <a:spcBef>
                <a:spcPts val="352"/>
              </a:spcBef>
              <a:spcAft>
                <a:spcPts val="0"/>
              </a:spcAft>
              <a:buClr>
                <a:schemeClr val="dk1"/>
              </a:buClr>
              <a:buSzPct val="100000"/>
              <a:buNone/>
            </a:pPr>
            <a:r>
              <a:rPr lang="es-MX"/>
              <a:t>        men_no db 'No tiene &lt;&lt;a&gt;&gt;','$' </a:t>
            </a:r>
            <a:endParaRPr/>
          </a:p>
          <a:p>
            <a:pPr indent="0" lvl="0" marL="0" rtl="0" algn="l">
              <a:lnSpc>
                <a:spcPct val="100000"/>
              </a:lnSpc>
              <a:spcBef>
                <a:spcPts val="352"/>
              </a:spcBef>
              <a:spcAft>
                <a:spcPts val="0"/>
              </a:spcAft>
              <a:buClr>
                <a:schemeClr val="dk1"/>
              </a:buClr>
              <a:buSzPct val="100000"/>
              <a:buNone/>
            </a:pPr>
            <a:r>
              <a:rPr lang="es-MX"/>
              <a:t>        minombre db  'Jose Juan Meza Espinosa','$'</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inicio: lea di,minombre</a:t>
            </a:r>
            <a:endParaRPr/>
          </a:p>
          <a:p>
            <a:pPr indent="0" lvl="0" marL="0" rtl="0" algn="l">
              <a:lnSpc>
                <a:spcPct val="100000"/>
              </a:lnSpc>
              <a:spcBef>
                <a:spcPts val="352"/>
              </a:spcBef>
              <a:spcAft>
                <a:spcPts val="0"/>
              </a:spcAft>
              <a:buClr>
                <a:schemeClr val="dk1"/>
              </a:buClr>
              <a:buSzPct val="100000"/>
              <a:buNone/>
            </a:pPr>
            <a:r>
              <a:rPr lang="es-MX"/>
              <a:t>        mov ax,'a' </a:t>
            </a:r>
            <a:endParaRPr/>
          </a:p>
          <a:p>
            <a:pPr indent="0" lvl="0" marL="0" rtl="0" algn="l">
              <a:lnSpc>
                <a:spcPct val="100000"/>
              </a:lnSpc>
              <a:spcBef>
                <a:spcPts val="352"/>
              </a:spcBef>
              <a:spcAft>
                <a:spcPts val="0"/>
              </a:spcAft>
              <a:buClr>
                <a:schemeClr val="dk1"/>
              </a:buClr>
              <a:buSzPct val="100000"/>
              <a:buNone/>
            </a:pPr>
            <a:r>
              <a:rPr lang="es-MX"/>
              <a:t>        mov cx,20</a:t>
            </a:r>
            <a:endParaRPr/>
          </a:p>
          <a:p>
            <a:pPr indent="0" lvl="0" marL="0" rtl="0" algn="l">
              <a:lnSpc>
                <a:spcPct val="100000"/>
              </a:lnSpc>
              <a:spcBef>
                <a:spcPts val="352"/>
              </a:spcBef>
              <a:spcAft>
                <a:spcPts val="0"/>
              </a:spcAft>
              <a:buClr>
                <a:schemeClr val="dk1"/>
              </a:buClr>
              <a:buSzPct val="100000"/>
              <a:buNone/>
            </a:pPr>
            <a:r>
              <a:rPr lang="es-MX"/>
              <a:t>        repne scasb</a:t>
            </a:r>
            <a:endParaRPr/>
          </a:p>
          <a:p>
            <a:pPr indent="0" lvl="0" marL="0" rtl="0" algn="l">
              <a:lnSpc>
                <a:spcPct val="100000"/>
              </a:lnSpc>
              <a:spcBef>
                <a:spcPts val="352"/>
              </a:spcBef>
              <a:spcAft>
                <a:spcPts val="0"/>
              </a:spcAft>
              <a:buClr>
                <a:schemeClr val="dk1"/>
              </a:buClr>
              <a:buSzPct val="100000"/>
              <a:buNone/>
            </a:pPr>
            <a:r>
              <a:rPr lang="es-MX"/>
              <a:t>        je sihay</a:t>
            </a:r>
            <a:endParaRPr/>
          </a:p>
          <a:p>
            <a:pPr indent="0" lvl="0" marL="0" rtl="0" algn="l">
              <a:lnSpc>
                <a:spcPct val="100000"/>
              </a:lnSpc>
              <a:spcBef>
                <a:spcPts val="352"/>
              </a:spcBef>
              <a:spcAft>
                <a:spcPts val="0"/>
              </a:spcAft>
              <a:buClr>
                <a:schemeClr val="dk1"/>
              </a:buClr>
              <a:buSzPct val="100000"/>
              <a:buNone/>
            </a:pPr>
            <a:r>
              <a:rPr lang="es-MX"/>
              <a:t>        mov ah,9</a:t>
            </a:r>
            <a:endParaRPr/>
          </a:p>
          <a:p>
            <a:pPr indent="0" lvl="0" marL="0" rtl="0" algn="l">
              <a:lnSpc>
                <a:spcPct val="100000"/>
              </a:lnSpc>
              <a:spcBef>
                <a:spcPts val="352"/>
              </a:spcBef>
              <a:spcAft>
                <a:spcPts val="0"/>
              </a:spcAft>
              <a:buClr>
                <a:schemeClr val="dk1"/>
              </a:buClr>
              <a:buSzPct val="100000"/>
              <a:buNone/>
            </a:pPr>
            <a:r>
              <a:rPr lang="es-MX"/>
              <a:t>        lea dx,men_no  </a:t>
            </a:r>
            <a:endParaRPr/>
          </a:p>
          <a:p>
            <a:pPr indent="0" lvl="0" marL="0" rtl="0" algn="l">
              <a:lnSpc>
                <a:spcPct val="100000"/>
              </a:lnSpc>
              <a:spcBef>
                <a:spcPts val="352"/>
              </a:spcBef>
              <a:spcAft>
                <a:spcPts val="0"/>
              </a:spcAft>
              <a:buClr>
                <a:schemeClr val="dk1"/>
              </a:buClr>
              <a:buSzPct val="100000"/>
              <a:buNone/>
            </a:pPr>
            <a:r>
              <a:rPr lang="es-MX"/>
              <a:t>        int 21h</a:t>
            </a:r>
            <a:endParaRPr/>
          </a:p>
          <a:p>
            <a:pPr indent="0" lvl="0" marL="0" rtl="0" algn="l">
              <a:lnSpc>
                <a:spcPct val="100000"/>
              </a:lnSpc>
              <a:spcBef>
                <a:spcPts val="352"/>
              </a:spcBef>
              <a:spcAft>
                <a:spcPts val="0"/>
              </a:spcAft>
              <a:buClr>
                <a:schemeClr val="dk1"/>
              </a:buClr>
              <a:buSzPct val="100000"/>
              <a:buNone/>
            </a:pPr>
            <a:r>
              <a:rPr lang="es-MX"/>
              <a:t>        jmp salir </a:t>
            </a:r>
            <a:endParaRPr/>
          </a:p>
          <a:p>
            <a:pPr indent="0" lvl="0" marL="0" rtl="0" algn="l">
              <a:lnSpc>
                <a:spcPct val="100000"/>
              </a:lnSpc>
              <a:spcBef>
                <a:spcPts val="352"/>
              </a:spcBef>
              <a:spcAft>
                <a:spcPts val="0"/>
              </a:spcAft>
              <a:buClr>
                <a:schemeClr val="dk1"/>
              </a:buClr>
              <a:buSzPct val="100000"/>
              <a:buNone/>
            </a:pPr>
            <a:r>
              <a:rPr lang="es-MX"/>
              <a:t>sihay:  mov ah,9</a:t>
            </a:r>
            <a:endParaRPr/>
          </a:p>
          <a:p>
            <a:pPr indent="0" lvl="0" marL="0" rtl="0" algn="l">
              <a:lnSpc>
                <a:spcPct val="100000"/>
              </a:lnSpc>
              <a:spcBef>
                <a:spcPts val="352"/>
              </a:spcBef>
              <a:spcAft>
                <a:spcPts val="0"/>
              </a:spcAft>
              <a:buClr>
                <a:schemeClr val="dk1"/>
              </a:buClr>
              <a:buSzPct val="100000"/>
              <a:buNone/>
            </a:pPr>
            <a:r>
              <a:rPr lang="es-MX"/>
              <a:t>        lea dx,men_si</a:t>
            </a:r>
            <a:endParaRPr/>
          </a:p>
          <a:p>
            <a:pPr indent="0" lvl="0" marL="0" rtl="0" algn="l">
              <a:lnSpc>
                <a:spcPct val="100000"/>
              </a:lnSpc>
              <a:spcBef>
                <a:spcPts val="352"/>
              </a:spcBef>
              <a:spcAft>
                <a:spcPts val="0"/>
              </a:spcAft>
              <a:buClr>
                <a:schemeClr val="dk1"/>
              </a:buClr>
              <a:buSzPct val="100000"/>
              <a:buNone/>
            </a:pPr>
            <a:r>
              <a:rPr lang="es-MX"/>
              <a:t>        int 21h</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salir:  mov ax,4c00h</a:t>
            </a:r>
            <a:endParaRPr/>
          </a:p>
          <a:p>
            <a:pPr indent="0" lvl="0" marL="0" rtl="0" algn="l">
              <a:lnSpc>
                <a:spcPct val="100000"/>
              </a:lnSpc>
              <a:spcBef>
                <a:spcPts val="352"/>
              </a:spcBef>
              <a:spcAft>
                <a:spcPts val="0"/>
              </a:spcAft>
              <a:buClr>
                <a:schemeClr val="dk1"/>
              </a:buClr>
              <a:buSzPct val="100000"/>
              <a:buNone/>
            </a:pPr>
            <a:r>
              <a:rPr lang="es-MX"/>
              <a:t>        int 21h</a:t>
            </a:r>
            <a:endParaRPr/>
          </a:p>
          <a:p>
            <a:pPr indent="0" lvl="0" marL="0" rtl="0" algn="l">
              <a:lnSpc>
                <a:spcPct val="100000"/>
              </a:lnSpc>
              <a:spcBef>
                <a:spcPts val="352"/>
              </a:spcBef>
              <a:spcAft>
                <a:spcPts val="0"/>
              </a:spcAft>
              <a:buClr>
                <a:schemeClr val="dk1"/>
              </a:buClr>
              <a:buSzPct val="100000"/>
              <a:buNone/>
            </a:pPr>
            <a:r>
              <a:rPr lang="es-MX"/>
              <a:t>        ret</a:t>
            </a:r>
            <a:endParaRPr/>
          </a:p>
        </p:txBody>
      </p:sp>
      <p:sp>
        <p:nvSpPr>
          <p:cNvPr id="1690" name="Google Shape;1690;p2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691" name="Google Shape;1691;p2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6" name="Shape 1696"/>
        <p:cNvGrpSpPr/>
        <p:nvPr/>
      </p:nvGrpSpPr>
      <p:grpSpPr>
        <a:xfrm>
          <a:off x="0" y="0"/>
          <a:ext cx="0" cy="0"/>
          <a:chOff x="0" y="0"/>
          <a:chExt cx="0" cy="0"/>
        </a:xfrm>
      </p:grpSpPr>
      <p:sp>
        <p:nvSpPr>
          <p:cNvPr id="1697" name="Google Shape;1697;p215"/>
          <p:cNvSpPr txBox="1"/>
          <p:nvPr/>
        </p:nvSpPr>
        <p:spPr>
          <a:xfrm>
            <a:off x="0" y="0"/>
            <a:ext cx="6300788"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DE MANIPULACION DE CADENAS </a:t>
            </a:r>
            <a:endParaRPr b="0" i="0" sz="1400" u="none" cap="none" strike="noStrike">
              <a:solidFill>
                <a:srgbClr val="000000"/>
              </a:solidFill>
              <a:latin typeface="Arial"/>
              <a:ea typeface="Arial"/>
              <a:cs typeface="Arial"/>
              <a:sym typeface="Arial"/>
            </a:endParaRPr>
          </a:p>
        </p:txBody>
      </p:sp>
      <p:sp>
        <p:nvSpPr>
          <p:cNvPr id="1698" name="Google Shape;1698;p215"/>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1699" name="Google Shape;1699;p215"/>
          <p:cNvSpPr/>
          <p:nvPr/>
        </p:nvSpPr>
        <p:spPr>
          <a:xfrm>
            <a:off x="179388" y="620713"/>
            <a:ext cx="8569325" cy="5035550"/>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REP/REPE/REPZ/REPNE/REPNZ (repetir)</a:t>
            </a:r>
            <a:br>
              <a:rPr b="0" i="0" lang="es-MX" sz="1800" u="none" cap="none" strike="noStrike">
                <a:solidFill>
                  <a:srgbClr val="FF0000"/>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REP                       repetir operación   de cadena</a:t>
            </a: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REPE/REPZ          repetir operación   de cadena si igual/si cero</a:t>
            </a: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REPNE/REPNZ     repetir operación   de cadena si no igual (si no 0)</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Estas instrucciones se pueden colocar como prefijo de otra instrucción de manejo de cadenas, con objeto de que la misma se repita un numero determinado de veces incondicionalmente o hasta que se verifique alguna condici󮮠El numero de veces se indica en CX. Por sentido como se deben utilizarse las siguientes combinaciones:</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Prefijo                Función                                                   Instrucciones</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REP                   Repetir CX veces                                    MOVS, STOS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REPE/REPZ      Repetir CX veces mientras ZF=1            CMPS, SCAS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REPNE/REPNZ Repetir CX veces mientras ZF=0            CMPS, SCAS </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p:txBody>
      </p:sp>
      <p:sp>
        <p:nvSpPr>
          <p:cNvPr id="1700" name="Google Shape;1700;p2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701" name="Google Shape;1701;p2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5" name="Shape 1705"/>
        <p:cNvGrpSpPr/>
        <p:nvPr/>
      </p:nvGrpSpPr>
      <p:grpSpPr>
        <a:xfrm>
          <a:off x="0" y="0"/>
          <a:ext cx="0" cy="0"/>
          <a:chOff x="0" y="0"/>
          <a:chExt cx="0" cy="0"/>
        </a:xfrm>
      </p:grpSpPr>
      <p:sp>
        <p:nvSpPr>
          <p:cNvPr id="1706" name="Google Shape;1706;p2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707" name="Google Shape;1707;p2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1700"/>
              <a:buChar char="•"/>
            </a:pPr>
            <a:r>
              <a:rPr lang="es-MX" sz="1700"/>
              <a:t>REP este modificador repite la instrucción a la que acompaña mientras que CX sea distinto de 0 (decrementa CX cada vez). Las instrucciones con las que se puede usar son MOVS, MOVDSW o STOS.</a:t>
            </a:r>
            <a:endParaRPr/>
          </a:p>
          <a:p>
            <a:pPr indent="0" lvl="2" marL="800100" rtl="0" algn="just">
              <a:lnSpc>
                <a:spcPct val="100000"/>
              </a:lnSpc>
              <a:spcBef>
                <a:spcPts val="340"/>
              </a:spcBef>
              <a:spcAft>
                <a:spcPts val="0"/>
              </a:spcAft>
              <a:buClr>
                <a:schemeClr val="dk1"/>
              </a:buClr>
              <a:buSzPts val="1700"/>
              <a:buNone/>
            </a:pPr>
            <a:r>
              <a:rPr lang="es-MX" sz="1700"/>
              <a:t>MOVS destino, fuente</a:t>
            </a:r>
            <a:endParaRPr/>
          </a:p>
          <a:p>
            <a:pPr indent="0" lvl="2" marL="800100" rtl="0" algn="just">
              <a:lnSpc>
                <a:spcPct val="100000"/>
              </a:lnSpc>
              <a:spcBef>
                <a:spcPts val="340"/>
              </a:spcBef>
              <a:spcAft>
                <a:spcPts val="0"/>
              </a:spcAft>
              <a:buClr>
                <a:schemeClr val="dk1"/>
              </a:buClr>
              <a:buSzPts val="1700"/>
              <a:buNone/>
            </a:pPr>
            <a:r>
              <a:rPr lang="es-MX" sz="1700"/>
              <a:t> REP MOVS destino, fuente </a:t>
            </a:r>
            <a:endParaRPr/>
          </a:p>
          <a:p>
            <a:pPr indent="0" lvl="2" marL="800100" rtl="0" algn="just">
              <a:lnSpc>
                <a:spcPct val="100000"/>
              </a:lnSpc>
              <a:spcBef>
                <a:spcPts val="340"/>
              </a:spcBef>
              <a:spcAft>
                <a:spcPts val="0"/>
              </a:spcAft>
              <a:buClr>
                <a:schemeClr val="dk1"/>
              </a:buClr>
              <a:buSzPts val="1700"/>
              <a:buNone/>
            </a:pPr>
            <a:r>
              <a:t/>
            </a:r>
            <a:endParaRPr sz="1700"/>
          </a:p>
          <a:p>
            <a:pPr indent="-342900" lvl="0" marL="342900" rtl="0" algn="just">
              <a:lnSpc>
                <a:spcPct val="100000"/>
              </a:lnSpc>
              <a:spcBef>
                <a:spcPts val="340"/>
              </a:spcBef>
              <a:spcAft>
                <a:spcPts val="0"/>
              </a:spcAft>
              <a:buClr>
                <a:schemeClr val="dk1"/>
              </a:buClr>
              <a:buSzPts val="1700"/>
              <a:buChar char="•"/>
            </a:pPr>
            <a:r>
              <a:rPr lang="es-MX" sz="1700"/>
              <a:t>REPE/REPZ este modificador repite la instrucción a la que acompaña mientras que CX sea distinto de 0 y ZF = 1 (decrementa CX cada vez). Las instrucciones con las que se puede usar son CMPS o SCAS.</a:t>
            </a:r>
            <a:endParaRPr/>
          </a:p>
          <a:p>
            <a:pPr indent="0" lvl="1" marL="400050" rtl="0" algn="just">
              <a:lnSpc>
                <a:spcPct val="100000"/>
              </a:lnSpc>
              <a:spcBef>
                <a:spcPts val="340"/>
              </a:spcBef>
              <a:spcAft>
                <a:spcPts val="0"/>
              </a:spcAft>
              <a:buClr>
                <a:schemeClr val="dk1"/>
              </a:buClr>
              <a:buSzPts val="1700"/>
              <a:buNone/>
            </a:pPr>
            <a:r>
              <a:rPr lang="es-MX" sz="1700"/>
              <a:t> CMPS destino, fuente </a:t>
            </a:r>
            <a:endParaRPr/>
          </a:p>
          <a:p>
            <a:pPr indent="0" lvl="1" marL="400050" rtl="0" algn="just">
              <a:lnSpc>
                <a:spcPct val="100000"/>
              </a:lnSpc>
              <a:spcBef>
                <a:spcPts val="340"/>
              </a:spcBef>
              <a:spcAft>
                <a:spcPts val="0"/>
              </a:spcAft>
              <a:buClr>
                <a:schemeClr val="dk1"/>
              </a:buClr>
              <a:buSzPts val="1700"/>
              <a:buNone/>
            </a:pPr>
            <a:r>
              <a:rPr lang="es-MX" sz="1700"/>
              <a:t> REPE/REPZ CMPS destino, fuente</a:t>
            </a:r>
            <a:endParaRPr/>
          </a:p>
          <a:p>
            <a:pPr indent="0" lvl="1" marL="400050" rtl="0" algn="just">
              <a:lnSpc>
                <a:spcPct val="100000"/>
              </a:lnSpc>
              <a:spcBef>
                <a:spcPts val="340"/>
              </a:spcBef>
              <a:spcAft>
                <a:spcPts val="0"/>
              </a:spcAft>
              <a:buClr>
                <a:schemeClr val="dk1"/>
              </a:buClr>
              <a:buSzPts val="1700"/>
              <a:buNone/>
            </a:pPr>
            <a:r>
              <a:t/>
            </a:r>
            <a:endParaRPr sz="1700"/>
          </a:p>
          <a:p>
            <a:pPr indent="-342900" lvl="0" marL="342900" rtl="0" algn="just">
              <a:lnSpc>
                <a:spcPct val="100000"/>
              </a:lnSpc>
              <a:spcBef>
                <a:spcPts val="340"/>
              </a:spcBef>
              <a:spcAft>
                <a:spcPts val="0"/>
              </a:spcAft>
              <a:buClr>
                <a:schemeClr val="dk1"/>
              </a:buClr>
              <a:buSzPts val="1700"/>
              <a:buChar char="•"/>
            </a:pPr>
            <a:r>
              <a:rPr lang="es-MX" sz="1700"/>
              <a:t>REPNE/REPNZ este modificador repite la instrucción a la que acompaña si CX es distinto de 0 y ZF = 0 (decrementa CX cada vez). Las instrucciones con las que se puede usar son CMPS o SCAS. </a:t>
            </a:r>
            <a:endParaRPr/>
          </a:p>
          <a:p>
            <a:pPr indent="0" lvl="1" marL="400050" rtl="0" algn="just">
              <a:lnSpc>
                <a:spcPct val="100000"/>
              </a:lnSpc>
              <a:spcBef>
                <a:spcPts val="340"/>
              </a:spcBef>
              <a:spcAft>
                <a:spcPts val="0"/>
              </a:spcAft>
              <a:buClr>
                <a:schemeClr val="dk1"/>
              </a:buClr>
              <a:buSzPts val="1700"/>
              <a:buNone/>
            </a:pPr>
            <a:r>
              <a:rPr lang="es-MX" sz="1700"/>
              <a:t>REPNE/REPN CMPS destino, fuente</a:t>
            </a:r>
            <a:endParaRPr/>
          </a:p>
        </p:txBody>
      </p:sp>
      <p:sp>
        <p:nvSpPr>
          <p:cNvPr id="1708" name="Google Shape;1708;p2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709" name="Google Shape;1709;p2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3" name="Shape 1713"/>
        <p:cNvGrpSpPr/>
        <p:nvPr/>
      </p:nvGrpSpPr>
      <p:grpSpPr>
        <a:xfrm>
          <a:off x="0" y="0"/>
          <a:ext cx="0" cy="0"/>
          <a:chOff x="0" y="0"/>
          <a:chExt cx="0" cy="0"/>
        </a:xfrm>
      </p:grpSpPr>
      <p:sp>
        <p:nvSpPr>
          <p:cNvPr id="1714" name="Google Shape;1714;p2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715" name="Google Shape;1715;p2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00000"/>
              </a:lnSpc>
              <a:spcBef>
                <a:spcPts val="0"/>
              </a:spcBef>
              <a:spcAft>
                <a:spcPts val="0"/>
              </a:spcAft>
              <a:buClr>
                <a:schemeClr val="dk1"/>
              </a:buClr>
              <a:buSzPct val="100000"/>
              <a:buChar char="•"/>
            </a:pPr>
            <a:r>
              <a:rPr lang="es-MX"/>
              <a:t>MOVS/MOVSW copia un byte o un WORD de una parte a otra de la memoria. </a:t>
            </a:r>
            <a:endParaRPr/>
          </a:p>
          <a:p>
            <a:pPr indent="0" lvl="1" marL="457200" rtl="0" algn="l">
              <a:lnSpc>
                <a:spcPct val="100000"/>
              </a:lnSpc>
              <a:spcBef>
                <a:spcPts val="518"/>
              </a:spcBef>
              <a:spcAft>
                <a:spcPts val="0"/>
              </a:spcAft>
              <a:buClr>
                <a:schemeClr val="dk1"/>
              </a:buClr>
              <a:buSzPct val="100000"/>
              <a:buNone/>
            </a:pPr>
            <a:r>
              <a:rPr lang="es-MX"/>
              <a:t>MOVS destino, fuente </a:t>
            </a:r>
            <a:endParaRPr/>
          </a:p>
          <a:p>
            <a:pPr indent="0" lvl="0" marL="0" rtl="0" algn="just">
              <a:lnSpc>
                <a:spcPct val="100000"/>
              </a:lnSpc>
              <a:spcBef>
                <a:spcPts val="592"/>
              </a:spcBef>
              <a:spcAft>
                <a:spcPts val="0"/>
              </a:spcAft>
              <a:buClr>
                <a:schemeClr val="dk1"/>
              </a:buClr>
              <a:buSzPct val="100000"/>
              <a:buNone/>
            </a:pPr>
            <a:r>
              <a:rPr lang="es-MX"/>
              <a:t>donde destino es ES:DI y fuente es DS:SI, lo que quiere decir que antes de utilizar la instrucción hay que cargar en SI y DI los valores apropiados. </a:t>
            </a:r>
            <a:endParaRPr/>
          </a:p>
          <a:p>
            <a:pPr indent="0" lvl="0" marL="0" rtl="0" algn="just">
              <a:lnSpc>
                <a:spcPct val="100000"/>
              </a:lnSpc>
              <a:spcBef>
                <a:spcPts val="592"/>
              </a:spcBef>
              <a:spcAft>
                <a:spcPts val="0"/>
              </a:spcAft>
              <a:buClr>
                <a:schemeClr val="dk1"/>
              </a:buClr>
              <a:buSzPct val="100000"/>
              <a:buNone/>
            </a:pPr>
            <a:r>
              <a:rPr lang="es-MX"/>
              <a:t>Ejemplo: </a:t>
            </a:r>
            <a:endParaRPr/>
          </a:p>
          <a:p>
            <a:pPr indent="0" lvl="1" marL="400050" rtl="0" algn="l">
              <a:lnSpc>
                <a:spcPct val="100000"/>
              </a:lnSpc>
              <a:spcBef>
                <a:spcPts val="518"/>
              </a:spcBef>
              <a:spcAft>
                <a:spcPts val="0"/>
              </a:spcAft>
              <a:buClr>
                <a:schemeClr val="dk1"/>
              </a:buClr>
              <a:buSzPct val="100000"/>
              <a:buNone/>
            </a:pPr>
            <a:r>
              <a:rPr lang="es-MX"/>
              <a:t>LEA SI, fuente </a:t>
            </a:r>
            <a:endParaRPr/>
          </a:p>
          <a:p>
            <a:pPr indent="0" lvl="1" marL="400050" rtl="0" algn="l">
              <a:lnSpc>
                <a:spcPct val="100000"/>
              </a:lnSpc>
              <a:spcBef>
                <a:spcPts val="518"/>
              </a:spcBef>
              <a:spcAft>
                <a:spcPts val="0"/>
              </a:spcAft>
              <a:buClr>
                <a:schemeClr val="dk1"/>
              </a:buClr>
              <a:buSzPct val="100000"/>
              <a:buNone/>
            </a:pPr>
            <a:r>
              <a:rPr lang="es-MX"/>
              <a:t>LEA DI, ES:destino </a:t>
            </a:r>
            <a:endParaRPr/>
          </a:p>
          <a:p>
            <a:pPr indent="0" lvl="1" marL="400050" rtl="0" algn="l">
              <a:lnSpc>
                <a:spcPct val="100000"/>
              </a:lnSpc>
              <a:spcBef>
                <a:spcPts val="518"/>
              </a:spcBef>
              <a:spcAft>
                <a:spcPts val="0"/>
              </a:spcAft>
              <a:buClr>
                <a:schemeClr val="dk1"/>
              </a:buClr>
              <a:buSzPct val="100000"/>
              <a:buNone/>
            </a:pPr>
            <a:r>
              <a:rPr lang="es-MX"/>
              <a:t>MOV CX, 100 </a:t>
            </a:r>
            <a:endParaRPr/>
          </a:p>
          <a:p>
            <a:pPr indent="0" lvl="1" marL="400050" rtl="0" algn="l">
              <a:lnSpc>
                <a:spcPct val="100000"/>
              </a:lnSpc>
              <a:spcBef>
                <a:spcPts val="518"/>
              </a:spcBef>
              <a:spcAft>
                <a:spcPts val="0"/>
              </a:spcAft>
              <a:buClr>
                <a:schemeClr val="dk1"/>
              </a:buClr>
              <a:buSzPct val="100000"/>
              <a:buNone/>
            </a:pPr>
            <a:r>
              <a:rPr lang="es-MX"/>
              <a:t>REP MOVS destino, fuente</a:t>
            </a:r>
            <a:endParaRPr/>
          </a:p>
        </p:txBody>
      </p:sp>
      <p:sp>
        <p:nvSpPr>
          <p:cNvPr id="1716" name="Google Shape;1716;p2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717" name="Google Shape;1717;p2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1" name="Shape 1721"/>
        <p:cNvGrpSpPr/>
        <p:nvPr/>
      </p:nvGrpSpPr>
      <p:grpSpPr>
        <a:xfrm>
          <a:off x="0" y="0"/>
          <a:ext cx="0" cy="0"/>
          <a:chOff x="0" y="0"/>
          <a:chExt cx="0" cy="0"/>
        </a:xfrm>
      </p:grpSpPr>
      <p:sp>
        <p:nvSpPr>
          <p:cNvPr id="1722" name="Google Shape;1722;p218"/>
          <p:cNvSpPr txBox="1"/>
          <p:nvPr>
            <p:ph idx="1" type="body"/>
          </p:nvPr>
        </p:nvSpPr>
        <p:spPr>
          <a:xfrm>
            <a:off x="457200" y="404664"/>
            <a:ext cx="8229600" cy="5721499"/>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        jmp inicio</a:t>
            </a:r>
            <a:endParaRPr/>
          </a:p>
          <a:p>
            <a:pPr indent="0" lvl="0" marL="0" rtl="0" algn="l">
              <a:lnSpc>
                <a:spcPct val="100000"/>
              </a:lnSpc>
              <a:spcBef>
                <a:spcPts val="352"/>
              </a:spcBef>
              <a:spcAft>
                <a:spcPts val="0"/>
              </a:spcAft>
              <a:buClr>
                <a:schemeClr val="dk1"/>
              </a:buClr>
              <a:buSzPct val="100000"/>
              <a:buNone/>
            </a:pPr>
            <a:r>
              <a:rPr lang="es-MX"/>
              <a:t>        longitud equ 27</a:t>
            </a:r>
            <a:endParaRPr/>
          </a:p>
          <a:p>
            <a:pPr indent="0" lvl="0" marL="0" rtl="0" algn="l">
              <a:lnSpc>
                <a:spcPct val="100000"/>
              </a:lnSpc>
              <a:spcBef>
                <a:spcPts val="352"/>
              </a:spcBef>
              <a:spcAft>
                <a:spcPts val="0"/>
              </a:spcAft>
              <a:buClr>
                <a:schemeClr val="dk1"/>
              </a:buClr>
              <a:buSzPct val="100000"/>
              <a:buNone/>
            </a:pPr>
            <a:r>
              <a:rPr lang="es-MX"/>
              <a:t>        origen1 db 'esta es la cadena a iniciar','$'</a:t>
            </a:r>
            <a:endParaRPr/>
          </a:p>
          <a:p>
            <a:pPr indent="0" lvl="0" marL="0" rtl="0" algn="l">
              <a:lnSpc>
                <a:spcPct val="100000"/>
              </a:lnSpc>
              <a:spcBef>
                <a:spcPts val="352"/>
              </a:spcBef>
              <a:spcAft>
                <a:spcPts val="0"/>
              </a:spcAft>
              <a:buClr>
                <a:schemeClr val="dk1"/>
              </a:buClr>
              <a:buSzPct val="100000"/>
              <a:buNone/>
            </a:pPr>
            <a:r>
              <a:rPr lang="es-MX"/>
              <a:t>        origen2 db 'esta es la cadena a iniciar','$'</a:t>
            </a:r>
            <a:endParaRPr/>
          </a:p>
          <a:p>
            <a:pPr indent="0" lvl="0" marL="0" rtl="0" algn="l">
              <a:lnSpc>
                <a:spcPct val="100000"/>
              </a:lnSpc>
              <a:spcBef>
                <a:spcPts val="352"/>
              </a:spcBef>
              <a:spcAft>
                <a:spcPts val="0"/>
              </a:spcAft>
              <a:buClr>
                <a:schemeClr val="dk1"/>
              </a:buClr>
              <a:buSzPct val="100000"/>
              <a:buNone/>
            </a:pPr>
            <a:r>
              <a:rPr lang="es-MX"/>
              <a:t>inicio:</a:t>
            </a:r>
            <a:endParaRPr/>
          </a:p>
          <a:p>
            <a:pPr indent="0" lvl="0" marL="0" rtl="0" algn="l">
              <a:lnSpc>
                <a:spcPct val="100000"/>
              </a:lnSpc>
              <a:spcBef>
                <a:spcPts val="352"/>
              </a:spcBef>
              <a:spcAft>
                <a:spcPts val="0"/>
              </a:spcAft>
              <a:buClr>
                <a:schemeClr val="dk1"/>
              </a:buClr>
              <a:buSzPct val="100000"/>
              <a:buNone/>
            </a:pPr>
            <a:r>
              <a:rPr lang="es-MX"/>
              <a:t>        mov ax, @data</a:t>
            </a:r>
            <a:endParaRPr/>
          </a:p>
          <a:p>
            <a:pPr indent="0" lvl="0" marL="0" rtl="0" algn="l">
              <a:lnSpc>
                <a:spcPct val="100000"/>
              </a:lnSpc>
              <a:spcBef>
                <a:spcPts val="352"/>
              </a:spcBef>
              <a:spcAft>
                <a:spcPts val="0"/>
              </a:spcAft>
              <a:buClr>
                <a:schemeClr val="dk1"/>
              </a:buClr>
              <a:buSzPct val="100000"/>
              <a:buNone/>
            </a:pPr>
            <a:r>
              <a:rPr lang="es-MX"/>
              <a:t>        mov ds, ax</a:t>
            </a:r>
            <a:endParaRPr/>
          </a:p>
          <a:p>
            <a:pPr indent="0" lvl="0" marL="0" rtl="0" algn="l">
              <a:lnSpc>
                <a:spcPct val="100000"/>
              </a:lnSpc>
              <a:spcBef>
                <a:spcPts val="352"/>
              </a:spcBef>
              <a:spcAft>
                <a:spcPts val="0"/>
              </a:spcAft>
              <a:buClr>
                <a:schemeClr val="dk1"/>
              </a:buClr>
              <a:buSzPct val="100000"/>
              <a:buNone/>
            </a:pPr>
            <a:r>
              <a:rPr lang="es-MX"/>
              <a:t>        mov es, ax</a:t>
            </a:r>
            <a:endParaRPr/>
          </a:p>
          <a:p>
            <a:pPr indent="0" lvl="0" marL="0" rtl="0" algn="l">
              <a:lnSpc>
                <a:spcPct val="100000"/>
              </a:lnSpc>
              <a:spcBef>
                <a:spcPts val="352"/>
              </a:spcBef>
              <a:spcAft>
                <a:spcPts val="0"/>
              </a:spcAft>
              <a:buClr>
                <a:schemeClr val="dk1"/>
              </a:buClr>
              <a:buSzPct val="100000"/>
              <a:buNone/>
            </a:pPr>
            <a:r>
              <a:rPr lang="es-MX"/>
              <a:t>        cld</a:t>
            </a:r>
            <a:endParaRPr/>
          </a:p>
          <a:p>
            <a:pPr indent="0" lvl="0" marL="0" rtl="0" algn="l">
              <a:lnSpc>
                <a:spcPct val="100000"/>
              </a:lnSpc>
              <a:spcBef>
                <a:spcPts val="352"/>
              </a:spcBef>
              <a:spcAft>
                <a:spcPts val="0"/>
              </a:spcAft>
              <a:buClr>
                <a:schemeClr val="dk1"/>
              </a:buClr>
              <a:buSzPct val="100000"/>
              <a:buNone/>
            </a:pPr>
            <a:r>
              <a:rPr lang="es-MX"/>
              <a:t>        xor cx, cx</a:t>
            </a:r>
            <a:endParaRPr/>
          </a:p>
          <a:p>
            <a:pPr indent="0" lvl="0" marL="0" rtl="0" algn="l">
              <a:lnSpc>
                <a:spcPct val="100000"/>
              </a:lnSpc>
              <a:spcBef>
                <a:spcPts val="352"/>
              </a:spcBef>
              <a:spcAft>
                <a:spcPts val="0"/>
              </a:spcAft>
              <a:buClr>
                <a:schemeClr val="dk1"/>
              </a:buClr>
              <a:buSzPct val="100000"/>
              <a:buNone/>
            </a:pPr>
            <a:r>
              <a:rPr lang="es-MX"/>
              <a:t>        mov cl, longitud</a:t>
            </a:r>
            <a:endParaRPr/>
          </a:p>
          <a:p>
            <a:pPr indent="0" lvl="0" marL="0" rtl="0" algn="l">
              <a:lnSpc>
                <a:spcPct val="100000"/>
              </a:lnSpc>
              <a:spcBef>
                <a:spcPts val="352"/>
              </a:spcBef>
              <a:spcAft>
                <a:spcPts val="0"/>
              </a:spcAft>
              <a:buClr>
                <a:schemeClr val="dk1"/>
              </a:buClr>
              <a:buSzPct val="100000"/>
              <a:buNone/>
            </a:pPr>
            <a:r>
              <a:rPr lang="es-MX"/>
              <a:t>        lea di, origen1</a:t>
            </a:r>
            <a:endParaRPr/>
          </a:p>
          <a:p>
            <a:pPr indent="0" lvl="0" marL="0" rtl="0" algn="l">
              <a:lnSpc>
                <a:spcPct val="100000"/>
              </a:lnSpc>
              <a:spcBef>
                <a:spcPts val="352"/>
              </a:spcBef>
              <a:spcAft>
                <a:spcPts val="0"/>
              </a:spcAft>
              <a:buClr>
                <a:schemeClr val="dk1"/>
              </a:buClr>
              <a:buSzPct val="100000"/>
              <a:buNone/>
            </a:pPr>
            <a:r>
              <a:rPr lang="es-MX"/>
              <a:t>        mov al, 'A'</a:t>
            </a:r>
            <a:endParaRPr/>
          </a:p>
          <a:p>
            <a:pPr indent="0" lvl="0" marL="0" rtl="0" algn="l">
              <a:lnSpc>
                <a:spcPct val="100000"/>
              </a:lnSpc>
              <a:spcBef>
                <a:spcPts val="352"/>
              </a:spcBef>
              <a:spcAft>
                <a:spcPts val="0"/>
              </a:spcAft>
              <a:buClr>
                <a:schemeClr val="dk1"/>
              </a:buClr>
              <a:buSzPct val="100000"/>
              <a:buNone/>
            </a:pPr>
            <a:r>
              <a:rPr lang="es-MX"/>
              <a:t>        rep stosb</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salir:  mov ax,4c00h</a:t>
            </a:r>
            <a:endParaRPr/>
          </a:p>
          <a:p>
            <a:pPr indent="0" lvl="0" marL="0" rtl="0" algn="l">
              <a:lnSpc>
                <a:spcPct val="100000"/>
              </a:lnSpc>
              <a:spcBef>
                <a:spcPts val="352"/>
              </a:spcBef>
              <a:spcAft>
                <a:spcPts val="0"/>
              </a:spcAft>
              <a:buClr>
                <a:schemeClr val="dk1"/>
              </a:buClr>
              <a:buSzPct val="100000"/>
              <a:buNone/>
            </a:pPr>
            <a:r>
              <a:rPr lang="es-MX"/>
              <a:t>        int 21h</a:t>
            </a:r>
            <a:endParaRPr/>
          </a:p>
          <a:p>
            <a:pPr indent="0" lvl="0" marL="0" rtl="0" algn="l">
              <a:lnSpc>
                <a:spcPct val="100000"/>
              </a:lnSpc>
              <a:spcBef>
                <a:spcPts val="352"/>
              </a:spcBef>
              <a:spcAft>
                <a:spcPts val="0"/>
              </a:spcAft>
              <a:buClr>
                <a:schemeClr val="dk1"/>
              </a:buClr>
              <a:buSzPct val="100000"/>
              <a:buNone/>
            </a:pPr>
            <a:r>
              <a:rPr lang="es-MX"/>
              <a:t>        ret</a:t>
            </a:r>
            <a:endParaRPr/>
          </a:p>
        </p:txBody>
      </p:sp>
      <p:sp>
        <p:nvSpPr>
          <p:cNvPr id="1723" name="Google Shape;1723;p2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724" name="Google Shape;1724;p2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8" name="Shape 1728"/>
        <p:cNvGrpSpPr/>
        <p:nvPr/>
      </p:nvGrpSpPr>
      <p:grpSpPr>
        <a:xfrm>
          <a:off x="0" y="0"/>
          <a:ext cx="0" cy="0"/>
          <a:chOff x="0" y="0"/>
          <a:chExt cx="0" cy="0"/>
        </a:xfrm>
      </p:grpSpPr>
      <p:sp>
        <p:nvSpPr>
          <p:cNvPr id="1729" name="Google Shape;1729;p2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730" name="Google Shape;1730;p219"/>
          <p:cNvSpPr txBox="1"/>
          <p:nvPr>
            <p:ph idx="1" type="body"/>
          </p:nvPr>
        </p:nvSpPr>
        <p:spPr>
          <a:xfrm>
            <a:off x="457200" y="1600200"/>
            <a:ext cx="8229600" cy="4781128"/>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04"/>
              </a:spcBef>
              <a:spcAft>
                <a:spcPts val="0"/>
              </a:spcAft>
              <a:buClr>
                <a:schemeClr val="dk1"/>
              </a:buClr>
              <a:buSzPct val="100000"/>
              <a:buNone/>
            </a:pPr>
            <a:r>
              <a:rPr lang="es-MX"/>
              <a:t>        .data   </a:t>
            </a:r>
            <a:endParaRPr/>
          </a:p>
          <a:p>
            <a:pPr indent="0" lvl="0" marL="0" rtl="0" algn="l">
              <a:lnSpc>
                <a:spcPct val="100000"/>
              </a:lnSpc>
              <a:spcBef>
                <a:spcPts val="304"/>
              </a:spcBef>
              <a:spcAft>
                <a:spcPts val="0"/>
              </a:spcAft>
              <a:buClr>
                <a:schemeClr val="dk1"/>
              </a:buClr>
              <a:buSzPct val="100000"/>
              <a:buNone/>
            </a:pPr>
            <a:r>
              <a:rPr lang="es-MX"/>
              <a:t>        longitud equ 34</a:t>
            </a:r>
            <a:endParaRPr/>
          </a:p>
          <a:p>
            <a:pPr indent="0" lvl="0" marL="0" rtl="0" algn="l">
              <a:lnSpc>
                <a:spcPct val="100000"/>
              </a:lnSpc>
              <a:spcBef>
                <a:spcPts val="304"/>
              </a:spcBef>
              <a:spcAft>
                <a:spcPts val="0"/>
              </a:spcAft>
              <a:buClr>
                <a:schemeClr val="dk1"/>
              </a:buClr>
              <a:buSzPct val="100000"/>
              <a:buNone/>
            </a:pPr>
            <a:r>
              <a:rPr lang="es-MX"/>
              <a:t>        origen1 db 'esta es la cadena en la que buscar','$'</a:t>
            </a:r>
            <a:endParaRPr/>
          </a:p>
          <a:p>
            <a:pPr indent="0" lvl="0" marL="0" rtl="0" algn="l">
              <a:lnSpc>
                <a:spcPct val="100000"/>
              </a:lnSpc>
              <a:spcBef>
                <a:spcPts val="304"/>
              </a:spcBef>
              <a:spcAft>
                <a:spcPts val="0"/>
              </a:spcAft>
              <a:buClr>
                <a:schemeClr val="dk1"/>
              </a:buClr>
              <a:buSzPct val="100000"/>
              <a:buNone/>
            </a:pPr>
            <a:r>
              <a:rPr lang="es-MX"/>
              <a:t>        caracter db 'q'</a:t>
            </a:r>
            <a:endParaRPr/>
          </a:p>
          <a:p>
            <a:pPr indent="0" lvl="0" marL="0" rtl="0" algn="l">
              <a:lnSpc>
                <a:spcPct val="100000"/>
              </a:lnSpc>
              <a:spcBef>
                <a:spcPts val="304"/>
              </a:spcBef>
              <a:spcAft>
                <a:spcPts val="0"/>
              </a:spcAft>
              <a:buClr>
                <a:schemeClr val="dk1"/>
              </a:buClr>
              <a:buSzPct val="100000"/>
              <a:buNone/>
            </a:pPr>
            <a:r>
              <a:rPr lang="es-MX"/>
              <a:t>        longitud equ 27</a:t>
            </a:r>
            <a:endParaRPr/>
          </a:p>
          <a:p>
            <a:pPr indent="0" lvl="0" marL="0" rtl="0" algn="l">
              <a:lnSpc>
                <a:spcPct val="100000"/>
              </a:lnSpc>
              <a:spcBef>
                <a:spcPts val="304"/>
              </a:spcBef>
              <a:spcAft>
                <a:spcPts val="0"/>
              </a:spcAft>
              <a:buClr>
                <a:schemeClr val="dk1"/>
              </a:buClr>
              <a:buSzPct val="100000"/>
              <a:buNone/>
            </a:pPr>
            <a:r>
              <a:rPr lang="es-MX"/>
              <a:t>        .code</a:t>
            </a:r>
            <a:endParaRPr/>
          </a:p>
          <a:p>
            <a:pPr indent="0" lvl="0" marL="0" rtl="0" algn="l">
              <a:lnSpc>
                <a:spcPct val="100000"/>
              </a:lnSpc>
              <a:spcBef>
                <a:spcPts val="304"/>
              </a:spcBef>
              <a:spcAft>
                <a:spcPts val="0"/>
              </a:spcAft>
              <a:buClr>
                <a:schemeClr val="dk1"/>
              </a:buClr>
              <a:buSzPct val="100000"/>
              <a:buNone/>
            </a:pPr>
            <a:r>
              <a:rPr lang="es-MX"/>
              <a:t>inicio:</a:t>
            </a:r>
            <a:endParaRPr/>
          </a:p>
          <a:p>
            <a:pPr indent="0" lvl="0" marL="0" rtl="0" algn="l">
              <a:lnSpc>
                <a:spcPct val="100000"/>
              </a:lnSpc>
              <a:spcBef>
                <a:spcPts val="304"/>
              </a:spcBef>
              <a:spcAft>
                <a:spcPts val="0"/>
              </a:spcAft>
              <a:buClr>
                <a:schemeClr val="dk1"/>
              </a:buClr>
              <a:buSzPct val="100000"/>
              <a:buNone/>
            </a:pPr>
            <a:r>
              <a:rPr lang="es-MX"/>
              <a:t>        mov ax, @data</a:t>
            </a:r>
            <a:endParaRPr/>
          </a:p>
          <a:p>
            <a:pPr indent="0" lvl="0" marL="0" rtl="0" algn="l">
              <a:lnSpc>
                <a:spcPct val="100000"/>
              </a:lnSpc>
              <a:spcBef>
                <a:spcPts val="304"/>
              </a:spcBef>
              <a:spcAft>
                <a:spcPts val="0"/>
              </a:spcAft>
              <a:buClr>
                <a:schemeClr val="dk1"/>
              </a:buClr>
              <a:buSzPct val="100000"/>
              <a:buNone/>
            </a:pPr>
            <a:r>
              <a:rPr lang="es-MX"/>
              <a:t>        mov ds, ax</a:t>
            </a:r>
            <a:endParaRPr/>
          </a:p>
          <a:p>
            <a:pPr indent="0" lvl="0" marL="0" rtl="0" algn="l">
              <a:lnSpc>
                <a:spcPct val="100000"/>
              </a:lnSpc>
              <a:spcBef>
                <a:spcPts val="304"/>
              </a:spcBef>
              <a:spcAft>
                <a:spcPts val="0"/>
              </a:spcAft>
              <a:buClr>
                <a:schemeClr val="dk1"/>
              </a:buClr>
              <a:buSzPct val="100000"/>
              <a:buNone/>
            </a:pPr>
            <a:r>
              <a:rPr lang="es-MX"/>
              <a:t>        mov es, ax</a:t>
            </a:r>
            <a:endParaRPr/>
          </a:p>
          <a:p>
            <a:pPr indent="0" lvl="0" marL="0" rtl="0" algn="l">
              <a:lnSpc>
                <a:spcPct val="100000"/>
              </a:lnSpc>
              <a:spcBef>
                <a:spcPts val="304"/>
              </a:spcBef>
              <a:spcAft>
                <a:spcPts val="0"/>
              </a:spcAft>
              <a:buClr>
                <a:schemeClr val="dk1"/>
              </a:buClr>
              <a:buSzPct val="100000"/>
              <a:buNone/>
            </a:pPr>
            <a:r>
              <a:rPr lang="es-MX"/>
              <a:t>        cld</a:t>
            </a:r>
            <a:endParaRPr/>
          </a:p>
          <a:p>
            <a:pPr indent="0" lvl="0" marL="0" rtl="0" algn="l">
              <a:lnSpc>
                <a:spcPct val="100000"/>
              </a:lnSpc>
              <a:spcBef>
                <a:spcPts val="304"/>
              </a:spcBef>
              <a:spcAft>
                <a:spcPts val="0"/>
              </a:spcAft>
              <a:buClr>
                <a:schemeClr val="dk1"/>
              </a:buClr>
              <a:buSzPct val="100000"/>
              <a:buNone/>
            </a:pPr>
            <a:r>
              <a:rPr lang="es-MX"/>
              <a:t>        xor cx, cx</a:t>
            </a:r>
            <a:endParaRPr/>
          </a:p>
          <a:p>
            <a:pPr indent="0" lvl="0" marL="0" rtl="0" algn="l">
              <a:lnSpc>
                <a:spcPct val="100000"/>
              </a:lnSpc>
              <a:spcBef>
                <a:spcPts val="304"/>
              </a:spcBef>
              <a:spcAft>
                <a:spcPts val="0"/>
              </a:spcAft>
              <a:buClr>
                <a:schemeClr val="dk1"/>
              </a:buClr>
              <a:buSzPct val="100000"/>
              <a:buNone/>
            </a:pPr>
            <a:r>
              <a:rPr lang="es-MX"/>
              <a:t>        mov cl, longitud</a:t>
            </a:r>
            <a:endParaRPr/>
          </a:p>
          <a:p>
            <a:pPr indent="0" lvl="0" marL="0" rtl="0" algn="l">
              <a:lnSpc>
                <a:spcPct val="100000"/>
              </a:lnSpc>
              <a:spcBef>
                <a:spcPts val="304"/>
              </a:spcBef>
              <a:spcAft>
                <a:spcPts val="0"/>
              </a:spcAft>
              <a:buClr>
                <a:schemeClr val="dk1"/>
              </a:buClr>
              <a:buSzPct val="100000"/>
              <a:buNone/>
            </a:pPr>
            <a:r>
              <a:rPr lang="es-MX"/>
              <a:t>        mov al, caracter</a:t>
            </a:r>
            <a:endParaRPr/>
          </a:p>
          <a:p>
            <a:pPr indent="0" lvl="0" marL="0" rtl="0" algn="l">
              <a:lnSpc>
                <a:spcPct val="100000"/>
              </a:lnSpc>
              <a:spcBef>
                <a:spcPts val="304"/>
              </a:spcBef>
              <a:spcAft>
                <a:spcPts val="0"/>
              </a:spcAft>
              <a:buClr>
                <a:schemeClr val="dk1"/>
              </a:buClr>
              <a:buSzPct val="100000"/>
              <a:buNone/>
            </a:pPr>
            <a:r>
              <a:rPr lang="es-MX"/>
              <a:t>        lea di, origen1</a:t>
            </a:r>
            <a:endParaRPr/>
          </a:p>
          <a:p>
            <a:pPr indent="0" lvl="0" marL="0" rtl="0" algn="l">
              <a:lnSpc>
                <a:spcPct val="100000"/>
              </a:lnSpc>
              <a:spcBef>
                <a:spcPts val="304"/>
              </a:spcBef>
              <a:spcAft>
                <a:spcPts val="0"/>
              </a:spcAft>
              <a:buClr>
                <a:schemeClr val="dk1"/>
              </a:buClr>
              <a:buSzPct val="100000"/>
              <a:buNone/>
            </a:pPr>
            <a:r>
              <a:rPr lang="es-MX"/>
              <a:t>        repnz scasb</a:t>
            </a:r>
            <a:endParaRPr/>
          </a:p>
          <a:p>
            <a:pPr indent="0" lvl="0" marL="0" rtl="0" algn="l">
              <a:lnSpc>
                <a:spcPct val="100000"/>
              </a:lnSpc>
              <a:spcBef>
                <a:spcPts val="304"/>
              </a:spcBef>
              <a:spcAft>
                <a:spcPts val="0"/>
              </a:spcAft>
              <a:buClr>
                <a:schemeClr val="dk1"/>
              </a:buClr>
              <a:buSzPct val="100000"/>
              <a:buNone/>
            </a:pPr>
            <a:r>
              <a:rPr lang="es-MX"/>
              <a:t>salir:  mov ax,4c00h</a:t>
            </a:r>
            <a:endParaRPr/>
          </a:p>
          <a:p>
            <a:pPr indent="0" lvl="0" marL="0" rtl="0" algn="l">
              <a:lnSpc>
                <a:spcPct val="100000"/>
              </a:lnSpc>
              <a:spcBef>
                <a:spcPts val="304"/>
              </a:spcBef>
              <a:spcAft>
                <a:spcPts val="0"/>
              </a:spcAft>
              <a:buClr>
                <a:schemeClr val="dk1"/>
              </a:buClr>
              <a:buSzPct val="100000"/>
              <a:buNone/>
            </a:pPr>
            <a:r>
              <a:rPr lang="es-MX"/>
              <a:t>        int 21h</a:t>
            </a:r>
            <a:endParaRPr/>
          </a:p>
          <a:p>
            <a:pPr indent="0" lvl="0" marL="0" rtl="0" algn="l">
              <a:lnSpc>
                <a:spcPct val="100000"/>
              </a:lnSpc>
              <a:spcBef>
                <a:spcPts val="304"/>
              </a:spcBef>
              <a:spcAft>
                <a:spcPts val="0"/>
              </a:spcAft>
              <a:buClr>
                <a:schemeClr val="dk1"/>
              </a:buClr>
              <a:buSzPct val="100000"/>
              <a:buNone/>
            </a:pPr>
            <a:r>
              <a:rPr lang="es-MX"/>
              <a:t>        ret</a:t>
            </a:r>
            <a:endParaRPr/>
          </a:p>
        </p:txBody>
      </p:sp>
      <p:sp>
        <p:nvSpPr>
          <p:cNvPr id="1731" name="Google Shape;1731;p2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732" name="Google Shape;1732;p2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6" name="Shape 1736"/>
        <p:cNvGrpSpPr/>
        <p:nvPr/>
      </p:nvGrpSpPr>
      <p:grpSpPr>
        <a:xfrm>
          <a:off x="0" y="0"/>
          <a:ext cx="0" cy="0"/>
          <a:chOff x="0" y="0"/>
          <a:chExt cx="0" cy="0"/>
        </a:xfrm>
      </p:grpSpPr>
      <p:sp>
        <p:nvSpPr>
          <p:cNvPr id="1737" name="Google Shape;1737;p2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CMPSB y CMPSW</a:t>
            </a:r>
            <a:endParaRPr/>
          </a:p>
        </p:txBody>
      </p:sp>
      <p:sp>
        <p:nvSpPr>
          <p:cNvPr id="1738" name="Google Shape;1738;p2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342900" lvl="0" marL="457200" rtl="0" algn="just">
              <a:lnSpc>
                <a:spcPct val="100000"/>
              </a:lnSpc>
              <a:spcBef>
                <a:spcPts val="360"/>
              </a:spcBef>
              <a:spcAft>
                <a:spcPts val="0"/>
              </a:spcAft>
              <a:buSzPct val="102272"/>
              <a:buChar char="•"/>
            </a:pPr>
            <a:r>
              <a:rPr lang="es-MX"/>
              <a:t>Los mnemónicos CMPSB y CMPSW en emu8086 se utilizan para comparar el byte o la palabra en la dirección apuntada por SI con el byte o la palabra en la dirección apuntada por DI, respectivamente. Después de la comparación, ambos registros (SI y DI) se incrementan o decrementan automáticamente, dependiendo de la dirección de la cadena.</a:t>
            </a:r>
            <a:endParaRPr/>
          </a:p>
          <a:p>
            <a:pPr indent="-342900" lvl="0" marL="457200" rtl="0" algn="just">
              <a:lnSpc>
                <a:spcPct val="100000"/>
              </a:lnSpc>
              <a:spcBef>
                <a:spcPts val="360"/>
              </a:spcBef>
              <a:spcAft>
                <a:spcPts val="0"/>
              </a:spcAft>
              <a:buSzPct val="102272"/>
              <a:buChar char="•"/>
            </a:pPr>
            <a:r>
              <a:rPr lang="es-MX"/>
              <a:t>Estas instrucciones son útiles para comparar dos cadenas de bytes o palabras y pueden usarse para implementar operaciones como búsqueda de patrones, comparación de cadenas, etc.</a:t>
            </a:r>
            <a:endParaRPr/>
          </a:p>
          <a:p>
            <a:pPr indent="-342900" lvl="0" marL="457200" rtl="0" algn="just">
              <a:lnSpc>
                <a:spcPct val="100000"/>
              </a:lnSpc>
              <a:spcBef>
                <a:spcPts val="360"/>
              </a:spcBef>
              <a:spcAft>
                <a:spcPts val="0"/>
              </a:spcAft>
              <a:buSzPct val="102272"/>
              <a:buChar char="•"/>
            </a:pPr>
            <a:r>
              <a:rPr lang="es-MX"/>
              <a:t>Después de la ejecución de CMPSB o CMPSW, las siguientes banderas de estado pueden cambiar:</a:t>
            </a:r>
            <a:endParaRPr/>
          </a:p>
          <a:p>
            <a:pPr indent="-228600" lvl="1" marL="914400" rtl="0" algn="just">
              <a:lnSpc>
                <a:spcPct val="100000"/>
              </a:lnSpc>
              <a:spcBef>
                <a:spcPts val="360"/>
              </a:spcBef>
              <a:spcAft>
                <a:spcPts val="0"/>
              </a:spcAft>
              <a:buSzPct val="116883"/>
              <a:buNone/>
            </a:pPr>
            <a:r>
              <a:t/>
            </a:r>
            <a:endParaRPr/>
          </a:p>
          <a:p>
            <a:pPr indent="-342900" lvl="1" marL="914400" rtl="0" algn="just">
              <a:lnSpc>
                <a:spcPct val="100000"/>
              </a:lnSpc>
              <a:spcBef>
                <a:spcPts val="360"/>
              </a:spcBef>
              <a:spcAft>
                <a:spcPts val="0"/>
              </a:spcAft>
              <a:buSzPct val="116883"/>
              <a:buChar char="–"/>
            </a:pPr>
            <a:r>
              <a:rPr lang="es-MX"/>
              <a:t>ZF (Zero Flag): Se establece si los bytes o palabras son iguales, es decir, si la comparación resulta en igualdad.</a:t>
            </a:r>
            <a:endParaRPr/>
          </a:p>
          <a:p>
            <a:pPr indent="-342900" lvl="1" marL="914400" rtl="0" algn="just">
              <a:lnSpc>
                <a:spcPct val="100000"/>
              </a:lnSpc>
              <a:spcBef>
                <a:spcPts val="360"/>
              </a:spcBef>
              <a:spcAft>
                <a:spcPts val="0"/>
              </a:spcAft>
              <a:buSzPct val="116883"/>
              <a:buChar char="–"/>
            </a:pPr>
            <a:r>
              <a:rPr lang="es-MX"/>
              <a:t>SF (Sign Flag): Se establece si el resultado de la comparación es negativo, lo que significa que el byte o palabra en la dirección apuntada por SI es menor que el byte o palabra en la dirección apuntada por DI.</a:t>
            </a:r>
            <a:endParaRPr/>
          </a:p>
          <a:p>
            <a:pPr indent="-342900" lvl="1" marL="914400" rtl="0" algn="just">
              <a:lnSpc>
                <a:spcPct val="100000"/>
              </a:lnSpc>
              <a:spcBef>
                <a:spcPts val="360"/>
              </a:spcBef>
              <a:spcAft>
                <a:spcPts val="0"/>
              </a:spcAft>
              <a:buSzPct val="116883"/>
              <a:buChar char="–"/>
            </a:pPr>
            <a:r>
              <a:rPr lang="es-MX"/>
              <a:t>Al igual que con SCASB y SCASW, el registro DI se incrementa o decrementa según la dirección de la cadena establecida por el flag DF (Direction Flag). Si DF es cero, DI se incrementa; si DF es uno, DI se decrementa. El registro SI también se incrementa o decrementa de la misma manera.</a:t>
            </a:r>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2" name="Shape 1742"/>
        <p:cNvGrpSpPr/>
        <p:nvPr/>
      </p:nvGrpSpPr>
      <p:grpSpPr>
        <a:xfrm>
          <a:off x="0" y="0"/>
          <a:ext cx="0" cy="0"/>
          <a:chOff x="0" y="0"/>
          <a:chExt cx="0" cy="0"/>
        </a:xfrm>
      </p:grpSpPr>
      <p:sp>
        <p:nvSpPr>
          <p:cNvPr id="1743" name="Google Shape;1743;p221"/>
          <p:cNvSpPr txBox="1"/>
          <p:nvPr>
            <p:ph idx="1" type="body"/>
          </p:nvPr>
        </p:nvSpPr>
        <p:spPr>
          <a:xfrm>
            <a:off x="628650" y="1200151"/>
            <a:ext cx="7886700" cy="4289822"/>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SzPct val="100000"/>
              <a:buNone/>
            </a:pPr>
            <a:r>
              <a:rPr lang="es-MX"/>
              <a:t>org 100h</a:t>
            </a:r>
            <a:endParaRPr/>
          </a:p>
          <a:p>
            <a:pPr indent="0" lvl="0" marL="0" rtl="0" algn="l">
              <a:lnSpc>
                <a:spcPct val="100000"/>
              </a:lnSpc>
              <a:spcBef>
                <a:spcPts val="228"/>
              </a:spcBef>
              <a:spcAft>
                <a:spcPts val="0"/>
              </a:spcAft>
              <a:buSzPct val="100000"/>
              <a:buNone/>
            </a:pPr>
            <a:r>
              <a:rPr lang="es-MX"/>
              <a:t>jmp start</a:t>
            </a:r>
            <a:endParaRPr/>
          </a:p>
          <a:p>
            <a:pPr indent="0" lvl="0" marL="0" rtl="0" algn="l">
              <a:lnSpc>
                <a:spcPct val="100000"/>
              </a:lnSpc>
              <a:spcBef>
                <a:spcPts val="228"/>
              </a:spcBef>
              <a:spcAft>
                <a:spcPts val="0"/>
              </a:spcAft>
              <a:buSzPct val="100000"/>
              <a:buNone/>
            </a:pPr>
            <a:r>
              <a:rPr lang="es-MX"/>
              <a:t>	msg1:    db      "Hello, World!", 0Dh,0Ah, 24h       </a:t>
            </a:r>
            <a:endParaRPr/>
          </a:p>
          <a:p>
            <a:pPr indent="0" lvl="0" marL="0" rtl="0" algn="l">
              <a:lnSpc>
                <a:spcPct val="100000"/>
              </a:lnSpc>
              <a:spcBef>
                <a:spcPts val="228"/>
              </a:spcBef>
              <a:spcAft>
                <a:spcPts val="0"/>
              </a:spcAft>
              <a:buSzPct val="100000"/>
              <a:buNone/>
            </a:pPr>
            <a:r>
              <a:rPr lang="es-MX"/>
              <a:t>	msg2:    db      "Hello, World!", 0Dh,0Ah, 24h   </a:t>
            </a:r>
            <a:endParaRPr/>
          </a:p>
          <a:p>
            <a:pPr indent="0" lvl="0" marL="0" rtl="0" algn="l">
              <a:lnSpc>
                <a:spcPct val="100000"/>
              </a:lnSpc>
              <a:spcBef>
                <a:spcPts val="228"/>
              </a:spcBef>
              <a:spcAft>
                <a:spcPts val="0"/>
              </a:spcAft>
              <a:buSzPct val="100000"/>
              <a:buNone/>
            </a:pPr>
            <a:r>
              <a:rPr lang="es-MX"/>
              <a:t>	msg3:    db      "Hello, Mundo!", 0Dh,0Ah, 24h  </a:t>
            </a:r>
            <a:endParaRPr/>
          </a:p>
          <a:p>
            <a:pPr indent="0" lvl="0" marL="0" rtl="0" algn="l">
              <a:lnSpc>
                <a:spcPct val="100000"/>
              </a:lnSpc>
              <a:spcBef>
                <a:spcPts val="228"/>
              </a:spcBef>
              <a:spcAft>
                <a:spcPts val="0"/>
              </a:spcAft>
              <a:buSzPct val="100000"/>
              <a:buNone/>
            </a:pPr>
            <a:r>
              <a:rPr lang="es-MX"/>
              <a:t>start:	xor ax,ax</a:t>
            </a:r>
            <a:endParaRPr/>
          </a:p>
          <a:p>
            <a:pPr indent="0" lvl="0" marL="0" rtl="0" algn="l">
              <a:lnSpc>
                <a:spcPct val="100000"/>
              </a:lnSpc>
              <a:spcBef>
                <a:spcPts val="228"/>
              </a:spcBef>
              <a:spcAft>
                <a:spcPts val="0"/>
              </a:spcAft>
              <a:buSzPct val="100000"/>
              <a:buNone/>
            </a:pPr>
            <a:r>
              <a:rPr lang="es-MX"/>
              <a:t>        	lea di,msg1</a:t>
            </a:r>
            <a:endParaRPr/>
          </a:p>
          <a:p>
            <a:pPr indent="0" lvl="0" marL="0" rtl="0" algn="l">
              <a:lnSpc>
                <a:spcPct val="100000"/>
              </a:lnSpc>
              <a:spcBef>
                <a:spcPts val="228"/>
              </a:spcBef>
              <a:spcAft>
                <a:spcPts val="0"/>
              </a:spcAft>
              <a:buSzPct val="100000"/>
              <a:buNone/>
            </a:pPr>
            <a:r>
              <a:rPr lang="es-MX"/>
              <a:t>        	lea si,msg2</a:t>
            </a:r>
            <a:endParaRPr/>
          </a:p>
          <a:p>
            <a:pPr indent="0" lvl="0" marL="0" rtl="0" algn="l">
              <a:lnSpc>
                <a:spcPct val="100000"/>
              </a:lnSpc>
              <a:spcBef>
                <a:spcPts val="228"/>
              </a:spcBef>
              <a:spcAft>
                <a:spcPts val="0"/>
              </a:spcAft>
              <a:buSzPct val="100000"/>
              <a:buNone/>
            </a:pPr>
            <a:r>
              <a:rPr lang="es-MX"/>
              <a:t>        	repe CMPSB </a:t>
            </a:r>
            <a:endParaRPr/>
          </a:p>
          <a:p>
            <a:pPr indent="0" lvl="0" marL="0" rtl="0" algn="l">
              <a:lnSpc>
                <a:spcPct val="100000"/>
              </a:lnSpc>
              <a:spcBef>
                <a:spcPts val="228"/>
              </a:spcBef>
              <a:spcAft>
                <a:spcPts val="0"/>
              </a:spcAft>
              <a:buSzPct val="100000"/>
              <a:buNone/>
            </a:pPr>
            <a:r>
              <a:rPr lang="es-MX"/>
              <a:t>        	mov ax,cx </a:t>
            </a:r>
            <a:endParaRPr/>
          </a:p>
          <a:p>
            <a:pPr indent="0" lvl="0" marL="0" rtl="0" algn="l">
              <a:lnSpc>
                <a:spcPct val="100000"/>
              </a:lnSpc>
              <a:spcBef>
                <a:spcPts val="228"/>
              </a:spcBef>
              <a:spcAft>
                <a:spcPts val="0"/>
              </a:spcAft>
              <a:buSzPct val="100000"/>
              <a:buNone/>
            </a:pPr>
            <a:r>
              <a:rPr lang="es-MX"/>
              <a:t>                xor bx,bx</a:t>
            </a:r>
            <a:endParaRPr/>
          </a:p>
          <a:p>
            <a:pPr indent="0" lvl="0" marL="0" rtl="0" algn="l">
              <a:lnSpc>
                <a:spcPct val="100000"/>
              </a:lnSpc>
              <a:spcBef>
                <a:spcPts val="228"/>
              </a:spcBef>
              <a:spcAft>
                <a:spcPts val="0"/>
              </a:spcAft>
              <a:buSzPct val="100000"/>
              <a:buNone/>
            </a:pPr>
            <a:r>
              <a:rPr lang="es-MX"/>
              <a:t>        	lea di,msg1</a:t>
            </a:r>
            <a:endParaRPr/>
          </a:p>
          <a:p>
            <a:pPr indent="0" lvl="0" marL="0" rtl="0" algn="l">
              <a:lnSpc>
                <a:spcPct val="100000"/>
              </a:lnSpc>
              <a:spcBef>
                <a:spcPts val="228"/>
              </a:spcBef>
              <a:spcAft>
                <a:spcPts val="0"/>
              </a:spcAft>
              <a:buSzPct val="100000"/>
              <a:buNone/>
            </a:pPr>
            <a:r>
              <a:rPr lang="es-MX"/>
              <a:t>        	lea si,msg3</a:t>
            </a:r>
            <a:endParaRPr/>
          </a:p>
          <a:p>
            <a:pPr indent="0" lvl="0" marL="0" rtl="0" algn="l">
              <a:lnSpc>
                <a:spcPct val="100000"/>
              </a:lnSpc>
              <a:spcBef>
                <a:spcPts val="228"/>
              </a:spcBef>
              <a:spcAft>
                <a:spcPts val="0"/>
              </a:spcAft>
              <a:buSzPct val="100000"/>
              <a:buNone/>
            </a:pPr>
            <a:r>
              <a:rPr lang="es-MX"/>
              <a:t>        	repe CMPSB </a:t>
            </a:r>
            <a:endParaRPr/>
          </a:p>
          <a:p>
            <a:pPr indent="0" lvl="0" marL="0" rtl="0" algn="l">
              <a:lnSpc>
                <a:spcPct val="100000"/>
              </a:lnSpc>
              <a:spcBef>
                <a:spcPts val="228"/>
              </a:spcBef>
              <a:spcAft>
                <a:spcPts val="0"/>
              </a:spcAft>
              <a:buSzPct val="100000"/>
              <a:buNone/>
            </a:pPr>
            <a:r>
              <a:rPr lang="es-MX"/>
              <a:t>        	mov bx,cx        </a:t>
            </a:r>
            <a:endParaRPr/>
          </a:p>
          <a:p>
            <a:pPr indent="0" lvl="0" marL="0" rtl="0" algn="l">
              <a:lnSpc>
                <a:spcPct val="100000"/>
              </a:lnSpc>
              <a:spcBef>
                <a:spcPts val="228"/>
              </a:spcBef>
              <a:spcAft>
                <a:spcPts val="0"/>
              </a:spcAft>
              <a:buSzPct val="100000"/>
              <a:buNone/>
            </a:pPr>
            <a:r>
              <a:rPr lang="es-MX"/>
              <a:t>        	sub ax,bx</a:t>
            </a:r>
            <a:endParaRPr/>
          </a:p>
          <a:p>
            <a:pPr indent="0" lvl="0" marL="0" rtl="0" algn="l">
              <a:lnSpc>
                <a:spcPct val="100000"/>
              </a:lnSpc>
              <a:spcBef>
                <a:spcPts val="228"/>
              </a:spcBef>
              <a:spcAft>
                <a:spcPts val="0"/>
              </a:spcAft>
              <a:buSzPct val="100000"/>
              <a:buNone/>
            </a:pPr>
            <a:r>
              <a:rPr lang="es-MX"/>
              <a:t>              mov     ah, 0 </a:t>
            </a:r>
            <a:endParaRPr/>
          </a:p>
          <a:p>
            <a:pPr indent="0" lvl="0" marL="0" rtl="0" algn="l">
              <a:lnSpc>
                <a:spcPct val="100000"/>
              </a:lnSpc>
              <a:spcBef>
                <a:spcPts val="228"/>
              </a:spcBef>
              <a:spcAft>
                <a:spcPts val="0"/>
              </a:spcAft>
              <a:buSzPct val="100000"/>
              <a:buNone/>
            </a:pPr>
            <a:r>
              <a:rPr lang="es-MX"/>
              <a:t>        	int     16h </a:t>
            </a:r>
            <a:endParaRPr/>
          </a:p>
          <a:p>
            <a:pPr indent="0" lvl="0" marL="0" rtl="0" algn="l">
              <a:lnSpc>
                <a:spcPct val="100000"/>
              </a:lnSpc>
              <a:spcBef>
                <a:spcPts val="228"/>
              </a:spcBef>
              <a:spcAft>
                <a:spcPts val="0"/>
              </a:spcAft>
              <a:buSzPct val="100000"/>
              <a:buNone/>
            </a:pPr>
            <a:r>
              <a:rPr lang="es-MX"/>
              <a:t>        </a:t>
            </a:r>
            <a:endParaRPr/>
          </a:p>
          <a:p>
            <a:pPr indent="0" lvl="0" marL="0" rtl="0" algn="l">
              <a:lnSpc>
                <a:spcPct val="100000"/>
              </a:lnSpc>
              <a:spcBef>
                <a:spcPts val="228"/>
              </a:spcBef>
              <a:spcAft>
                <a:spcPts val="0"/>
              </a:spcAft>
              <a:buSzPct val="100000"/>
              <a:buNone/>
            </a:pPr>
            <a:r>
              <a:rPr lang="es-MX"/>
              <a:t>ret </a:t>
            </a:r>
            <a:endParaRPr/>
          </a:p>
          <a:p>
            <a:pPr indent="0" lvl="0" marL="0" rtl="0" algn="l">
              <a:lnSpc>
                <a:spcPct val="100000"/>
              </a:lnSpc>
              <a:spcBef>
                <a:spcPts val="360"/>
              </a:spcBef>
              <a:spcAft>
                <a:spcPts val="0"/>
              </a:spcAft>
              <a:buSzPct val="118421"/>
              <a:buNone/>
            </a:pPr>
            <a:r>
              <a:t/>
            </a:r>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7" name="Shape 1747"/>
        <p:cNvGrpSpPr/>
        <p:nvPr/>
      </p:nvGrpSpPr>
      <p:grpSpPr>
        <a:xfrm>
          <a:off x="0" y="0"/>
          <a:ext cx="0" cy="0"/>
          <a:chOff x="0" y="0"/>
          <a:chExt cx="0" cy="0"/>
        </a:xfrm>
      </p:grpSpPr>
      <p:sp>
        <p:nvSpPr>
          <p:cNvPr id="1748" name="Google Shape;1748;p222"/>
          <p:cNvSpPr txBox="1"/>
          <p:nvPr>
            <p:ph idx="1" type="body"/>
          </p:nvPr>
        </p:nvSpPr>
        <p:spPr>
          <a:xfrm>
            <a:off x="628650" y="1004207"/>
            <a:ext cx="7886700" cy="4485765"/>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SzPct val="100000"/>
              <a:buNone/>
            </a:pPr>
            <a:r>
              <a:rPr lang="es-MX"/>
              <a:t>org 100h</a:t>
            </a:r>
            <a:endParaRPr/>
          </a:p>
          <a:p>
            <a:pPr indent="0" lvl="0" marL="0" rtl="0" algn="l">
              <a:lnSpc>
                <a:spcPct val="100000"/>
              </a:lnSpc>
              <a:spcBef>
                <a:spcPts val="228"/>
              </a:spcBef>
              <a:spcAft>
                <a:spcPts val="0"/>
              </a:spcAft>
              <a:buSzPct val="100000"/>
              <a:buNone/>
            </a:pPr>
            <a:r>
              <a:rPr lang="es-MX"/>
              <a:t>        jmp inicio</a:t>
            </a:r>
            <a:endParaRPr/>
          </a:p>
          <a:p>
            <a:pPr indent="0" lvl="0" marL="0" rtl="0" algn="l">
              <a:lnSpc>
                <a:spcPct val="100000"/>
              </a:lnSpc>
              <a:spcBef>
                <a:spcPts val="228"/>
              </a:spcBef>
              <a:spcAft>
                <a:spcPts val="0"/>
              </a:spcAft>
              <a:buSzPct val="100000"/>
              <a:buNone/>
            </a:pPr>
            <a:r>
              <a:rPr lang="es-MX"/>
              <a:t>        cadena1 db 'Hola 2','$'</a:t>
            </a:r>
            <a:endParaRPr/>
          </a:p>
          <a:p>
            <a:pPr indent="0" lvl="0" marL="0" rtl="0" algn="l">
              <a:lnSpc>
                <a:spcPct val="100000"/>
              </a:lnSpc>
              <a:spcBef>
                <a:spcPts val="228"/>
              </a:spcBef>
              <a:spcAft>
                <a:spcPts val="0"/>
              </a:spcAft>
              <a:buSzPct val="100000"/>
              <a:buNone/>
            </a:pPr>
            <a:r>
              <a:rPr lang="es-MX"/>
              <a:t>        cadena2 db 'Hola 2','$'</a:t>
            </a:r>
            <a:endParaRPr/>
          </a:p>
          <a:p>
            <a:pPr indent="0" lvl="0" marL="0" rtl="0" algn="l">
              <a:lnSpc>
                <a:spcPct val="100000"/>
              </a:lnSpc>
              <a:spcBef>
                <a:spcPts val="228"/>
              </a:spcBef>
              <a:spcAft>
                <a:spcPts val="0"/>
              </a:spcAft>
              <a:buSzPct val="100000"/>
              <a:buNone/>
            </a:pPr>
            <a:r>
              <a:rPr lang="es-MX"/>
              <a:t>        diferentes db 'cadenas diferentes','$'</a:t>
            </a:r>
            <a:endParaRPr/>
          </a:p>
          <a:p>
            <a:pPr indent="0" lvl="0" marL="0" rtl="0" algn="l">
              <a:lnSpc>
                <a:spcPct val="100000"/>
              </a:lnSpc>
              <a:spcBef>
                <a:spcPts val="228"/>
              </a:spcBef>
              <a:spcAft>
                <a:spcPts val="0"/>
              </a:spcAft>
              <a:buSzPct val="100000"/>
              <a:buNone/>
            </a:pPr>
            <a:r>
              <a:rPr lang="es-MX"/>
              <a:t>        iguales db 'cadenas iguales','$'</a:t>
            </a:r>
            <a:endParaRPr/>
          </a:p>
          <a:p>
            <a:pPr indent="0" lvl="0" marL="0" rtl="0" algn="l">
              <a:lnSpc>
                <a:spcPct val="100000"/>
              </a:lnSpc>
              <a:spcBef>
                <a:spcPts val="228"/>
              </a:spcBef>
              <a:spcAft>
                <a:spcPts val="0"/>
              </a:spcAft>
              <a:buSzPct val="100000"/>
              <a:buNone/>
            </a:pPr>
            <a:r>
              <a:rPr lang="es-MX"/>
              <a:t>inicio:</a:t>
            </a:r>
            <a:endParaRPr/>
          </a:p>
          <a:p>
            <a:pPr indent="0" lvl="0" marL="0" rtl="0" algn="l">
              <a:lnSpc>
                <a:spcPct val="100000"/>
              </a:lnSpc>
              <a:spcBef>
                <a:spcPts val="228"/>
              </a:spcBef>
              <a:spcAft>
                <a:spcPts val="0"/>
              </a:spcAft>
              <a:buSzPct val="100000"/>
              <a:buNone/>
            </a:pPr>
            <a:r>
              <a:rPr lang="es-MX"/>
              <a:t>        lea si,cadena1        </a:t>
            </a:r>
            <a:endParaRPr/>
          </a:p>
          <a:p>
            <a:pPr indent="0" lvl="0" marL="0" rtl="0" algn="l">
              <a:lnSpc>
                <a:spcPct val="100000"/>
              </a:lnSpc>
              <a:spcBef>
                <a:spcPts val="228"/>
              </a:spcBef>
              <a:spcAft>
                <a:spcPts val="0"/>
              </a:spcAft>
              <a:buSzPct val="100000"/>
              <a:buNone/>
            </a:pPr>
            <a:r>
              <a:rPr lang="es-MX"/>
              <a:t>        lea di,cadena2</a:t>
            </a:r>
            <a:endParaRPr/>
          </a:p>
          <a:p>
            <a:pPr indent="0" lvl="0" marL="0" rtl="0" algn="l">
              <a:lnSpc>
                <a:spcPct val="100000"/>
              </a:lnSpc>
              <a:spcBef>
                <a:spcPts val="228"/>
              </a:spcBef>
              <a:spcAft>
                <a:spcPts val="0"/>
              </a:spcAft>
              <a:buSzPct val="100000"/>
              <a:buNone/>
            </a:pPr>
            <a:r>
              <a:rPr lang="es-MX"/>
              <a:t>        mov cx,6</a:t>
            </a:r>
            <a:endParaRPr/>
          </a:p>
          <a:p>
            <a:pPr indent="0" lvl="0" marL="0" rtl="0" algn="l">
              <a:lnSpc>
                <a:spcPct val="100000"/>
              </a:lnSpc>
              <a:spcBef>
                <a:spcPts val="228"/>
              </a:spcBef>
              <a:spcAft>
                <a:spcPts val="0"/>
              </a:spcAft>
              <a:buSzPct val="100000"/>
              <a:buNone/>
            </a:pPr>
            <a:r>
              <a:rPr lang="es-MX"/>
              <a:t>        repe cmpsb    </a:t>
            </a:r>
            <a:endParaRPr/>
          </a:p>
          <a:p>
            <a:pPr indent="0" lvl="0" marL="0" rtl="0" algn="l">
              <a:lnSpc>
                <a:spcPct val="100000"/>
              </a:lnSpc>
              <a:spcBef>
                <a:spcPts val="228"/>
              </a:spcBef>
              <a:spcAft>
                <a:spcPts val="0"/>
              </a:spcAft>
              <a:buSzPct val="100000"/>
              <a:buNone/>
            </a:pPr>
            <a:r>
              <a:rPr lang="es-MX"/>
              <a:t>        jz igual</a:t>
            </a:r>
            <a:endParaRPr/>
          </a:p>
          <a:p>
            <a:pPr indent="0" lvl="0" marL="0" rtl="0" algn="l">
              <a:lnSpc>
                <a:spcPct val="100000"/>
              </a:lnSpc>
              <a:spcBef>
                <a:spcPts val="228"/>
              </a:spcBef>
              <a:spcAft>
                <a:spcPts val="0"/>
              </a:spcAft>
              <a:buSzPct val="100000"/>
              <a:buNone/>
            </a:pPr>
            <a:r>
              <a:rPr lang="es-MX"/>
              <a:t>        mov ah,9</a:t>
            </a:r>
            <a:endParaRPr/>
          </a:p>
          <a:p>
            <a:pPr indent="0" lvl="0" marL="0" rtl="0" algn="l">
              <a:lnSpc>
                <a:spcPct val="100000"/>
              </a:lnSpc>
              <a:spcBef>
                <a:spcPts val="228"/>
              </a:spcBef>
              <a:spcAft>
                <a:spcPts val="0"/>
              </a:spcAft>
              <a:buSzPct val="100000"/>
              <a:buNone/>
            </a:pPr>
            <a:r>
              <a:rPr lang="es-MX"/>
              <a:t>        lea dx,diferentes    </a:t>
            </a:r>
            <a:endParaRPr/>
          </a:p>
          <a:p>
            <a:pPr indent="0" lvl="0" marL="0" rtl="0" algn="l">
              <a:lnSpc>
                <a:spcPct val="100000"/>
              </a:lnSpc>
              <a:spcBef>
                <a:spcPts val="228"/>
              </a:spcBef>
              <a:spcAft>
                <a:spcPts val="0"/>
              </a:spcAft>
              <a:buSzPct val="100000"/>
              <a:buNone/>
            </a:pPr>
            <a:r>
              <a:rPr lang="es-MX"/>
              <a:t>        int 21h</a:t>
            </a:r>
            <a:endParaRPr/>
          </a:p>
          <a:p>
            <a:pPr indent="0" lvl="0" marL="0" rtl="0" algn="l">
              <a:lnSpc>
                <a:spcPct val="100000"/>
              </a:lnSpc>
              <a:spcBef>
                <a:spcPts val="228"/>
              </a:spcBef>
              <a:spcAft>
                <a:spcPts val="0"/>
              </a:spcAft>
              <a:buSzPct val="100000"/>
              <a:buNone/>
            </a:pPr>
            <a:r>
              <a:rPr lang="es-MX"/>
              <a:t>        jmp salir</a:t>
            </a:r>
            <a:endParaRPr/>
          </a:p>
          <a:p>
            <a:pPr indent="0" lvl="0" marL="0" rtl="0" algn="l">
              <a:lnSpc>
                <a:spcPct val="100000"/>
              </a:lnSpc>
              <a:spcBef>
                <a:spcPts val="228"/>
              </a:spcBef>
              <a:spcAft>
                <a:spcPts val="0"/>
              </a:spcAft>
              <a:buSzPct val="100000"/>
              <a:buNone/>
            </a:pPr>
            <a:r>
              <a:rPr lang="es-MX"/>
              <a:t>igual:  mov ah,9</a:t>
            </a:r>
            <a:endParaRPr/>
          </a:p>
          <a:p>
            <a:pPr indent="0" lvl="0" marL="0" rtl="0" algn="l">
              <a:lnSpc>
                <a:spcPct val="100000"/>
              </a:lnSpc>
              <a:spcBef>
                <a:spcPts val="228"/>
              </a:spcBef>
              <a:spcAft>
                <a:spcPts val="0"/>
              </a:spcAft>
              <a:buSzPct val="100000"/>
              <a:buNone/>
            </a:pPr>
            <a:r>
              <a:rPr lang="es-MX"/>
              <a:t>        lea dx,iguales  </a:t>
            </a:r>
            <a:endParaRPr/>
          </a:p>
          <a:p>
            <a:pPr indent="0" lvl="0" marL="0" rtl="0" algn="l">
              <a:lnSpc>
                <a:spcPct val="100000"/>
              </a:lnSpc>
              <a:spcBef>
                <a:spcPts val="228"/>
              </a:spcBef>
              <a:spcAft>
                <a:spcPts val="0"/>
              </a:spcAft>
              <a:buSzPct val="100000"/>
              <a:buNone/>
            </a:pPr>
            <a:r>
              <a:rPr lang="es-MX"/>
              <a:t>        int 21h       </a:t>
            </a:r>
            <a:endParaRPr/>
          </a:p>
          <a:p>
            <a:pPr indent="0" lvl="0" marL="0" rtl="0" algn="l">
              <a:lnSpc>
                <a:spcPct val="100000"/>
              </a:lnSpc>
              <a:spcBef>
                <a:spcPts val="228"/>
              </a:spcBef>
              <a:spcAft>
                <a:spcPts val="0"/>
              </a:spcAft>
              <a:buSzPct val="100000"/>
              <a:buNone/>
            </a:pPr>
            <a:r>
              <a:rPr lang="es-MX"/>
              <a:t>        mov ah,9</a:t>
            </a:r>
            <a:endParaRPr/>
          </a:p>
          <a:p>
            <a:pPr indent="0" lvl="0" marL="0" rtl="0" algn="l">
              <a:lnSpc>
                <a:spcPct val="100000"/>
              </a:lnSpc>
              <a:spcBef>
                <a:spcPts val="228"/>
              </a:spcBef>
              <a:spcAft>
                <a:spcPts val="0"/>
              </a:spcAft>
              <a:buSzPct val="100000"/>
              <a:buNone/>
            </a:pPr>
            <a:r>
              <a:rPr lang="es-MX"/>
              <a:t>        lea dx,cadena2</a:t>
            </a:r>
            <a:endParaRPr/>
          </a:p>
          <a:p>
            <a:pPr indent="0" lvl="0" marL="0" rtl="0" algn="l">
              <a:lnSpc>
                <a:spcPct val="100000"/>
              </a:lnSpc>
              <a:spcBef>
                <a:spcPts val="228"/>
              </a:spcBef>
              <a:spcAft>
                <a:spcPts val="0"/>
              </a:spcAft>
              <a:buSzPct val="100000"/>
              <a:buNone/>
            </a:pPr>
            <a:r>
              <a:rPr lang="es-MX"/>
              <a:t>        int 21h</a:t>
            </a:r>
            <a:endParaRPr/>
          </a:p>
          <a:p>
            <a:pPr indent="0" lvl="0" marL="0" rtl="0" algn="l">
              <a:lnSpc>
                <a:spcPct val="100000"/>
              </a:lnSpc>
              <a:spcBef>
                <a:spcPts val="228"/>
              </a:spcBef>
              <a:spcAft>
                <a:spcPts val="0"/>
              </a:spcAft>
              <a:buSzPct val="100000"/>
              <a:buNone/>
            </a:pPr>
            <a:r>
              <a:rPr lang="es-MX"/>
              <a:t>salir:  mov ax,4c00h</a:t>
            </a:r>
            <a:endParaRPr/>
          </a:p>
          <a:p>
            <a:pPr indent="0" lvl="0" marL="0" rtl="0" algn="l">
              <a:lnSpc>
                <a:spcPct val="100000"/>
              </a:lnSpc>
              <a:spcBef>
                <a:spcPts val="228"/>
              </a:spcBef>
              <a:spcAft>
                <a:spcPts val="0"/>
              </a:spcAft>
              <a:buSzPct val="100000"/>
              <a:buNone/>
            </a:pPr>
            <a:r>
              <a:rPr lang="es-MX"/>
              <a:t>        int 21h</a:t>
            </a:r>
            <a:endParaRPr/>
          </a:p>
          <a:p>
            <a:pPr indent="0" lvl="0" marL="0" rtl="0" algn="l">
              <a:lnSpc>
                <a:spcPct val="100000"/>
              </a:lnSpc>
              <a:spcBef>
                <a:spcPts val="228"/>
              </a:spcBef>
              <a:spcAft>
                <a:spcPts val="0"/>
              </a:spcAft>
              <a:buSzPct val="100000"/>
              <a:buNone/>
            </a:pPr>
            <a:r>
              <a:rPr lang="es-MX"/>
              <a:t>        ret</a:t>
            </a:r>
            <a:endParaRPr/>
          </a:p>
          <a:p>
            <a:pPr indent="0" lvl="0" marL="0" rtl="0" algn="l">
              <a:lnSpc>
                <a:spcPct val="100000"/>
              </a:lnSpc>
              <a:spcBef>
                <a:spcPts val="360"/>
              </a:spcBef>
              <a:spcAft>
                <a:spcPts val="0"/>
              </a:spcAft>
              <a:buSzPct val="173076"/>
              <a:buNone/>
            </a:pPr>
            <a:r>
              <a:t/>
            </a:r>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2" name="Shape 1752"/>
        <p:cNvGrpSpPr/>
        <p:nvPr/>
      </p:nvGrpSpPr>
      <p:grpSpPr>
        <a:xfrm>
          <a:off x="0" y="0"/>
          <a:ext cx="0" cy="0"/>
          <a:chOff x="0" y="0"/>
          <a:chExt cx="0" cy="0"/>
        </a:xfrm>
      </p:grpSpPr>
      <p:sp>
        <p:nvSpPr>
          <p:cNvPr id="1753" name="Google Shape;1753;p2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Movsb y movsbW</a:t>
            </a:r>
            <a:endParaRPr/>
          </a:p>
        </p:txBody>
      </p:sp>
      <p:sp>
        <p:nvSpPr>
          <p:cNvPr id="1754" name="Google Shape;1754;p2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342900" lvl="0" marL="457200" rtl="0" algn="just">
              <a:lnSpc>
                <a:spcPct val="100000"/>
              </a:lnSpc>
              <a:spcBef>
                <a:spcPts val="360"/>
              </a:spcBef>
              <a:spcAft>
                <a:spcPts val="0"/>
              </a:spcAft>
              <a:buSzPct val="102272"/>
              <a:buChar char="•"/>
            </a:pPr>
            <a:r>
              <a:rPr lang="es-MX"/>
              <a:t>Los mnemónicos MOVSB y MOVSW se utilizan para copiar un byte o una palabra desde la dirección apuntada por SI a la dirección apuntada por DI, respectivamente. Después de la copia, ambos registros (SI y DI) se incrementan o decrementan automáticamente, dependiendo de la dirección de la cadena.</a:t>
            </a:r>
            <a:endParaRPr/>
          </a:p>
          <a:p>
            <a:pPr indent="-228600" lvl="0" marL="457200" rtl="0" algn="just">
              <a:lnSpc>
                <a:spcPct val="100000"/>
              </a:lnSpc>
              <a:spcBef>
                <a:spcPts val="360"/>
              </a:spcBef>
              <a:spcAft>
                <a:spcPts val="0"/>
              </a:spcAft>
              <a:buSzPct val="102272"/>
              <a:buNone/>
            </a:pPr>
            <a:r>
              <a:t/>
            </a:r>
            <a:endParaRPr/>
          </a:p>
          <a:p>
            <a:pPr indent="-342900" lvl="0" marL="457200" rtl="0" algn="just">
              <a:lnSpc>
                <a:spcPct val="100000"/>
              </a:lnSpc>
              <a:spcBef>
                <a:spcPts val="360"/>
              </a:spcBef>
              <a:spcAft>
                <a:spcPts val="0"/>
              </a:spcAft>
              <a:buSzPct val="102272"/>
              <a:buChar char="•"/>
            </a:pPr>
            <a:r>
              <a:rPr lang="es-MX"/>
              <a:t>Estas instrucciones son útiles para copiar datos de una cadena a otra en la memoria. MOVSB copia un byte y MOVSW copia una palabra (dos bytes). Por ejemplo, si DS:SI apunta a una cadena de origen y ES:DI apunta a una cadena de destino, MOVSB copiará un byte de la cadena de origen a la cadena de destino y ajustará automáticamente SI y DI para que apunten al siguiente byte en cada cadena.</a:t>
            </a:r>
            <a:endParaRPr/>
          </a:p>
          <a:p>
            <a:pPr indent="-228600" lvl="0" marL="457200" rtl="0" algn="just">
              <a:lnSpc>
                <a:spcPct val="100000"/>
              </a:lnSpc>
              <a:spcBef>
                <a:spcPts val="360"/>
              </a:spcBef>
              <a:spcAft>
                <a:spcPts val="0"/>
              </a:spcAft>
              <a:buSzPct val="102272"/>
              <a:buNone/>
            </a:pPr>
            <a:r>
              <a:t/>
            </a:r>
            <a:endParaRPr/>
          </a:p>
          <a:p>
            <a:pPr indent="-342900" lvl="0" marL="457200" rtl="0" algn="just">
              <a:lnSpc>
                <a:spcPct val="100000"/>
              </a:lnSpc>
              <a:spcBef>
                <a:spcPts val="360"/>
              </a:spcBef>
              <a:spcAft>
                <a:spcPts val="0"/>
              </a:spcAft>
              <a:buSzPct val="102272"/>
              <a:buChar char="•"/>
            </a:pPr>
            <a:r>
              <a:rPr lang="es-MX"/>
              <a:t>Después de la ejecución de MOVSB o MOVSW, no se alteran las banderas de estado. El registro SI se incrementa o decrementa según la dirección de la cadena establecida por el flag DF (Direction Flag). Si DF es cero, SI se incrementa; si DF es uno, SI se decrementa. El registro DI también se incrementa o decrementa de la misma manera.</a:t>
            </a:r>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8" name="Shape 1758"/>
        <p:cNvGrpSpPr/>
        <p:nvPr/>
      </p:nvGrpSpPr>
      <p:grpSpPr>
        <a:xfrm>
          <a:off x="0" y="0"/>
          <a:ext cx="0" cy="0"/>
          <a:chOff x="0" y="0"/>
          <a:chExt cx="0" cy="0"/>
        </a:xfrm>
      </p:grpSpPr>
      <p:sp>
        <p:nvSpPr>
          <p:cNvPr id="1759" name="Google Shape;1759;p2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1760" name="Google Shape;1760;p2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SzPct val="100000"/>
              <a:buNone/>
            </a:pPr>
            <a:r>
              <a:rPr lang="es-MX"/>
              <a:t> org 100h</a:t>
            </a:r>
            <a:endParaRPr/>
          </a:p>
          <a:p>
            <a:pPr indent="0" lvl="0" marL="0" rtl="0" algn="l">
              <a:lnSpc>
                <a:spcPct val="100000"/>
              </a:lnSpc>
              <a:spcBef>
                <a:spcPts val="264"/>
              </a:spcBef>
              <a:spcAft>
                <a:spcPts val="0"/>
              </a:spcAft>
              <a:buSzPct val="100000"/>
              <a:buNone/>
            </a:pPr>
            <a:r>
              <a:rPr lang="es-MX"/>
              <a:t>        jmp inicio</a:t>
            </a:r>
            <a:endParaRPr/>
          </a:p>
          <a:p>
            <a:pPr indent="0" lvl="0" marL="0" rtl="0" algn="l">
              <a:lnSpc>
                <a:spcPct val="100000"/>
              </a:lnSpc>
              <a:spcBef>
                <a:spcPts val="264"/>
              </a:spcBef>
              <a:spcAft>
                <a:spcPts val="0"/>
              </a:spcAft>
              <a:buSzPct val="100000"/>
              <a:buNone/>
            </a:pPr>
            <a:r>
              <a:rPr lang="es-MX"/>
              <a:t>        cadena1 db 'Hola','$'</a:t>
            </a:r>
            <a:endParaRPr/>
          </a:p>
          <a:p>
            <a:pPr indent="0" lvl="0" marL="0" rtl="0" algn="l">
              <a:lnSpc>
                <a:spcPct val="100000"/>
              </a:lnSpc>
              <a:spcBef>
                <a:spcPts val="264"/>
              </a:spcBef>
              <a:spcAft>
                <a:spcPts val="0"/>
              </a:spcAft>
              <a:buSzPct val="100000"/>
              <a:buNone/>
            </a:pPr>
            <a:r>
              <a:rPr lang="es-MX"/>
              <a:t>        cadena2 db 'la cadena','$'</a:t>
            </a:r>
            <a:endParaRPr/>
          </a:p>
          <a:p>
            <a:pPr indent="0" lvl="0" marL="0" rtl="0" algn="l">
              <a:lnSpc>
                <a:spcPct val="100000"/>
              </a:lnSpc>
              <a:spcBef>
                <a:spcPts val="264"/>
              </a:spcBef>
              <a:spcAft>
                <a:spcPts val="0"/>
              </a:spcAft>
              <a:buSzPct val="100000"/>
              <a:buNone/>
            </a:pPr>
            <a:r>
              <a:rPr lang="es-MX"/>
              <a:t>inicio:</a:t>
            </a:r>
            <a:endParaRPr/>
          </a:p>
          <a:p>
            <a:pPr indent="0" lvl="0" marL="0" rtl="0" algn="l">
              <a:lnSpc>
                <a:spcPct val="100000"/>
              </a:lnSpc>
              <a:spcBef>
                <a:spcPts val="264"/>
              </a:spcBef>
              <a:spcAft>
                <a:spcPts val="0"/>
              </a:spcAft>
              <a:buSzPct val="100000"/>
              <a:buNone/>
            </a:pPr>
            <a:r>
              <a:rPr lang="es-MX"/>
              <a:t>        lea si,cadena1        </a:t>
            </a:r>
            <a:endParaRPr/>
          </a:p>
          <a:p>
            <a:pPr indent="0" lvl="0" marL="0" rtl="0" algn="l">
              <a:lnSpc>
                <a:spcPct val="100000"/>
              </a:lnSpc>
              <a:spcBef>
                <a:spcPts val="264"/>
              </a:spcBef>
              <a:spcAft>
                <a:spcPts val="0"/>
              </a:spcAft>
              <a:buSzPct val="100000"/>
              <a:buNone/>
            </a:pPr>
            <a:r>
              <a:rPr lang="es-MX"/>
              <a:t>        lea di,cadena2</a:t>
            </a:r>
            <a:endParaRPr/>
          </a:p>
          <a:p>
            <a:pPr indent="0" lvl="0" marL="0" rtl="0" algn="l">
              <a:lnSpc>
                <a:spcPct val="100000"/>
              </a:lnSpc>
              <a:spcBef>
                <a:spcPts val="264"/>
              </a:spcBef>
              <a:spcAft>
                <a:spcPts val="0"/>
              </a:spcAft>
              <a:buSzPct val="100000"/>
              <a:buNone/>
            </a:pPr>
            <a:r>
              <a:rPr lang="es-MX"/>
              <a:t>        mov cx,4</a:t>
            </a:r>
            <a:endParaRPr/>
          </a:p>
          <a:p>
            <a:pPr indent="0" lvl="0" marL="0" rtl="0" algn="l">
              <a:lnSpc>
                <a:spcPct val="100000"/>
              </a:lnSpc>
              <a:spcBef>
                <a:spcPts val="264"/>
              </a:spcBef>
              <a:spcAft>
                <a:spcPts val="0"/>
              </a:spcAft>
              <a:buSzPct val="100000"/>
              <a:buNone/>
            </a:pPr>
            <a:r>
              <a:rPr lang="es-MX"/>
              <a:t>        rep movsb</a:t>
            </a:r>
            <a:endParaRPr/>
          </a:p>
          <a:p>
            <a:pPr indent="0" lvl="0" marL="0" rtl="0" algn="l">
              <a:lnSpc>
                <a:spcPct val="100000"/>
              </a:lnSpc>
              <a:spcBef>
                <a:spcPts val="264"/>
              </a:spcBef>
              <a:spcAft>
                <a:spcPts val="0"/>
              </a:spcAft>
              <a:buSzPct val="100000"/>
              <a:buNone/>
            </a:pPr>
            <a:r>
              <a:rPr lang="es-MX"/>
              <a:t>        mov ah,9</a:t>
            </a:r>
            <a:endParaRPr/>
          </a:p>
          <a:p>
            <a:pPr indent="0" lvl="0" marL="0" rtl="0" algn="l">
              <a:lnSpc>
                <a:spcPct val="100000"/>
              </a:lnSpc>
              <a:spcBef>
                <a:spcPts val="264"/>
              </a:spcBef>
              <a:spcAft>
                <a:spcPts val="0"/>
              </a:spcAft>
              <a:buSzPct val="100000"/>
              <a:buNone/>
            </a:pPr>
            <a:r>
              <a:rPr lang="es-MX"/>
              <a:t>        lea dx,cadena2</a:t>
            </a:r>
            <a:endParaRPr/>
          </a:p>
          <a:p>
            <a:pPr indent="0" lvl="0" marL="0" rtl="0" algn="l">
              <a:lnSpc>
                <a:spcPct val="100000"/>
              </a:lnSpc>
              <a:spcBef>
                <a:spcPts val="264"/>
              </a:spcBef>
              <a:spcAft>
                <a:spcPts val="0"/>
              </a:spcAft>
              <a:buSzPct val="100000"/>
              <a:buNone/>
            </a:pPr>
            <a:r>
              <a:rPr lang="es-MX"/>
              <a:t>        int 21h</a:t>
            </a:r>
            <a:endParaRPr/>
          </a:p>
          <a:p>
            <a:pPr indent="0" lvl="0" marL="0" rtl="0" algn="l">
              <a:lnSpc>
                <a:spcPct val="100000"/>
              </a:lnSpc>
              <a:spcBef>
                <a:spcPts val="264"/>
              </a:spcBef>
              <a:spcAft>
                <a:spcPts val="0"/>
              </a:spcAft>
              <a:buSzPct val="100000"/>
              <a:buNone/>
            </a:pPr>
            <a:r>
              <a:rPr lang="es-MX"/>
              <a:t>        ret</a:t>
            </a:r>
            <a:endParaRPr/>
          </a:p>
          <a:p>
            <a:pPr indent="0" lvl="0" marL="0" rtl="0" algn="l">
              <a:lnSpc>
                <a:spcPct val="100000"/>
              </a:lnSpc>
              <a:spcBef>
                <a:spcPts val="360"/>
              </a:spcBef>
              <a:spcAft>
                <a:spcPts val="0"/>
              </a:spcAft>
              <a:buSzPct val="72580"/>
              <a:buNone/>
            </a:pPr>
            <a:r>
              <a:t/>
            </a:r>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4" name="Shape 1764"/>
        <p:cNvGrpSpPr/>
        <p:nvPr/>
      </p:nvGrpSpPr>
      <p:grpSpPr>
        <a:xfrm>
          <a:off x="0" y="0"/>
          <a:ext cx="0" cy="0"/>
          <a:chOff x="0" y="0"/>
          <a:chExt cx="0" cy="0"/>
        </a:xfrm>
      </p:grpSpPr>
      <p:sp>
        <p:nvSpPr>
          <p:cNvPr id="1765" name="Google Shape;1765;p2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b="1" lang="es-MX"/>
              <a:t>LODSB</a:t>
            </a:r>
            <a:endParaRPr/>
          </a:p>
        </p:txBody>
      </p:sp>
      <p:sp>
        <p:nvSpPr>
          <p:cNvPr id="1766" name="Google Shape;1766;p2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457200" rtl="0" algn="just">
              <a:lnSpc>
                <a:spcPct val="100000"/>
              </a:lnSpc>
              <a:spcBef>
                <a:spcPts val="360"/>
              </a:spcBef>
              <a:spcAft>
                <a:spcPts val="0"/>
              </a:spcAft>
              <a:buSzPts val="1800"/>
              <a:buChar char="•"/>
            </a:pPr>
            <a:r>
              <a:rPr lang="es-MX"/>
              <a:t>La instrucción LODSB (Cargar byte de cadena) en emu8086 </a:t>
            </a:r>
            <a:r>
              <a:rPr b="1" lang="es-MX"/>
              <a:t>carga un byte desde la dirección apuntada por SI en el registro AL</a:t>
            </a:r>
            <a:r>
              <a:rPr lang="es-MX"/>
              <a:t>, </a:t>
            </a:r>
            <a:r>
              <a:rPr lang="es-MX">
                <a:solidFill>
                  <a:srgbClr val="FF0000"/>
                </a:solidFill>
              </a:rPr>
              <a:t>y luego incrementa o decrementa automáticamente SI</a:t>
            </a:r>
            <a:r>
              <a:rPr lang="es-MX"/>
              <a:t>, dependiendo de la dirección de la cadena. Esto es útil para procesar cadenas de bytes de manera eficiente en un bucle.</a:t>
            </a:r>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0" name="Shape 1770"/>
        <p:cNvGrpSpPr/>
        <p:nvPr/>
      </p:nvGrpSpPr>
      <p:grpSpPr>
        <a:xfrm>
          <a:off x="0" y="0"/>
          <a:ext cx="0" cy="0"/>
          <a:chOff x="0" y="0"/>
          <a:chExt cx="0" cy="0"/>
        </a:xfrm>
      </p:grpSpPr>
      <p:sp>
        <p:nvSpPr>
          <p:cNvPr id="1771" name="Google Shape;1771;p2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Ejemplo de </a:t>
            </a:r>
            <a:r>
              <a:rPr b="1" lang="es-MX"/>
              <a:t>LODSB</a:t>
            </a:r>
            <a:endParaRPr/>
          </a:p>
        </p:txBody>
      </p:sp>
      <p:sp>
        <p:nvSpPr>
          <p:cNvPr id="1772" name="Google Shape;1772;p2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360"/>
              </a:spcBef>
              <a:spcAft>
                <a:spcPts val="0"/>
              </a:spcAft>
              <a:buSzPct val="90000"/>
              <a:buNone/>
            </a:pPr>
            <a:r>
              <a:rPr lang="es-MX"/>
              <a:t>org 100h</a:t>
            </a:r>
            <a:endParaRPr/>
          </a:p>
          <a:p>
            <a:pPr indent="0" lvl="0" marL="0" rtl="0" algn="l">
              <a:lnSpc>
                <a:spcPct val="100000"/>
              </a:lnSpc>
              <a:spcBef>
                <a:spcPts val="360"/>
              </a:spcBef>
              <a:spcAft>
                <a:spcPts val="0"/>
              </a:spcAft>
              <a:buSzPct val="90000"/>
              <a:buNone/>
            </a:pPr>
            <a:r>
              <a:rPr lang="es-MX"/>
              <a:t>        jmp inicio</a:t>
            </a:r>
            <a:endParaRPr/>
          </a:p>
          <a:p>
            <a:pPr indent="0" lvl="0" marL="0" rtl="0" algn="l">
              <a:lnSpc>
                <a:spcPct val="100000"/>
              </a:lnSpc>
              <a:spcBef>
                <a:spcPts val="360"/>
              </a:spcBef>
              <a:spcAft>
                <a:spcPts val="0"/>
              </a:spcAft>
              <a:buSzPct val="90000"/>
              <a:buNone/>
            </a:pPr>
            <a:r>
              <a:rPr lang="es-MX"/>
              <a:t>        origen1 db 'esta es la cadena a iniciar','$'</a:t>
            </a:r>
            <a:endParaRPr/>
          </a:p>
          <a:p>
            <a:pPr indent="0" lvl="0" marL="0" rtl="0" algn="l">
              <a:lnSpc>
                <a:spcPct val="100000"/>
              </a:lnSpc>
              <a:spcBef>
                <a:spcPts val="360"/>
              </a:spcBef>
              <a:spcAft>
                <a:spcPts val="0"/>
              </a:spcAft>
              <a:buSzPct val="90000"/>
              <a:buNone/>
            </a:pPr>
            <a:r>
              <a:rPr lang="es-MX"/>
              <a:t>        longitud equ $ - origen1                  </a:t>
            </a:r>
            <a:endParaRPr/>
          </a:p>
          <a:p>
            <a:pPr indent="0" lvl="0" marL="0" rtl="0" algn="l">
              <a:lnSpc>
                <a:spcPct val="100000"/>
              </a:lnSpc>
              <a:spcBef>
                <a:spcPts val="360"/>
              </a:spcBef>
              <a:spcAft>
                <a:spcPts val="0"/>
              </a:spcAft>
              <a:buSzPct val="90000"/>
              <a:buNone/>
            </a:pPr>
            <a:r>
              <a:rPr lang="es-MX"/>
              <a:t>inicio: mov ax, @data</a:t>
            </a:r>
            <a:endParaRPr/>
          </a:p>
          <a:p>
            <a:pPr indent="0" lvl="0" marL="0" rtl="0" algn="l">
              <a:lnSpc>
                <a:spcPct val="100000"/>
              </a:lnSpc>
              <a:spcBef>
                <a:spcPts val="360"/>
              </a:spcBef>
              <a:spcAft>
                <a:spcPts val="0"/>
              </a:spcAft>
              <a:buSzPct val="90000"/>
              <a:buNone/>
            </a:pPr>
            <a:r>
              <a:rPr lang="es-MX"/>
              <a:t>        mov ds, ax</a:t>
            </a:r>
            <a:endParaRPr/>
          </a:p>
          <a:p>
            <a:pPr indent="0" lvl="0" marL="0" rtl="0" algn="l">
              <a:lnSpc>
                <a:spcPct val="100000"/>
              </a:lnSpc>
              <a:spcBef>
                <a:spcPts val="360"/>
              </a:spcBef>
              <a:spcAft>
                <a:spcPts val="0"/>
              </a:spcAft>
              <a:buSzPct val="90000"/>
              <a:buNone/>
            </a:pPr>
            <a:r>
              <a:rPr lang="es-MX"/>
              <a:t>        cld</a:t>
            </a:r>
            <a:endParaRPr/>
          </a:p>
          <a:p>
            <a:pPr indent="0" lvl="0" marL="0" rtl="0" algn="l">
              <a:lnSpc>
                <a:spcPct val="100000"/>
              </a:lnSpc>
              <a:spcBef>
                <a:spcPts val="360"/>
              </a:spcBef>
              <a:spcAft>
                <a:spcPts val="0"/>
              </a:spcAft>
              <a:buSzPct val="90000"/>
              <a:buNone/>
            </a:pPr>
            <a:r>
              <a:rPr lang="es-MX"/>
              <a:t>        xor cx, cx</a:t>
            </a:r>
            <a:endParaRPr/>
          </a:p>
          <a:p>
            <a:pPr indent="0" lvl="0" marL="0" rtl="0" algn="l">
              <a:lnSpc>
                <a:spcPct val="100000"/>
              </a:lnSpc>
              <a:spcBef>
                <a:spcPts val="360"/>
              </a:spcBef>
              <a:spcAft>
                <a:spcPts val="0"/>
              </a:spcAft>
              <a:buSzPct val="90000"/>
              <a:buNone/>
            </a:pPr>
            <a:r>
              <a:rPr lang="es-MX"/>
              <a:t>        mov cl, longitud</a:t>
            </a:r>
            <a:endParaRPr/>
          </a:p>
          <a:p>
            <a:pPr indent="0" lvl="0" marL="0" rtl="0" algn="l">
              <a:lnSpc>
                <a:spcPct val="100000"/>
              </a:lnSpc>
              <a:spcBef>
                <a:spcPts val="360"/>
              </a:spcBef>
              <a:spcAft>
                <a:spcPts val="0"/>
              </a:spcAft>
              <a:buSzPct val="90000"/>
              <a:buNone/>
            </a:pPr>
            <a:r>
              <a:rPr lang="es-MX"/>
              <a:t>        lea si, origen1</a:t>
            </a:r>
            <a:endParaRPr/>
          </a:p>
          <a:p>
            <a:pPr indent="0" lvl="0" marL="0" rtl="0" algn="l">
              <a:lnSpc>
                <a:spcPct val="100000"/>
              </a:lnSpc>
              <a:spcBef>
                <a:spcPts val="360"/>
              </a:spcBef>
              <a:spcAft>
                <a:spcPts val="0"/>
              </a:spcAft>
              <a:buSzPct val="90000"/>
              <a:buNone/>
            </a:pPr>
            <a:r>
              <a:rPr lang="es-MX"/>
              <a:t>        rep LODSB</a:t>
            </a:r>
            <a:endParaRPr/>
          </a:p>
          <a:p>
            <a:pPr indent="0" lvl="0" marL="0" rtl="0" algn="l">
              <a:lnSpc>
                <a:spcPct val="100000"/>
              </a:lnSpc>
              <a:spcBef>
                <a:spcPts val="360"/>
              </a:spcBef>
              <a:spcAft>
                <a:spcPts val="0"/>
              </a:spcAft>
              <a:buSzPct val="90000"/>
              <a:buNone/>
            </a:pPr>
            <a:r>
              <a:rPr lang="es-MX"/>
              <a:t>salir:  mov ax,4c00h</a:t>
            </a:r>
            <a:endParaRPr/>
          </a:p>
          <a:p>
            <a:pPr indent="0" lvl="0" marL="0" rtl="0" algn="l">
              <a:lnSpc>
                <a:spcPct val="100000"/>
              </a:lnSpc>
              <a:spcBef>
                <a:spcPts val="360"/>
              </a:spcBef>
              <a:spcAft>
                <a:spcPts val="0"/>
              </a:spcAft>
              <a:buSzPct val="90000"/>
              <a:buNone/>
            </a:pPr>
            <a:r>
              <a:rPr lang="es-MX"/>
              <a:t>        int 21h</a:t>
            </a:r>
            <a:endParaRPr/>
          </a:p>
          <a:p>
            <a:pPr indent="0" lvl="0" marL="0" rtl="0" algn="l">
              <a:lnSpc>
                <a:spcPct val="100000"/>
              </a:lnSpc>
              <a:spcBef>
                <a:spcPts val="360"/>
              </a:spcBef>
              <a:spcAft>
                <a:spcPts val="0"/>
              </a:spcAft>
              <a:buSzPct val="90000"/>
              <a:buNone/>
            </a:pPr>
            <a:r>
              <a:rPr lang="es-MX"/>
              <a:t>        ret</a:t>
            </a:r>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sp>
        <p:nvSpPr>
          <p:cNvPr id="1777" name="Google Shape;1777;p2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STOSB/STOSW</a:t>
            </a:r>
            <a:endParaRPr/>
          </a:p>
        </p:txBody>
      </p:sp>
      <p:sp>
        <p:nvSpPr>
          <p:cNvPr id="1778" name="Google Shape;1778;p2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342900" lvl="0" marL="457200" rtl="0" algn="just">
              <a:lnSpc>
                <a:spcPct val="100000"/>
              </a:lnSpc>
              <a:spcBef>
                <a:spcPts val="360"/>
              </a:spcBef>
              <a:spcAft>
                <a:spcPts val="0"/>
              </a:spcAft>
              <a:buSzPct val="90000"/>
              <a:buChar char="•"/>
            </a:pPr>
            <a:r>
              <a:rPr lang="es-MX"/>
              <a:t>La instrucción STOSB y STOSW en emu8086 se utilizan para almacenar el byte o la palabra en el registro AL o AX respectivamente, en la dirección apuntada por el registro DI, y luego incrementar o decrementar DI dependiendo de la dirección de la cadena. Estas instrucciones son útiles para escribir datos en memoria mientras se procesan cadenas de bytes o palabras.</a:t>
            </a:r>
            <a:endParaRPr/>
          </a:p>
          <a:p>
            <a:pPr indent="-228600" lvl="0" marL="457200" rtl="0" algn="l">
              <a:lnSpc>
                <a:spcPct val="100000"/>
              </a:lnSpc>
              <a:spcBef>
                <a:spcPts val="360"/>
              </a:spcBef>
              <a:spcAft>
                <a:spcPts val="0"/>
              </a:spcAft>
              <a:buClr>
                <a:schemeClr val="dk1"/>
              </a:buClr>
              <a:buSzPct val="90000"/>
              <a:buNone/>
            </a:pPr>
            <a:r>
              <a:t/>
            </a:r>
            <a:endParaRPr/>
          </a:p>
          <a:p>
            <a:pPr indent="-342900" lvl="0" marL="457200" rtl="0" algn="just">
              <a:lnSpc>
                <a:spcPct val="100000"/>
              </a:lnSpc>
              <a:spcBef>
                <a:spcPts val="360"/>
              </a:spcBef>
              <a:spcAft>
                <a:spcPts val="0"/>
              </a:spcAft>
              <a:buSzPct val="90000"/>
              <a:buChar char="•"/>
            </a:pPr>
            <a:r>
              <a:rPr lang="es-MX"/>
              <a:t>STOSB se usa para almacenar un byte y STOSW se usa para almacenar una palabra. Después de la ejecución de STOSB o STOSW, DI se incrementa si la dirección de la cadena es ascendente (DF es cero) o se decrementa si la dirección es descendente (DF es uno).</a:t>
            </a:r>
            <a:endParaRPr/>
          </a:p>
          <a:p>
            <a:pPr indent="-228600" lvl="0" marL="457200" rtl="0" algn="l">
              <a:lnSpc>
                <a:spcPct val="100000"/>
              </a:lnSpc>
              <a:spcBef>
                <a:spcPts val="360"/>
              </a:spcBef>
              <a:spcAft>
                <a:spcPts val="0"/>
              </a:spcAft>
              <a:buClr>
                <a:schemeClr val="dk1"/>
              </a:buClr>
              <a:buSzPct val="90000"/>
              <a:buNone/>
            </a:pPr>
            <a:r>
              <a:t/>
            </a:r>
            <a:endParaRPr/>
          </a:p>
          <a:p>
            <a:pPr indent="-342900" lvl="0" marL="457200" rtl="0" algn="just">
              <a:lnSpc>
                <a:spcPct val="100000"/>
              </a:lnSpc>
              <a:spcBef>
                <a:spcPts val="360"/>
              </a:spcBef>
              <a:spcAft>
                <a:spcPts val="0"/>
              </a:spcAft>
              <a:buSzPct val="90000"/>
              <a:buChar char="•"/>
            </a:pPr>
            <a:r>
              <a:rPr lang="es-MX"/>
              <a:t>En cuanto a los flags que afecta, STOSB y STOSW alteran el flag DF (Direction Flag) que controla la dirección de las operaciones de movimiento de cadenas. Si DF está en cero, DI se incrementa después de cada operación; si DF está en uno, DI se decrementa. Otros flags, como AF, CF, OF, PF y SF, no se ven afectados por estas instrucciones.</a:t>
            </a:r>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2" name="Shape 1782"/>
        <p:cNvGrpSpPr/>
        <p:nvPr/>
      </p:nvGrpSpPr>
      <p:grpSpPr>
        <a:xfrm>
          <a:off x="0" y="0"/>
          <a:ext cx="0" cy="0"/>
          <a:chOff x="0" y="0"/>
          <a:chExt cx="0" cy="0"/>
        </a:xfrm>
      </p:grpSpPr>
      <p:sp>
        <p:nvSpPr>
          <p:cNvPr id="1783" name="Google Shape;1783;p2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Ejemplo de STOSB</a:t>
            </a:r>
            <a:endParaRPr/>
          </a:p>
        </p:txBody>
      </p:sp>
      <p:sp>
        <p:nvSpPr>
          <p:cNvPr id="1784" name="Google Shape;1784;p2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360"/>
              </a:spcBef>
              <a:spcAft>
                <a:spcPts val="0"/>
              </a:spcAft>
              <a:buSzPct val="90000"/>
              <a:buNone/>
            </a:pPr>
            <a:r>
              <a:rPr lang="es-MX"/>
              <a:t> org 100h</a:t>
            </a:r>
            <a:endParaRPr/>
          </a:p>
          <a:p>
            <a:pPr indent="0" lvl="0" marL="0" rtl="0" algn="l">
              <a:lnSpc>
                <a:spcPct val="100000"/>
              </a:lnSpc>
              <a:spcBef>
                <a:spcPts val="360"/>
              </a:spcBef>
              <a:spcAft>
                <a:spcPts val="0"/>
              </a:spcAft>
              <a:buSzPct val="90000"/>
              <a:buNone/>
            </a:pPr>
            <a:r>
              <a:rPr lang="es-MX"/>
              <a:t>        jmp inicio</a:t>
            </a:r>
            <a:endParaRPr/>
          </a:p>
          <a:p>
            <a:pPr indent="0" lvl="0" marL="0" rtl="0" algn="l">
              <a:lnSpc>
                <a:spcPct val="100000"/>
              </a:lnSpc>
              <a:spcBef>
                <a:spcPts val="360"/>
              </a:spcBef>
              <a:spcAft>
                <a:spcPts val="0"/>
              </a:spcAft>
              <a:buSzPct val="90000"/>
              <a:buNone/>
            </a:pPr>
            <a:r>
              <a:rPr lang="es-MX"/>
              <a:t>        origen1 db 'esta es la cadena a iniciar','$'</a:t>
            </a:r>
            <a:endParaRPr/>
          </a:p>
          <a:p>
            <a:pPr indent="0" lvl="0" marL="0" rtl="0" algn="l">
              <a:lnSpc>
                <a:spcPct val="100000"/>
              </a:lnSpc>
              <a:spcBef>
                <a:spcPts val="360"/>
              </a:spcBef>
              <a:spcAft>
                <a:spcPts val="0"/>
              </a:spcAft>
              <a:buSzPct val="90000"/>
              <a:buNone/>
            </a:pPr>
            <a:r>
              <a:rPr lang="es-MX"/>
              <a:t>        longitud equ $ - origen1                  </a:t>
            </a:r>
            <a:endParaRPr/>
          </a:p>
          <a:p>
            <a:pPr indent="0" lvl="0" marL="0" rtl="0" algn="l">
              <a:lnSpc>
                <a:spcPct val="100000"/>
              </a:lnSpc>
              <a:spcBef>
                <a:spcPts val="360"/>
              </a:spcBef>
              <a:spcAft>
                <a:spcPts val="0"/>
              </a:spcAft>
              <a:buSzPct val="90000"/>
              <a:buNone/>
            </a:pPr>
            <a:r>
              <a:rPr lang="es-MX"/>
              <a:t>inicio: mov ax, @data</a:t>
            </a:r>
            <a:endParaRPr/>
          </a:p>
          <a:p>
            <a:pPr indent="0" lvl="0" marL="0" rtl="0" algn="l">
              <a:lnSpc>
                <a:spcPct val="100000"/>
              </a:lnSpc>
              <a:spcBef>
                <a:spcPts val="360"/>
              </a:spcBef>
              <a:spcAft>
                <a:spcPts val="0"/>
              </a:spcAft>
              <a:buSzPct val="90000"/>
              <a:buNone/>
            </a:pPr>
            <a:r>
              <a:rPr lang="es-MX"/>
              <a:t>        mov ds, ax</a:t>
            </a:r>
            <a:endParaRPr/>
          </a:p>
          <a:p>
            <a:pPr indent="0" lvl="0" marL="0" rtl="0" algn="l">
              <a:lnSpc>
                <a:spcPct val="100000"/>
              </a:lnSpc>
              <a:spcBef>
                <a:spcPts val="360"/>
              </a:spcBef>
              <a:spcAft>
                <a:spcPts val="0"/>
              </a:spcAft>
              <a:buSzPct val="90000"/>
              <a:buNone/>
            </a:pPr>
            <a:r>
              <a:rPr lang="es-MX"/>
              <a:t>        cld</a:t>
            </a:r>
            <a:endParaRPr/>
          </a:p>
          <a:p>
            <a:pPr indent="0" lvl="0" marL="0" rtl="0" algn="l">
              <a:lnSpc>
                <a:spcPct val="100000"/>
              </a:lnSpc>
              <a:spcBef>
                <a:spcPts val="360"/>
              </a:spcBef>
              <a:spcAft>
                <a:spcPts val="0"/>
              </a:spcAft>
              <a:buSzPct val="90000"/>
              <a:buNone/>
            </a:pPr>
            <a:r>
              <a:rPr lang="es-MX"/>
              <a:t>        xor cx, cx</a:t>
            </a:r>
            <a:endParaRPr/>
          </a:p>
          <a:p>
            <a:pPr indent="0" lvl="0" marL="0" rtl="0" algn="l">
              <a:lnSpc>
                <a:spcPct val="100000"/>
              </a:lnSpc>
              <a:spcBef>
                <a:spcPts val="360"/>
              </a:spcBef>
              <a:spcAft>
                <a:spcPts val="0"/>
              </a:spcAft>
              <a:buSzPct val="90000"/>
              <a:buNone/>
            </a:pPr>
            <a:r>
              <a:rPr lang="es-MX"/>
              <a:t>        mov cl, longitud</a:t>
            </a:r>
            <a:endParaRPr/>
          </a:p>
          <a:p>
            <a:pPr indent="0" lvl="0" marL="0" rtl="0" algn="l">
              <a:lnSpc>
                <a:spcPct val="100000"/>
              </a:lnSpc>
              <a:spcBef>
                <a:spcPts val="360"/>
              </a:spcBef>
              <a:spcAft>
                <a:spcPts val="0"/>
              </a:spcAft>
              <a:buSzPct val="90000"/>
              <a:buNone/>
            </a:pPr>
            <a:r>
              <a:rPr lang="es-MX"/>
              <a:t>        lea di, origen1</a:t>
            </a:r>
            <a:endParaRPr/>
          </a:p>
          <a:p>
            <a:pPr indent="0" lvl="0" marL="0" rtl="0" algn="l">
              <a:lnSpc>
                <a:spcPct val="100000"/>
              </a:lnSpc>
              <a:spcBef>
                <a:spcPts val="360"/>
              </a:spcBef>
              <a:spcAft>
                <a:spcPts val="0"/>
              </a:spcAft>
              <a:buSzPct val="90000"/>
              <a:buNone/>
            </a:pPr>
            <a:r>
              <a:rPr lang="es-MX"/>
              <a:t>        mov al, 'A'</a:t>
            </a:r>
            <a:endParaRPr/>
          </a:p>
          <a:p>
            <a:pPr indent="0" lvl="0" marL="0" rtl="0" algn="l">
              <a:lnSpc>
                <a:spcPct val="100000"/>
              </a:lnSpc>
              <a:spcBef>
                <a:spcPts val="360"/>
              </a:spcBef>
              <a:spcAft>
                <a:spcPts val="0"/>
              </a:spcAft>
              <a:buSzPct val="90000"/>
              <a:buNone/>
            </a:pPr>
            <a:r>
              <a:rPr lang="es-MX"/>
              <a:t>        rep stosb</a:t>
            </a:r>
            <a:endParaRPr/>
          </a:p>
          <a:p>
            <a:pPr indent="0" lvl="0" marL="0" rtl="0" algn="l">
              <a:lnSpc>
                <a:spcPct val="100000"/>
              </a:lnSpc>
              <a:spcBef>
                <a:spcPts val="360"/>
              </a:spcBef>
              <a:spcAft>
                <a:spcPts val="0"/>
              </a:spcAft>
              <a:buSzPct val="90000"/>
              <a:buNone/>
            </a:pPr>
            <a:r>
              <a:rPr lang="es-MX"/>
              <a:t>salir:  mov ax,4c00h</a:t>
            </a:r>
            <a:endParaRPr/>
          </a:p>
          <a:p>
            <a:pPr indent="0" lvl="0" marL="0" rtl="0" algn="l">
              <a:lnSpc>
                <a:spcPct val="100000"/>
              </a:lnSpc>
              <a:spcBef>
                <a:spcPts val="360"/>
              </a:spcBef>
              <a:spcAft>
                <a:spcPts val="0"/>
              </a:spcAft>
              <a:buSzPct val="90000"/>
              <a:buNone/>
            </a:pPr>
            <a:r>
              <a:rPr lang="es-MX"/>
              <a:t>        int 21h</a:t>
            </a:r>
            <a:endParaRPr/>
          </a:p>
          <a:p>
            <a:pPr indent="0" lvl="0" marL="0" rtl="0" algn="l">
              <a:lnSpc>
                <a:spcPct val="100000"/>
              </a:lnSpc>
              <a:spcBef>
                <a:spcPts val="360"/>
              </a:spcBef>
              <a:spcAft>
                <a:spcPts val="0"/>
              </a:spcAft>
              <a:buSzPct val="90000"/>
              <a:buNone/>
            </a:pPr>
            <a:r>
              <a:rPr lang="es-MX"/>
              <a:t>        ret</a:t>
            </a:r>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8" name="Shape 1788"/>
        <p:cNvGrpSpPr/>
        <p:nvPr/>
      </p:nvGrpSpPr>
      <p:grpSpPr>
        <a:xfrm>
          <a:off x="0" y="0"/>
          <a:ext cx="0" cy="0"/>
          <a:chOff x="0" y="0"/>
          <a:chExt cx="0" cy="0"/>
        </a:xfrm>
      </p:grpSpPr>
      <p:sp>
        <p:nvSpPr>
          <p:cNvPr id="1789" name="Google Shape;1789;p2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MACRO vs CALL</a:t>
            </a:r>
            <a:endParaRPr/>
          </a:p>
        </p:txBody>
      </p:sp>
      <p:graphicFrame>
        <p:nvGraphicFramePr>
          <p:cNvPr id="1790" name="Google Shape;1790;p229"/>
          <p:cNvGraphicFramePr/>
          <p:nvPr/>
        </p:nvGraphicFramePr>
        <p:xfrm>
          <a:off x="628650" y="2226469"/>
          <a:ext cx="3000000" cy="3000000"/>
        </p:xfrm>
        <a:graphic>
          <a:graphicData uri="http://schemas.openxmlformats.org/drawingml/2006/table">
            <a:tbl>
              <a:tblPr bandRow="1" firstRow="1">
                <a:noFill/>
                <a:tableStyleId>{172FE551-808E-42A2-8D77-5CFF6C3DFD85}</a:tableStyleId>
              </a:tblPr>
              <a:tblGrid>
                <a:gridCol w="1272000"/>
                <a:gridCol w="3105700"/>
                <a:gridCol w="3509000"/>
              </a:tblGrid>
              <a:tr h="278125">
                <a:tc>
                  <a:txBody>
                    <a:bodyPr/>
                    <a:lstStyle/>
                    <a:p>
                      <a:pPr indent="0" lvl="0" marL="0" marR="0" rtl="0" algn="l">
                        <a:lnSpc>
                          <a:spcPct val="100000"/>
                        </a:lnSpc>
                        <a:spcBef>
                          <a:spcPts val="0"/>
                        </a:spcBef>
                        <a:spcAft>
                          <a:spcPts val="0"/>
                        </a:spcAft>
                        <a:buClr>
                          <a:srgbClr val="000000"/>
                        </a:buClr>
                        <a:buSzPts val="1100"/>
                        <a:buFont typeface="Arial"/>
                        <a:buNone/>
                      </a:pPr>
                      <a:r>
                        <a:rPr b="1" i="0" lang="es-MX" sz="1100" u="none" cap="none" strike="noStrike">
                          <a:solidFill>
                            <a:schemeClr val="lt1"/>
                          </a:solidFill>
                          <a:latin typeface="Arial"/>
                          <a:ea typeface="Arial"/>
                          <a:cs typeface="Arial"/>
                          <a:sym typeface="Arial"/>
                        </a:rPr>
                        <a:t>Característica</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1" i="0" lang="es-MX" sz="1100" u="none" cap="none" strike="noStrike">
                          <a:solidFill>
                            <a:schemeClr val="lt1"/>
                          </a:solidFill>
                          <a:latin typeface="Arial"/>
                          <a:ea typeface="Arial"/>
                          <a:cs typeface="Arial"/>
                          <a:sym typeface="Arial"/>
                        </a:rPr>
                        <a:t>MACRO</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1" i="0" lang="es-MX" sz="1100" u="none" cap="none" strike="noStrike">
                          <a:solidFill>
                            <a:schemeClr val="lt1"/>
                          </a:solidFill>
                          <a:latin typeface="Arial"/>
                          <a:ea typeface="Arial"/>
                          <a:cs typeface="Arial"/>
                          <a:sym typeface="Arial"/>
                        </a:rPr>
                        <a:t>CALL</a:t>
                      </a:r>
                      <a:endParaRPr sz="1100" u="none" cap="none" strike="noStrike"/>
                    </a:p>
                  </a:txBody>
                  <a:tcPr marT="34300" marB="34300" marR="68575" marL="68575"/>
                </a:tc>
              </a:tr>
              <a:tr h="548650">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Arial"/>
                          <a:ea typeface="Arial"/>
                          <a:cs typeface="Arial"/>
                          <a:sym typeface="Arial"/>
                        </a:rPr>
                        <a:t>Uso</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Arial"/>
                          <a:ea typeface="Arial"/>
                          <a:cs typeface="Arial"/>
                          <a:sym typeface="Arial"/>
                        </a:rPr>
                        <a:t>Se utiliza para definir y expandir macros, que son secuencias de instrucciones que se reutilizan varias veces en el código.</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Arial"/>
                          <a:ea typeface="Arial"/>
                          <a:cs typeface="Arial"/>
                          <a:sym typeface="Arial"/>
                        </a:rPr>
                        <a:t>Se utiliza para llamar a una subrutina o procedimiento definido previamente en el programa.</a:t>
                      </a:r>
                      <a:endParaRPr sz="1100" u="none" cap="none" strike="noStrike"/>
                    </a:p>
                  </a:txBody>
                  <a:tcPr marT="34300" marB="34300" marR="68575" marL="68575"/>
                </a:tc>
              </a:tr>
              <a:tr h="708650">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Arial"/>
                          <a:ea typeface="Arial"/>
                          <a:cs typeface="Arial"/>
                          <a:sym typeface="Arial"/>
                        </a:rPr>
                        <a:t>Funcionalidad</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Arial"/>
                          <a:ea typeface="Arial"/>
                          <a:cs typeface="Arial"/>
                          <a:sym typeface="Arial"/>
                        </a:rPr>
                        <a:t>Las macros se expanden en tiempo de ensamblado, lo que significa que el código generado contiene las instrucciones reales de la macro en lugar de la llamada a la macro en sí.</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Arial"/>
                          <a:ea typeface="Arial"/>
                          <a:cs typeface="Arial"/>
                          <a:sym typeface="Arial"/>
                        </a:rPr>
                        <a:t>CALL se utiliza para transferir el control a una subrutina o procedimiento y luego regresar al punto de llamada.</a:t>
                      </a:r>
                      <a:endParaRPr sz="1100" u="none" cap="none" strike="noStrike"/>
                    </a:p>
                  </a:txBody>
                  <a:tcPr marT="34300" marB="34300" marR="68575" marL="68575"/>
                </a:tc>
              </a:tr>
              <a:tr h="708650">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Arial"/>
                          <a:ea typeface="Arial"/>
                          <a:cs typeface="Arial"/>
                          <a:sym typeface="Arial"/>
                        </a:rPr>
                        <a:t>Ejemplo</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nombreMacro </a:t>
                      </a:r>
                      <a:r>
                        <a:rPr b="1" lang="es-MX" sz="1100" u="none" cap="none" strike="noStrike"/>
                        <a:t>MACRO</a:t>
                      </a:r>
                      <a:r>
                        <a:rPr lang="es-MX" sz="1100" u="none" cap="none" strike="noStrike"/>
                        <a:t> [parametros] </a:t>
                      </a:r>
                      <a:br>
                        <a:rPr lang="es-MX" sz="1100" u="none" cap="none" strike="noStrike"/>
                      </a:br>
                      <a:r>
                        <a:rPr lang="es-MX" sz="1100" u="none" cap="none" strike="noStrike"/>
                        <a:t>  </a:t>
                      </a:r>
                      <a:r>
                        <a:rPr b="1" i="0" lang="es-MX" sz="1100" u="none" cap="none" strike="noStrike">
                          <a:solidFill>
                            <a:schemeClr val="dk1"/>
                          </a:solidFill>
                          <a:latin typeface="Arial"/>
                          <a:ea typeface="Arial"/>
                          <a:cs typeface="Arial"/>
                          <a:sym typeface="Arial"/>
                        </a:rPr>
                        <a:t>Instruccion1</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1" i="0" lang="es-MX" sz="1100" u="none" cap="none" strike="noStrike">
                          <a:solidFill>
                            <a:schemeClr val="dk1"/>
                          </a:solidFill>
                          <a:latin typeface="Arial"/>
                          <a:ea typeface="Arial"/>
                          <a:cs typeface="Arial"/>
                          <a:sym typeface="Arial"/>
                        </a:rPr>
                        <a:t>  Instruccion2</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1" i="0" lang="es-MX" sz="1100" u="none" cap="none" strike="noStrike">
                          <a:solidFill>
                            <a:schemeClr val="dk1"/>
                          </a:solidFill>
                          <a:latin typeface="Arial"/>
                          <a:ea typeface="Arial"/>
                          <a:cs typeface="Arial"/>
                          <a:sym typeface="Arial"/>
                        </a:rPr>
                        <a:t>Instruccion2</a:t>
                      </a:r>
                      <a:r>
                        <a:rPr b="1" lang="es-MX" sz="1100" u="none" cap="none" strike="noStrike"/>
                        <a:t>ENDM</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1" i="0" lang="es-MX" sz="1100" u="none" cap="none" strike="noStrike">
                          <a:solidFill>
                            <a:schemeClr val="dk1"/>
                          </a:solidFill>
                          <a:latin typeface="Arial"/>
                          <a:ea typeface="Arial"/>
                          <a:cs typeface="Arial"/>
                          <a:sym typeface="Arial"/>
                        </a:rPr>
                        <a:t>call nombre_subrutina</a:t>
                      </a:r>
                      <a:endParaRPr sz="1100" u="none" cap="none" strike="noStrike"/>
                    </a:p>
                  </a:txBody>
                  <a:tcPr marT="34300" marB="34300" marR="68575" marL="68575"/>
                </a:tc>
              </a:tr>
              <a:tr h="548650">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Arial"/>
                          <a:ea typeface="Arial"/>
                          <a:cs typeface="Arial"/>
                          <a:sym typeface="Arial"/>
                        </a:rPr>
                        <a:t>Ventajas</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Arial"/>
                          <a:ea typeface="Arial"/>
                          <a:cs typeface="Arial"/>
                          <a:sym typeface="Arial"/>
                        </a:rPr>
                        <a:t>Permite la reutilización de código y la escritura de secuencias de instrucciones complejas de forma más legible.</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Arial"/>
                          <a:ea typeface="Arial"/>
                          <a:cs typeface="Arial"/>
                          <a:sym typeface="Arial"/>
                        </a:rPr>
                        <a:t>Permite estructurar el código de manera modular, lo que facilita la lectura y mantenimiento del código. También ayuda a reducir la duplicación de código.</a:t>
                      </a:r>
                      <a:endParaRPr sz="1100" u="none" cap="none" strike="noStrike"/>
                    </a:p>
                  </a:txBody>
                  <a:tcPr marT="34300" marB="34300" marR="68575" marL="68575"/>
                </a:tc>
              </a:tr>
              <a:tr h="388625">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Arial"/>
                          <a:ea typeface="Arial"/>
                          <a:cs typeface="Arial"/>
                          <a:sym typeface="Arial"/>
                        </a:rPr>
                        <a:t>Desventajas</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Arial"/>
                          <a:ea typeface="Arial"/>
                          <a:cs typeface="Arial"/>
                          <a:sym typeface="Arial"/>
                        </a:rPr>
                        <a:t>Puede aumentar el tamaño del programa si se usan muchas macros.</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Arial"/>
                          <a:ea typeface="Arial"/>
                          <a:cs typeface="Arial"/>
                          <a:sym typeface="Arial"/>
                        </a:rPr>
                        <a:t>Puede resultar en un código más extenso y menos eficiente si se llaman muchas subrutinas.</a:t>
                      </a:r>
                      <a:endParaRPr sz="1100" u="none" cap="none" strike="noStrike"/>
                    </a:p>
                  </a:txBody>
                  <a:tcPr marT="34300" marB="34300" marR="68575" marL="68575"/>
                </a:tc>
              </a:tr>
            </a:tbl>
          </a:graphicData>
        </a:graphic>
      </p:graphicFrame>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4" name="Shape 1794"/>
        <p:cNvGrpSpPr/>
        <p:nvPr/>
      </p:nvGrpSpPr>
      <p:grpSpPr>
        <a:xfrm>
          <a:off x="0" y="0"/>
          <a:ext cx="0" cy="0"/>
          <a:chOff x="0" y="0"/>
          <a:chExt cx="0" cy="0"/>
        </a:xfrm>
      </p:grpSpPr>
      <p:sp>
        <p:nvSpPr>
          <p:cNvPr id="1795" name="Google Shape;1795;p2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Algoritmos de ordenamiento</a:t>
            </a:r>
            <a:endParaRPr/>
          </a:p>
        </p:txBody>
      </p:sp>
      <p:sp>
        <p:nvSpPr>
          <p:cNvPr id="1796" name="Google Shape;1796;p2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342900" lvl="0" marL="342900" rtl="0" algn="just">
              <a:lnSpc>
                <a:spcPct val="100000"/>
              </a:lnSpc>
              <a:spcBef>
                <a:spcPts val="0"/>
              </a:spcBef>
              <a:spcAft>
                <a:spcPts val="0"/>
              </a:spcAft>
              <a:buClr>
                <a:schemeClr val="dk1"/>
              </a:buClr>
              <a:buSzPct val="100000"/>
              <a:buChar char="•"/>
            </a:pPr>
            <a:r>
              <a:rPr lang="es-MX"/>
              <a:t>Existen varios algoritmos de ordenamiento, cada uno con sus propias ventajas y desventajas en términos de eficiencia y uso de recursos. Algunos de los algoritmos más comunes son:</a:t>
            </a:r>
            <a:endParaRPr/>
          </a:p>
          <a:p>
            <a:pPr indent="-285750" lvl="1" marL="742950" rtl="0" algn="just">
              <a:lnSpc>
                <a:spcPct val="100000"/>
              </a:lnSpc>
              <a:spcBef>
                <a:spcPts val="266"/>
              </a:spcBef>
              <a:spcAft>
                <a:spcPts val="0"/>
              </a:spcAft>
              <a:buClr>
                <a:schemeClr val="dk1"/>
              </a:buClr>
              <a:buSzPct val="100000"/>
              <a:buChar char="–"/>
            </a:pPr>
            <a:r>
              <a:rPr b="1" lang="es-MX"/>
              <a:t>Bubble Sort (Ordenamiento de burbuja)</a:t>
            </a:r>
            <a:r>
              <a:rPr lang="es-MX"/>
              <a:t>: Este algoritmo compara pares de elementos adyacentes y los intercambia si están en el orden incorrecto. Es simple pero no eficiente para grandes conjuntos de datos.</a:t>
            </a:r>
            <a:endParaRPr/>
          </a:p>
          <a:p>
            <a:pPr indent="-285750" lvl="1" marL="742950" rtl="0" algn="just">
              <a:lnSpc>
                <a:spcPct val="100000"/>
              </a:lnSpc>
              <a:spcBef>
                <a:spcPts val="266"/>
              </a:spcBef>
              <a:spcAft>
                <a:spcPts val="0"/>
              </a:spcAft>
              <a:buClr>
                <a:schemeClr val="dk1"/>
              </a:buClr>
              <a:buSzPct val="100000"/>
              <a:buChar char="–"/>
            </a:pPr>
            <a:r>
              <a:rPr b="1" lang="es-MX"/>
              <a:t>Selection Sort (Ordenamiento por selección)</a:t>
            </a:r>
            <a:r>
              <a:rPr lang="es-MX"/>
              <a:t>: Este algoritmo encuentra el elemento mínimo en cada pasada y lo coloca en la posición correcta. Aunque también simple, tiene una complejidad de tiempo de O(n^2), lo que lo hace ineficiente para grandes conjuntos de datos.</a:t>
            </a:r>
            <a:endParaRPr/>
          </a:p>
          <a:p>
            <a:pPr indent="-285750" lvl="1" marL="742950" rtl="0" algn="just">
              <a:lnSpc>
                <a:spcPct val="100000"/>
              </a:lnSpc>
              <a:spcBef>
                <a:spcPts val="266"/>
              </a:spcBef>
              <a:spcAft>
                <a:spcPts val="0"/>
              </a:spcAft>
              <a:buClr>
                <a:schemeClr val="dk1"/>
              </a:buClr>
              <a:buSzPct val="100000"/>
              <a:buChar char="–"/>
            </a:pPr>
            <a:r>
              <a:rPr b="1" lang="es-MX"/>
              <a:t>Insertion Sort (Ordenamiento por inserción)</a:t>
            </a:r>
            <a:r>
              <a:rPr lang="es-MX"/>
              <a:t>: Este algoritmo construye una lista ordenada uno a uno al insertar elementos no ordenados en la posición correcta. Es eficiente para conjuntos de datos pequeños o casi ordenados, pero ineficiente para grandes conjuntos de datos.</a:t>
            </a:r>
            <a:endParaRPr/>
          </a:p>
          <a:p>
            <a:pPr indent="-285750" lvl="1" marL="742950" rtl="0" algn="just">
              <a:lnSpc>
                <a:spcPct val="100000"/>
              </a:lnSpc>
              <a:spcBef>
                <a:spcPts val="266"/>
              </a:spcBef>
              <a:spcAft>
                <a:spcPts val="0"/>
              </a:spcAft>
              <a:buClr>
                <a:schemeClr val="dk1"/>
              </a:buClr>
              <a:buSzPct val="100000"/>
              <a:buChar char="–"/>
            </a:pPr>
            <a:r>
              <a:rPr b="1" lang="es-MX"/>
              <a:t>Merge Sort (Ordenamiento por mezcla)</a:t>
            </a:r>
            <a:r>
              <a:rPr lang="es-MX"/>
              <a:t>: Este algoritmo divide recursivamente la lista en mitades, ordena las mitades y luego las fusiona para obtener la lista ordenada. Tiene una complejidad de tiempo de O(n log n), lo que lo hace eficiente para grandes conjuntos de datos.</a:t>
            </a:r>
            <a:endParaRPr/>
          </a:p>
          <a:p>
            <a:pPr indent="-285750" lvl="1" marL="742950" rtl="0" algn="just">
              <a:lnSpc>
                <a:spcPct val="100000"/>
              </a:lnSpc>
              <a:spcBef>
                <a:spcPts val="266"/>
              </a:spcBef>
              <a:spcAft>
                <a:spcPts val="0"/>
              </a:spcAft>
              <a:buClr>
                <a:schemeClr val="dk1"/>
              </a:buClr>
              <a:buSzPct val="100000"/>
              <a:buChar char="–"/>
            </a:pPr>
            <a:r>
              <a:rPr b="1" lang="es-MX"/>
              <a:t>Quick Sort (Ordenamiento rápido)</a:t>
            </a:r>
            <a:r>
              <a:rPr lang="es-MX"/>
              <a:t>: Este algoritmo elige un elemento pivote y divide la lista en dos partes, una con elementos menores que el pivote y otra con elementos mayores. Luego, ordena recursivamente las dos partes. Tiene una complejidad de tiempo promedio de O(n log n), pero puede degradarse a O(n^2) en el peor de los casos.</a:t>
            </a:r>
            <a:endParaRPr/>
          </a:p>
          <a:p>
            <a:pPr indent="-342900" lvl="0" marL="342900" rtl="0" algn="just">
              <a:lnSpc>
                <a:spcPct val="100000"/>
              </a:lnSpc>
              <a:spcBef>
                <a:spcPts val="304"/>
              </a:spcBef>
              <a:spcAft>
                <a:spcPts val="0"/>
              </a:spcAft>
              <a:buClr>
                <a:schemeClr val="dk1"/>
              </a:buClr>
              <a:buSzPct val="100000"/>
              <a:buChar char="•"/>
            </a:pPr>
            <a:r>
              <a:rPr lang="es-MX"/>
              <a:t>Estos son solo algunos ejemplos de algoritmos de ordenamiento. La elección del algoritmo adecuado depende del tamaño del conjunto de datos, la distribución de los elementos y los recursos disponibles.</a:t>
            </a:r>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0" name="Shape 1800"/>
        <p:cNvGrpSpPr/>
        <p:nvPr/>
      </p:nvGrpSpPr>
      <p:grpSpPr>
        <a:xfrm>
          <a:off x="0" y="0"/>
          <a:ext cx="0" cy="0"/>
          <a:chOff x="0" y="0"/>
          <a:chExt cx="0" cy="0"/>
        </a:xfrm>
      </p:grpSpPr>
      <p:sp>
        <p:nvSpPr>
          <p:cNvPr id="1801" name="Google Shape;1801;p2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b="1" lang="es-MX"/>
              <a:t>Bubble Sort (Ordenamiento de burbuja)</a:t>
            </a:r>
            <a:endParaRPr/>
          </a:p>
        </p:txBody>
      </p:sp>
      <p:pic>
        <p:nvPicPr>
          <p:cNvPr id="1802" name="Google Shape;1802;p231"/>
          <p:cNvPicPr preferRelativeResize="0"/>
          <p:nvPr>
            <p:ph idx="1" type="body"/>
          </p:nvPr>
        </p:nvPicPr>
        <p:blipFill rotWithShape="1">
          <a:blip r:embed="rId3">
            <a:alphaModFix/>
          </a:blip>
          <a:srcRect b="0" l="0" r="0" t="0"/>
          <a:stretch/>
        </p:blipFill>
        <p:spPr>
          <a:xfrm>
            <a:off x="1500188" y="3215283"/>
            <a:ext cx="2143125" cy="1285875"/>
          </a:xfrm>
          <a:prstGeom prst="rect">
            <a:avLst/>
          </a:prstGeom>
          <a:noFill/>
          <a:ln>
            <a:noFill/>
          </a:ln>
        </p:spPr>
      </p:pic>
      <p:pic>
        <p:nvPicPr>
          <p:cNvPr id="1803" name="Google Shape;1803;p231"/>
          <p:cNvPicPr preferRelativeResize="0"/>
          <p:nvPr>
            <p:ph idx="2" type="body"/>
          </p:nvPr>
        </p:nvPicPr>
        <p:blipFill rotWithShape="1">
          <a:blip r:embed="rId4">
            <a:alphaModFix/>
          </a:blip>
          <a:srcRect b="0" l="0" r="0" t="0"/>
          <a:stretch/>
        </p:blipFill>
        <p:spPr>
          <a:xfrm>
            <a:off x="4629150" y="2336619"/>
            <a:ext cx="3886200" cy="3203666"/>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232"/>
          <p:cNvSpPr txBox="1"/>
          <p:nvPr>
            <p:ph idx="1" type="body"/>
          </p:nvPr>
        </p:nvSpPr>
        <p:spPr>
          <a:xfrm>
            <a:off x="628650" y="1131094"/>
            <a:ext cx="3886200" cy="4358879"/>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.model small</a:t>
            </a:r>
            <a:endParaRPr/>
          </a:p>
          <a:p>
            <a:pPr indent="0" lvl="0" marL="0" rtl="0" algn="l">
              <a:lnSpc>
                <a:spcPct val="100000"/>
              </a:lnSpc>
              <a:spcBef>
                <a:spcPts val="224"/>
              </a:spcBef>
              <a:spcAft>
                <a:spcPts val="0"/>
              </a:spcAft>
              <a:buClr>
                <a:schemeClr val="dk1"/>
              </a:buClr>
              <a:buSzPct val="100000"/>
              <a:buNone/>
            </a:pPr>
            <a:r>
              <a:rPr lang="es-MX"/>
              <a:t>.stack 100h</a:t>
            </a:r>
            <a:endParaRPr/>
          </a:p>
          <a:p>
            <a:pPr indent="0" lvl="0" marL="0" rtl="0" algn="l">
              <a:lnSpc>
                <a:spcPct val="100000"/>
              </a:lnSpc>
              <a:spcBef>
                <a:spcPts val="224"/>
              </a:spcBef>
              <a:spcAft>
                <a:spcPts val="0"/>
              </a:spcAft>
              <a:buClr>
                <a:schemeClr val="dk1"/>
              </a:buClr>
              <a:buSzPct val="100000"/>
              <a:buNone/>
            </a:pPr>
            <a:r>
              <a:rPr lang="es-MX"/>
              <a:t>.data</a:t>
            </a:r>
            <a:endParaRPr/>
          </a:p>
          <a:p>
            <a:pPr indent="0" lvl="0" marL="0" rtl="0" algn="l">
              <a:lnSpc>
                <a:spcPct val="100000"/>
              </a:lnSpc>
              <a:spcBef>
                <a:spcPts val="224"/>
              </a:spcBef>
              <a:spcAft>
                <a:spcPts val="0"/>
              </a:spcAft>
              <a:buClr>
                <a:schemeClr val="dk1"/>
              </a:buClr>
              <a:buSzPct val="100000"/>
              <a:buNone/>
            </a:pPr>
            <a:r>
              <a:rPr lang="es-MX"/>
              <a:t>array db 6, 5, 19, 3, 1, 8, 7, 10, 0   ; Arreglo de números a ordenar</a:t>
            </a:r>
            <a:endParaRPr/>
          </a:p>
          <a:p>
            <a:pPr indent="0" lvl="0" marL="0" rtl="0" algn="l">
              <a:lnSpc>
                <a:spcPct val="100000"/>
              </a:lnSpc>
              <a:spcBef>
                <a:spcPts val="224"/>
              </a:spcBef>
              <a:spcAft>
                <a:spcPts val="0"/>
              </a:spcAft>
              <a:buClr>
                <a:schemeClr val="dk1"/>
              </a:buClr>
              <a:buSzPct val="100000"/>
              <a:buNone/>
            </a:pPr>
            <a:r>
              <a:rPr lang="es-MX"/>
              <a:t>n equ $ - array                  ; Longitud del arreglo</a:t>
            </a:r>
            <a:endParaRPr/>
          </a:p>
          <a:p>
            <a:pPr indent="0" lvl="0" marL="0" rtl="0" algn="l">
              <a:lnSpc>
                <a:spcPct val="100000"/>
              </a:lnSpc>
              <a:spcBef>
                <a:spcPts val="224"/>
              </a:spcBef>
              <a:spcAft>
                <a:spcPts val="0"/>
              </a:spcAft>
              <a:buClr>
                <a:schemeClr val="dk1"/>
              </a:buClr>
              <a:buSzPct val="100000"/>
              <a:buNone/>
            </a:pPr>
            <a:r>
              <a:rPr lang="es-MX"/>
              <a:t>.code</a:t>
            </a:r>
            <a:endParaRPr/>
          </a:p>
          <a:p>
            <a:pPr indent="0" lvl="0" marL="0" rtl="0" algn="l">
              <a:lnSpc>
                <a:spcPct val="100000"/>
              </a:lnSpc>
              <a:spcBef>
                <a:spcPts val="224"/>
              </a:spcBef>
              <a:spcAft>
                <a:spcPts val="0"/>
              </a:spcAft>
              <a:buClr>
                <a:schemeClr val="dk1"/>
              </a:buClr>
              <a:buSzPct val="100000"/>
              <a:buNone/>
            </a:pPr>
            <a:r>
              <a:rPr lang="es-MX"/>
              <a:t>main proc</a:t>
            </a:r>
            <a:endParaRPr/>
          </a:p>
          <a:p>
            <a:pPr indent="0" lvl="0" marL="0" rtl="0" algn="l">
              <a:lnSpc>
                <a:spcPct val="100000"/>
              </a:lnSpc>
              <a:spcBef>
                <a:spcPts val="224"/>
              </a:spcBef>
              <a:spcAft>
                <a:spcPts val="0"/>
              </a:spcAft>
              <a:buClr>
                <a:schemeClr val="dk1"/>
              </a:buClr>
              <a:buSzPct val="100000"/>
              <a:buNone/>
            </a:pPr>
            <a:r>
              <a:rPr lang="es-MX"/>
              <a:t>    mov ax, @data       ; Inicializar el segmento de datos</a:t>
            </a:r>
            <a:endParaRPr/>
          </a:p>
          <a:p>
            <a:pPr indent="0" lvl="0" marL="0" rtl="0" algn="l">
              <a:lnSpc>
                <a:spcPct val="100000"/>
              </a:lnSpc>
              <a:spcBef>
                <a:spcPts val="224"/>
              </a:spcBef>
              <a:spcAft>
                <a:spcPts val="0"/>
              </a:spcAft>
              <a:buClr>
                <a:schemeClr val="dk1"/>
              </a:buClr>
              <a:buSzPct val="100000"/>
              <a:buNone/>
            </a:pPr>
            <a:r>
              <a:rPr lang="es-MX"/>
              <a:t>    mov ds, ax</a:t>
            </a:r>
            <a:endParaRPr/>
          </a:p>
          <a:p>
            <a:pPr indent="0" lvl="0" marL="0" rtl="0" algn="l">
              <a:lnSpc>
                <a:spcPct val="100000"/>
              </a:lnSpc>
              <a:spcBef>
                <a:spcPts val="224"/>
              </a:spcBef>
              <a:spcAft>
                <a:spcPts val="0"/>
              </a:spcAft>
              <a:buClr>
                <a:schemeClr val="dk1"/>
              </a:buClr>
              <a:buSzPct val="100000"/>
              <a:buNone/>
            </a:pPr>
            <a:r>
              <a:rPr lang="es-MX"/>
              <a:t>    mov cx, n           ; Cargar la longitud del arreglo</a:t>
            </a:r>
            <a:endParaRPr/>
          </a:p>
          <a:p>
            <a:pPr indent="0" lvl="0" marL="0" rtl="0" algn="l">
              <a:lnSpc>
                <a:spcPct val="100000"/>
              </a:lnSpc>
              <a:spcBef>
                <a:spcPts val="224"/>
              </a:spcBef>
              <a:spcAft>
                <a:spcPts val="0"/>
              </a:spcAft>
              <a:buClr>
                <a:schemeClr val="dk1"/>
              </a:buClr>
              <a:buSzPct val="100000"/>
              <a:buNone/>
            </a:pPr>
            <a:r>
              <a:rPr lang="es-MX"/>
              <a:t>    dec cx              ; cx = n - 1 (para comparaciones)</a:t>
            </a:r>
            <a:endParaRPr/>
          </a:p>
          <a:p>
            <a:pPr indent="0" lvl="0" marL="0" rtl="0" algn="l">
              <a:lnSpc>
                <a:spcPct val="100000"/>
              </a:lnSpc>
              <a:spcBef>
                <a:spcPts val="224"/>
              </a:spcBef>
              <a:spcAft>
                <a:spcPts val="0"/>
              </a:spcAft>
              <a:buClr>
                <a:schemeClr val="dk1"/>
              </a:buClr>
              <a:buSzPct val="100000"/>
              <a:buNone/>
            </a:pPr>
            <a:r>
              <a:rPr lang="es-MX"/>
              <a:t>    mov si, offset array    ; Cargar dirección base del arreglo</a:t>
            </a:r>
            <a:endParaRPr/>
          </a:p>
          <a:p>
            <a:pPr indent="0" lvl="0" marL="0" rtl="0" algn="l">
              <a:lnSpc>
                <a:spcPct val="100000"/>
              </a:lnSpc>
              <a:spcBef>
                <a:spcPts val="224"/>
              </a:spcBef>
              <a:spcAft>
                <a:spcPts val="0"/>
              </a:spcAft>
              <a:buClr>
                <a:schemeClr val="dk1"/>
              </a:buClr>
              <a:buSzPct val="100000"/>
              <a:buNone/>
            </a:pPr>
            <a:r>
              <a:rPr lang="es-MX"/>
              <a:t>outer_loop:</a:t>
            </a:r>
            <a:endParaRPr/>
          </a:p>
          <a:p>
            <a:pPr indent="0" lvl="0" marL="0" rtl="0" algn="l">
              <a:lnSpc>
                <a:spcPct val="100000"/>
              </a:lnSpc>
              <a:spcBef>
                <a:spcPts val="224"/>
              </a:spcBef>
              <a:spcAft>
                <a:spcPts val="0"/>
              </a:spcAft>
              <a:buClr>
                <a:schemeClr val="dk1"/>
              </a:buClr>
              <a:buSzPct val="100000"/>
              <a:buNone/>
            </a:pPr>
            <a:r>
              <a:rPr lang="es-MX"/>
              <a:t>    mov di, si          ; Inicializar di para comparaciones internas</a:t>
            </a:r>
            <a:endParaRPr/>
          </a:p>
          <a:p>
            <a:pPr indent="0" lvl="0" marL="0" rtl="0" algn="l">
              <a:lnSpc>
                <a:spcPct val="100000"/>
              </a:lnSpc>
              <a:spcBef>
                <a:spcPts val="224"/>
              </a:spcBef>
              <a:spcAft>
                <a:spcPts val="0"/>
              </a:spcAft>
              <a:buClr>
                <a:schemeClr val="dk1"/>
              </a:buClr>
              <a:buSzPct val="100000"/>
              <a:buNone/>
            </a:pPr>
            <a:r>
              <a:rPr lang="es-MX"/>
              <a:t>    inc di              ; Incrementar di para comparar con el siguiente elemento</a:t>
            </a:r>
            <a:endParaRPr/>
          </a:p>
          <a:p>
            <a:pPr indent="0" lvl="0" marL="0" rtl="0" algn="l">
              <a:lnSpc>
                <a:spcPct val="100000"/>
              </a:lnSpc>
              <a:spcBef>
                <a:spcPts val="224"/>
              </a:spcBef>
              <a:spcAft>
                <a:spcPts val="0"/>
              </a:spcAft>
              <a:buClr>
                <a:schemeClr val="dk1"/>
              </a:buClr>
              <a:buSzPct val="100000"/>
              <a:buNone/>
            </a:pPr>
            <a:r>
              <a:rPr lang="es-MX"/>
              <a:t>inner_loop:</a:t>
            </a:r>
            <a:endParaRPr/>
          </a:p>
          <a:p>
            <a:pPr indent="0" lvl="0" marL="0" rtl="0" algn="l">
              <a:lnSpc>
                <a:spcPct val="100000"/>
              </a:lnSpc>
              <a:spcBef>
                <a:spcPts val="224"/>
              </a:spcBef>
              <a:spcAft>
                <a:spcPts val="0"/>
              </a:spcAft>
              <a:buClr>
                <a:schemeClr val="dk1"/>
              </a:buClr>
              <a:buSzPct val="100000"/>
              <a:buNone/>
            </a:pPr>
            <a:r>
              <a:rPr lang="es-MX"/>
              <a:t>    mov al, [si]        ; Cargar elemento actual</a:t>
            </a:r>
            <a:endParaRPr/>
          </a:p>
          <a:p>
            <a:pPr indent="0" lvl="0" marL="0" rtl="0" algn="l">
              <a:lnSpc>
                <a:spcPct val="100000"/>
              </a:lnSpc>
              <a:spcBef>
                <a:spcPts val="224"/>
              </a:spcBef>
              <a:spcAft>
                <a:spcPts val="0"/>
              </a:spcAft>
              <a:buClr>
                <a:schemeClr val="dk1"/>
              </a:buClr>
              <a:buSzPct val="100000"/>
              <a:buNone/>
            </a:pPr>
            <a:r>
              <a:rPr lang="es-MX"/>
              <a:t>    cmp al, [di]        ; Comparar con el siguiente elemento</a:t>
            </a:r>
            <a:endParaRPr/>
          </a:p>
          <a:p>
            <a:pPr indent="0" lvl="0" marL="0" rtl="0" algn="l">
              <a:lnSpc>
                <a:spcPct val="100000"/>
              </a:lnSpc>
              <a:spcBef>
                <a:spcPts val="224"/>
              </a:spcBef>
              <a:spcAft>
                <a:spcPts val="0"/>
              </a:spcAft>
              <a:buClr>
                <a:schemeClr val="dk1"/>
              </a:buClr>
              <a:buSzPct val="100000"/>
              <a:buNone/>
            </a:pPr>
            <a:r>
              <a:rPr lang="es-MX"/>
              <a:t>    jbe no_swap         ; Saltar si no se necesita intercambio</a:t>
            </a:r>
            <a:endParaRPr/>
          </a:p>
          <a:p>
            <a:pPr indent="0" lvl="0" marL="0" rtl="0" algn="l">
              <a:lnSpc>
                <a:spcPct val="100000"/>
              </a:lnSpc>
              <a:spcBef>
                <a:spcPts val="224"/>
              </a:spcBef>
              <a:spcAft>
                <a:spcPts val="0"/>
              </a:spcAft>
              <a:buClr>
                <a:schemeClr val="dk1"/>
              </a:buClr>
              <a:buSzPct val="100000"/>
              <a:buNone/>
            </a:pPr>
            <a:r>
              <a:rPr lang="es-MX"/>
              <a:t>    </a:t>
            </a:r>
            <a:endParaRPr/>
          </a:p>
        </p:txBody>
      </p:sp>
      <p:sp>
        <p:nvSpPr>
          <p:cNvPr id="1809" name="Google Shape;1809;p232"/>
          <p:cNvSpPr txBox="1"/>
          <p:nvPr>
            <p:ph idx="2" type="body"/>
          </p:nvPr>
        </p:nvSpPr>
        <p:spPr>
          <a:xfrm>
            <a:off x="4629150" y="1131094"/>
            <a:ext cx="3886200" cy="4358879"/>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 Intercambiar elementos</a:t>
            </a:r>
            <a:endParaRPr/>
          </a:p>
          <a:p>
            <a:pPr indent="0" lvl="0" marL="0" rtl="0" algn="l">
              <a:lnSpc>
                <a:spcPct val="100000"/>
              </a:lnSpc>
              <a:spcBef>
                <a:spcPts val="224"/>
              </a:spcBef>
              <a:spcAft>
                <a:spcPts val="0"/>
              </a:spcAft>
              <a:buClr>
                <a:schemeClr val="dk1"/>
              </a:buClr>
              <a:buSzPct val="100000"/>
              <a:buNone/>
            </a:pPr>
            <a:r>
              <a:rPr lang="es-MX"/>
              <a:t>    mov ah, [di]</a:t>
            </a:r>
            <a:endParaRPr/>
          </a:p>
          <a:p>
            <a:pPr indent="0" lvl="0" marL="0" rtl="0" algn="l">
              <a:lnSpc>
                <a:spcPct val="100000"/>
              </a:lnSpc>
              <a:spcBef>
                <a:spcPts val="224"/>
              </a:spcBef>
              <a:spcAft>
                <a:spcPts val="0"/>
              </a:spcAft>
              <a:buClr>
                <a:schemeClr val="dk1"/>
              </a:buClr>
              <a:buSzPct val="100000"/>
              <a:buNone/>
            </a:pPr>
            <a:r>
              <a:rPr lang="es-MX"/>
              <a:t>    mov [si], ah</a:t>
            </a:r>
            <a:endParaRPr/>
          </a:p>
          <a:p>
            <a:pPr indent="0" lvl="0" marL="0" rtl="0" algn="l">
              <a:lnSpc>
                <a:spcPct val="100000"/>
              </a:lnSpc>
              <a:spcBef>
                <a:spcPts val="224"/>
              </a:spcBef>
              <a:spcAft>
                <a:spcPts val="0"/>
              </a:spcAft>
              <a:buClr>
                <a:schemeClr val="dk1"/>
              </a:buClr>
              <a:buSzPct val="100000"/>
              <a:buNone/>
            </a:pPr>
            <a:r>
              <a:rPr lang="es-MX"/>
              <a:t>mov [di], al</a:t>
            </a:r>
            <a:endParaRPr/>
          </a:p>
          <a:p>
            <a:pPr indent="0" lvl="0" marL="0" rtl="0" algn="l">
              <a:lnSpc>
                <a:spcPct val="100000"/>
              </a:lnSpc>
              <a:spcBef>
                <a:spcPts val="224"/>
              </a:spcBef>
              <a:spcAft>
                <a:spcPts val="0"/>
              </a:spcAft>
              <a:buClr>
                <a:schemeClr val="dk1"/>
              </a:buClr>
              <a:buSzPct val="100000"/>
              <a:buNone/>
            </a:pPr>
            <a:r>
              <a:rPr lang="es-MX"/>
              <a:t>no_swap:</a:t>
            </a:r>
            <a:endParaRPr/>
          </a:p>
          <a:p>
            <a:pPr indent="0" lvl="0" marL="0" rtl="0" algn="l">
              <a:lnSpc>
                <a:spcPct val="100000"/>
              </a:lnSpc>
              <a:spcBef>
                <a:spcPts val="224"/>
              </a:spcBef>
              <a:spcAft>
                <a:spcPts val="0"/>
              </a:spcAft>
              <a:buClr>
                <a:schemeClr val="dk1"/>
              </a:buClr>
              <a:buSzPct val="100000"/>
              <a:buNone/>
            </a:pPr>
            <a:r>
              <a:rPr lang="es-MX"/>
              <a:t>    inc si              ; Avanzar al siguiente elemento</a:t>
            </a:r>
            <a:endParaRPr/>
          </a:p>
          <a:p>
            <a:pPr indent="0" lvl="0" marL="0" rtl="0" algn="l">
              <a:lnSpc>
                <a:spcPct val="100000"/>
              </a:lnSpc>
              <a:spcBef>
                <a:spcPts val="224"/>
              </a:spcBef>
              <a:spcAft>
                <a:spcPts val="0"/>
              </a:spcAft>
              <a:buClr>
                <a:schemeClr val="dk1"/>
              </a:buClr>
              <a:buSzPct val="100000"/>
              <a:buNone/>
            </a:pPr>
            <a:r>
              <a:rPr lang="es-MX"/>
              <a:t>    inc di              ; Avanzar al siguiente elemento</a:t>
            </a:r>
            <a:endParaRPr/>
          </a:p>
          <a:p>
            <a:pPr indent="0" lvl="0" marL="0" rtl="0" algn="l">
              <a:lnSpc>
                <a:spcPct val="100000"/>
              </a:lnSpc>
              <a:spcBef>
                <a:spcPts val="224"/>
              </a:spcBef>
              <a:spcAft>
                <a:spcPts val="0"/>
              </a:spcAft>
              <a:buClr>
                <a:schemeClr val="dk1"/>
              </a:buClr>
              <a:buSzPct val="100000"/>
              <a:buNone/>
            </a:pPr>
            <a:r>
              <a:rPr lang="es-MX"/>
              <a:t>    loop inner_loop     ; Repetir el bucle interno n veces</a:t>
            </a:r>
            <a:endParaRPr/>
          </a:p>
          <a:p>
            <a:pPr indent="0" lvl="0" marL="0" rtl="0" algn="l">
              <a:lnSpc>
                <a:spcPct val="100000"/>
              </a:lnSpc>
              <a:spcBef>
                <a:spcPts val="224"/>
              </a:spcBef>
              <a:spcAft>
                <a:spcPts val="0"/>
              </a:spcAft>
              <a:buClr>
                <a:schemeClr val="dk1"/>
              </a:buClr>
              <a:buSzPct val="100000"/>
              <a:buNone/>
            </a:pPr>
            <a:r>
              <a:rPr lang="es-MX"/>
              <a:t>    mov cx, n           ; Cargar la longitud del arreglo</a:t>
            </a:r>
            <a:endParaRPr/>
          </a:p>
          <a:p>
            <a:pPr indent="0" lvl="0" marL="0" rtl="0" algn="l">
              <a:lnSpc>
                <a:spcPct val="100000"/>
              </a:lnSpc>
              <a:spcBef>
                <a:spcPts val="224"/>
              </a:spcBef>
              <a:spcAft>
                <a:spcPts val="0"/>
              </a:spcAft>
              <a:buClr>
                <a:schemeClr val="dk1"/>
              </a:buClr>
              <a:buSzPct val="100000"/>
              <a:buNone/>
            </a:pPr>
            <a:r>
              <a:rPr lang="es-MX"/>
              <a:t>    dec cx              ; Decrementar cx para el siguiente bucle externo  </a:t>
            </a:r>
            <a:endParaRPr/>
          </a:p>
          <a:p>
            <a:pPr indent="0" lvl="0" marL="0" rtl="0" algn="l">
              <a:lnSpc>
                <a:spcPct val="100000"/>
              </a:lnSpc>
              <a:spcBef>
                <a:spcPts val="224"/>
              </a:spcBef>
              <a:spcAft>
                <a:spcPts val="0"/>
              </a:spcAft>
              <a:buClr>
                <a:schemeClr val="dk1"/>
              </a:buClr>
              <a:buSzPct val="100000"/>
              <a:buNone/>
            </a:pPr>
            <a:r>
              <a:rPr lang="es-MX"/>
              <a:t>    mov si, offset array    ; Cargar dirección base del arreglo    </a:t>
            </a:r>
            <a:endParaRPr/>
          </a:p>
          <a:p>
            <a:pPr indent="0" lvl="0" marL="0" rtl="0" algn="l">
              <a:lnSpc>
                <a:spcPct val="100000"/>
              </a:lnSpc>
              <a:spcBef>
                <a:spcPts val="224"/>
              </a:spcBef>
              <a:spcAft>
                <a:spcPts val="0"/>
              </a:spcAft>
              <a:buClr>
                <a:schemeClr val="dk1"/>
              </a:buClr>
              <a:buSzPct val="100000"/>
              <a:buNone/>
            </a:pPr>
            <a:r>
              <a:rPr lang="es-MX"/>
              <a:t>    mov di, si          ; Inicializar di para comparaciones internas</a:t>
            </a:r>
            <a:endParaRPr/>
          </a:p>
          <a:p>
            <a:pPr indent="0" lvl="0" marL="0" rtl="0" algn="l">
              <a:lnSpc>
                <a:spcPct val="100000"/>
              </a:lnSpc>
              <a:spcBef>
                <a:spcPts val="224"/>
              </a:spcBef>
              <a:spcAft>
                <a:spcPts val="0"/>
              </a:spcAft>
              <a:buClr>
                <a:schemeClr val="dk1"/>
              </a:buClr>
              <a:buSzPct val="100000"/>
              <a:buNone/>
            </a:pPr>
            <a:r>
              <a:rPr lang="es-MX"/>
              <a:t>    inc di              ; Incrementar di para comparar con el siguiente elemento</a:t>
            </a:r>
            <a:endParaRPr/>
          </a:p>
          <a:p>
            <a:pPr indent="0" lvl="0" marL="0" rtl="0" algn="l">
              <a:lnSpc>
                <a:spcPct val="100000"/>
              </a:lnSpc>
              <a:spcBef>
                <a:spcPts val="224"/>
              </a:spcBef>
              <a:spcAft>
                <a:spcPts val="0"/>
              </a:spcAft>
              <a:buClr>
                <a:schemeClr val="dk1"/>
              </a:buClr>
              <a:buSzPct val="100000"/>
              <a:buNone/>
            </a:pPr>
            <a:r>
              <a:rPr lang="es-MX"/>
              <a:t>    jnz outer_loop      ; Repetir si no se han completado todas las comparaciones</a:t>
            </a:r>
            <a:endParaRPr/>
          </a:p>
          <a:p>
            <a:pPr indent="0" lvl="0" marL="0" rtl="0" algn="l">
              <a:lnSpc>
                <a:spcPct val="100000"/>
              </a:lnSpc>
              <a:spcBef>
                <a:spcPts val="224"/>
              </a:spcBef>
              <a:spcAft>
                <a:spcPts val="0"/>
              </a:spcAft>
              <a:buClr>
                <a:schemeClr val="dk1"/>
              </a:buClr>
              <a:buSzPct val="100000"/>
              <a:buNone/>
            </a:pPr>
            <a:r>
              <a:rPr lang="es-MX"/>
              <a:t>    mov ah, 4ch         ; Salir del programa</a:t>
            </a:r>
            <a:endParaRPr/>
          </a:p>
          <a:p>
            <a:pPr indent="0" lvl="0" marL="0" rtl="0" algn="l">
              <a:lnSpc>
                <a:spcPct val="100000"/>
              </a:lnSpc>
              <a:spcBef>
                <a:spcPts val="224"/>
              </a:spcBef>
              <a:spcAft>
                <a:spcPts val="0"/>
              </a:spcAft>
              <a:buClr>
                <a:schemeClr val="dk1"/>
              </a:buClr>
              <a:buSzPct val="100000"/>
              <a:buNone/>
            </a:pPr>
            <a:r>
              <a:rPr lang="es-MX"/>
              <a:t>    int 21h</a:t>
            </a:r>
            <a:endParaRPr/>
          </a:p>
          <a:p>
            <a:pPr indent="0" lvl="0" marL="0" rtl="0" algn="l">
              <a:lnSpc>
                <a:spcPct val="100000"/>
              </a:lnSpc>
              <a:spcBef>
                <a:spcPts val="224"/>
              </a:spcBef>
              <a:spcAft>
                <a:spcPts val="0"/>
              </a:spcAft>
              <a:buClr>
                <a:schemeClr val="dk1"/>
              </a:buClr>
              <a:buSzPct val="100000"/>
              <a:buNone/>
            </a:pPr>
            <a:r>
              <a:rPr lang="es-MX"/>
              <a:t>main endp</a:t>
            </a:r>
            <a:endParaRPr/>
          </a:p>
          <a:p>
            <a:pPr indent="0" lvl="0" marL="0" rtl="0" algn="l">
              <a:lnSpc>
                <a:spcPct val="100000"/>
              </a:lnSpc>
              <a:spcBef>
                <a:spcPts val="224"/>
              </a:spcBef>
              <a:spcAft>
                <a:spcPts val="0"/>
              </a:spcAft>
              <a:buClr>
                <a:schemeClr val="dk1"/>
              </a:buClr>
              <a:buSzPct val="100000"/>
              <a:buNone/>
            </a:pPr>
            <a:r>
              <a:rPr lang="es-MX"/>
              <a:t>end main</a:t>
            </a:r>
            <a:endParaRPr/>
          </a:p>
          <a:p>
            <a:pPr indent="0" lvl="0" marL="0" rtl="0" algn="l">
              <a:lnSpc>
                <a:spcPct val="100000"/>
              </a:lnSpc>
              <a:spcBef>
                <a:spcPts val="224"/>
              </a:spcBef>
              <a:spcAft>
                <a:spcPts val="0"/>
              </a:spcAft>
              <a:buClr>
                <a:schemeClr val="dk1"/>
              </a:buClr>
              <a:buSzPct val="100000"/>
              <a:buNone/>
            </a:pPr>
            <a:r>
              <a:t/>
            </a:r>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3" name="Shape 1813"/>
        <p:cNvGrpSpPr/>
        <p:nvPr/>
      </p:nvGrpSpPr>
      <p:grpSpPr>
        <a:xfrm>
          <a:off x="0" y="0"/>
          <a:ext cx="0" cy="0"/>
          <a:chOff x="0" y="0"/>
          <a:chExt cx="0" cy="0"/>
        </a:xfrm>
      </p:grpSpPr>
      <p:sp>
        <p:nvSpPr>
          <p:cNvPr id="1814" name="Google Shape;1814;p2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Algoritmos de búsqueda</a:t>
            </a:r>
            <a:endParaRPr/>
          </a:p>
        </p:txBody>
      </p:sp>
      <p:sp>
        <p:nvSpPr>
          <p:cNvPr id="1815" name="Google Shape;1815;p2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342900" lvl="0" marL="342900" rtl="0" algn="just">
              <a:lnSpc>
                <a:spcPct val="100000"/>
              </a:lnSpc>
              <a:spcBef>
                <a:spcPts val="0"/>
              </a:spcBef>
              <a:spcAft>
                <a:spcPts val="0"/>
              </a:spcAft>
              <a:buClr>
                <a:schemeClr val="dk1"/>
              </a:buClr>
              <a:buSzPct val="100000"/>
              <a:buChar char="•"/>
            </a:pPr>
            <a:r>
              <a:rPr lang="es-MX"/>
              <a:t>Los algoritmos de búsqueda son métodos utilizados para encontrar la ubicación de un elemento específico dentro de una lista de elementos. Algunos de los algoritmos de búsqueda más comunes son:</a:t>
            </a:r>
            <a:endParaRPr/>
          </a:p>
          <a:p>
            <a:pPr indent="-285750" lvl="1" marL="742950" rtl="0" algn="just">
              <a:lnSpc>
                <a:spcPct val="100000"/>
              </a:lnSpc>
              <a:spcBef>
                <a:spcPts val="266"/>
              </a:spcBef>
              <a:spcAft>
                <a:spcPts val="0"/>
              </a:spcAft>
              <a:buClr>
                <a:schemeClr val="dk1"/>
              </a:buClr>
              <a:buSzPct val="100000"/>
              <a:buChar char="–"/>
            </a:pPr>
            <a:r>
              <a:rPr b="1" lang="es-MX"/>
              <a:t>Búsqueda lineal</a:t>
            </a:r>
            <a:r>
              <a:rPr lang="es-MX"/>
              <a:t>: Este algoritmo recorre la lista de elementos uno por uno hasta encontrar el elemento deseado o llegar al final de la lista. Es simple pero puede ser ineficiente para listas grandes.</a:t>
            </a:r>
            <a:endParaRPr/>
          </a:p>
          <a:p>
            <a:pPr indent="-285750" lvl="1" marL="742950" rtl="0" algn="just">
              <a:lnSpc>
                <a:spcPct val="100000"/>
              </a:lnSpc>
              <a:spcBef>
                <a:spcPts val="266"/>
              </a:spcBef>
              <a:spcAft>
                <a:spcPts val="0"/>
              </a:spcAft>
              <a:buClr>
                <a:schemeClr val="dk1"/>
              </a:buClr>
              <a:buSzPct val="100000"/>
              <a:buChar char="–"/>
            </a:pPr>
            <a:r>
              <a:rPr b="1" lang="es-MX"/>
              <a:t>Búsqueda binaria</a:t>
            </a:r>
            <a:r>
              <a:rPr lang="es-MX"/>
              <a:t>: Este algoritmo funciona en listas ordenadas. Compara el elemento buscado con el elemento en el medio de la lista y descarta la mitad de la lista en la que el elemento buscado no puede estar. Repite este proceso hasta encontrar el elemento o determinar que no está en la lista. Es más eficiente que la búsqueda lineal para listas grandes.</a:t>
            </a:r>
            <a:endParaRPr/>
          </a:p>
          <a:p>
            <a:pPr indent="-285750" lvl="1" marL="742950" rtl="0" algn="just">
              <a:lnSpc>
                <a:spcPct val="100000"/>
              </a:lnSpc>
              <a:spcBef>
                <a:spcPts val="266"/>
              </a:spcBef>
              <a:spcAft>
                <a:spcPts val="0"/>
              </a:spcAft>
              <a:buClr>
                <a:schemeClr val="dk1"/>
              </a:buClr>
              <a:buSzPct val="100000"/>
              <a:buChar char="–"/>
            </a:pPr>
            <a:r>
              <a:rPr b="1" lang="es-MX"/>
              <a:t>Búsqueda por interpolación</a:t>
            </a:r>
            <a:r>
              <a:rPr lang="es-MX"/>
              <a:t>: Este algoritmo es similar a la búsqueda binaria, pero en lugar de dividir la lista en dos partes iguales, calcula una estimación más precisa de la posición del elemento buscado en función de los valores de los extremos de la lista. Puede ser más rápido que la búsqueda binaria en ciertos casos.</a:t>
            </a:r>
            <a:endParaRPr/>
          </a:p>
          <a:p>
            <a:pPr indent="-285750" lvl="1" marL="742950" rtl="0" algn="just">
              <a:lnSpc>
                <a:spcPct val="100000"/>
              </a:lnSpc>
              <a:spcBef>
                <a:spcPts val="266"/>
              </a:spcBef>
              <a:spcAft>
                <a:spcPts val="0"/>
              </a:spcAft>
              <a:buClr>
                <a:schemeClr val="dk1"/>
              </a:buClr>
              <a:buSzPct val="100000"/>
              <a:buChar char="–"/>
            </a:pPr>
            <a:r>
              <a:rPr b="1" lang="es-MX"/>
              <a:t>Búsqueda de salto (Jump search)</a:t>
            </a:r>
            <a:r>
              <a:rPr lang="es-MX"/>
              <a:t>: Este algoritmo salta a intervalos regulares dentro de la lista y luego realiza una búsqueda lineal en la parte del intervalo en el que se encuentra el elemento buscado. Es eficiente para listas ordenadas en las que se puede determinar el tamaño de los saltos de manera óptima.</a:t>
            </a:r>
            <a:endParaRPr/>
          </a:p>
          <a:p>
            <a:pPr indent="-285750" lvl="1" marL="742950" rtl="0" algn="just">
              <a:lnSpc>
                <a:spcPct val="100000"/>
              </a:lnSpc>
              <a:spcBef>
                <a:spcPts val="266"/>
              </a:spcBef>
              <a:spcAft>
                <a:spcPts val="0"/>
              </a:spcAft>
              <a:buClr>
                <a:schemeClr val="dk1"/>
              </a:buClr>
              <a:buSzPct val="100000"/>
              <a:buChar char="–"/>
            </a:pPr>
            <a:r>
              <a:rPr b="1" lang="es-MX"/>
              <a:t>Búsqueda de Fibonacci</a:t>
            </a:r>
            <a:r>
              <a:rPr lang="es-MX"/>
              <a:t>: Este algoritmo es una variante de la búsqueda binaria que utiliza la secuencia de Fibonacci para calcular las posiciones de comparación. Puede ser más eficiente en ciertos casos que la búsqueda binaria tradicional.</a:t>
            </a:r>
            <a:endParaRPr/>
          </a:p>
          <a:p>
            <a:pPr indent="-342900" lvl="0" marL="342900" rtl="0" algn="just">
              <a:lnSpc>
                <a:spcPct val="100000"/>
              </a:lnSpc>
              <a:spcBef>
                <a:spcPts val="304"/>
              </a:spcBef>
              <a:spcAft>
                <a:spcPts val="0"/>
              </a:spcAft>
              <a:buClr>
                <a:schemeClr val="dk1"/>
              </a:buClr>
              <a:buSzPct val="100000"/>
              <a:buChar char="•"/>
            </a:pPr>
            <a:r>
              <a:rPr lang="es-MX"/>
              <a:t>Estos son solo algunos ejemplos de algoritmos de búsqueda. La elección del algoritmo adecuado depende del tipo de lista, la cantidad de datos y la eficiencia requerida.</a:t>
            </a:r>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9" name="Shape 1819"/>
        <p:cNvGrpSpPr/>
        <p:nvPr/>
      </p:nvGrpSpPr>
      <p:grpSpPr>
        <a:xfrm>
          <a:off x="0" y="0"/>
          <a:ext cx="0" cy="0"/>
          <a:chOff x="0" y="0"/>
          <a:chExt cx="0" cy="0"/>
        </a:xfrm>
      </p:grpSpPr>
      <p:sp>
        <p:nvSpPr>
          <p:cNvPr id="1820" name="Google Shape;1820;p2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Búsqueda lineal</a:t>
            </a:r>
            <a:endParaRPr/>
          </a:p>
        </p:txBody>
      </p:sp>
      <p:pic>
        <p:nvPicPr>
          <p:cNvPr id="1821" name="Google Shape;1821;p234"/>
          <p:cNvPicPr preferRelativeResize="0"/>
          <p:nvPr>
            <p:ph idx="1" type="body"/>
          </p:nvPr>
        </p:nvPicPr>
        <p:blipFill rotWithShape="1">
          <a:blip r:embed="rId3">
            <a:alphaModFix/>
          </a:blip>
          <a:srcRect b="0" l="0" r="0" t="0"/>
          <a:stretch/>
        </p:blipFill>
        <p:spPr>
          <a:xfrm>
            <a:off x="628650" y="3245297"/>
            <a:ext cx="3886200" cy="1225848"/>
          </a:xfrm>
          <a:prstGeom prst="rect">
            <a:avLst/>
          </a:prstGeom>
          <a:noFill/>
          <a:ln>
            <a:noFill/>
          </a:ln>
        </p:spPr>
      </p:pic>
      <p:sp>
        <p:nvSpPr>
          <p:cNvPr id="1822" name="Google Shape;1822;p2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p>
            <a:pPr indent="-165100" lvl="0" marL="342900" rtl="0" algn="l">
              <a:lnSpc>
                <a:spcPct val="100000"/>
              </a:lnSpc>
              <a:spcBef>
                <a:spcPts val="0"/>
              </a:spcBef>
              <a:spcAft>
                <a:spcPts val="0"/>
              </a:spcAft>
              <a:buClr>
                <a:schemeClr val="dk1"/>
              </a:buClr>
              <a:buSzPts val="2800"/>
              <a:buNone/>
            </a:pPr>
            <a:r>
              <a:t/>
            </a:r>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6" name="Shape 1826"/>
        <p:cNvGrpSpPr/>
        <p:nvPr/>
      </p:nvGrpSpPr>
      <p:grpSpPr>
        <a:xfrm>
          <a:off x="0" y="0"/>
          <a:ext cx="0" cy="0"/>
          <a:chOff x="0" y="0"/>
          <a:chExt cx="0" cy="0"/>
        </a:xfrm>
      </p:grpSpPr>
      <p:sp>
        <p:nvSpPr>
          <p:cNvPr id="1827" name="Google Shape;1827;p235"/>
          <p:cNvSpPr txBox="1"/>
          <p:nvPr>
            <p:ph idx="1" type="body"/>
          </p:nvPr>
        </p:nvSpPr>
        <p:spPr>
          <a:xfrm>
            <a:off x="628650" y="1131094"/>
            <a:ext cx="3886200" cy="4358879"/>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.model small</a:t>
            </a:r>
            <a:endParaRPr/>
          </a:p>
          <a:p>
            <a:pPr indent="0" lvl="0" marL="0" rtl="0" algn="l">
              <a:lnSpc>
                <a:spcPct val="100000"/>
              </a:lnSpc>
              <a:spcBef>
                <a:spcPts val="224"/>
              </a:spcBef>
              <a:spcAft>
                <a:spcPts val="0"/>
              </a:spcAft>
              <a:buClr>
                <a:schemeClr val="dk1"/>
              </a:buClr>
              <a:buSzPct val="100000"/>
              <a:buNone/>
            </a:pPr>
            <a:r>
              <a:rPr lang="es-MX"/>
              <a:t>.stack 100h</a:t>
            </a:r>
            <a:endParaRPr/>
          </a:p>
          <a:p>
            <a:pPr indent="0" lvl="0" marL="0" rtl="0" algn="l">
              <a:lnSpc>
                <a:spcPct val="100000"/>
              </a:lnSpc>
              <a:spcBef>
                <a:spcPts val="224"/>
              </a:spcBef>
              <a:spcAft>
                <a:spcPts val="0"/>
              </a:spcAft>
              <a:buClr>
                <a:schemeClr val="dk1"/>
              </a:buClr>
              <a:buSzPct val="100000"/>
              <a:buNone/>
            </a:pPr>
            <a:r>
              <a:rPr lang="es-MX"/>
              <a:t>.data</a:t>
            </a:r>
            <a:endParaRPr/>
          </a:p>
          <a:p>
            <a:pPr indent="0" lvl="0" marL="0" rtl="0" algn="l">
              <a:lnSpc>
                <a:spcPct val="100000"/>
              </a:lnSpc>
              <a:spcBef>
                <a:spcPts val="224"/>
              </a:spcBef>
              <a:spcAft>
                <a:spcPts val="0"/>
              </a:spcAft>
              <a:buClr>
                <a:schemeClr val="dk1"/>
              </a:buClr>
              <a:buSzPct val="100000"/>
              <a:buNone/>
            </a:pPr>
            <a:r>
              <a:rPr lang="es-MX"/>
              <a:t>array db 6, 5, 3, 1, 8, 7, 2, 4   ; Arreglo de números</a:t>
            </a:r>
            <a:endParaRPr/>
          </a:p>
          <a:p>
            <a:pPr indent="0" lvl="0" marL="0" rtl="0" algn="l">
              <a:lnSpc>
                <a:spcPct val="100000"/>
              </a:lnSpc>
              <a:spcBef>
                <a:spcPts val="224"/>
              </a:spcBef>
              <a:spcAft>
                <a:spcPts val="0"/>
              </a:spcAft>
              <a:buClr>
                <a:schemeClr val="dk1"/>
              </a:buClr>
              <a:buSzPct val="100000"/>
              <a:buNone/>
            </a:pPr>
            <a:r>
              <a:rPr lang="es-MX"/>
              <a:t>n equ $ - array                  ; Longitud del arreglo</a:t>
            </a:r>
            <a:endParaRPr/>
          </a:p>
          <a:p>
            <a:pPr indent="0" lvl="0" marL="0" rtl="0" algn="l">
              <a:lnSpc>
                <a:spcPct val="100000"/>
              </a:lnSpc>
              <a:spcBef>
                <a:spcPts val="224"/>
              </a:spcBef>
              <a:spcAft>
                <a:spcPts val="0"/>
              </a:spcAft>
              <a:buClr>
                <a:schemeClr val="dk1"/>
              </a:buClr>
              <a:buSzPct val="100000"/>
              <a:buNone/>
            </a:pPr>
            <a:r>
              <a:rPr lang="es-MX"/>
              <a:t>buscar db 0                      ; Número a buscar  </a:t>
            </a:r>
            <a:endParaRPr/>
          </a:p>
          <a:p>
            <a:pPr indent="0" lvl="0" marL="0" rtl="0" algn="l">
              <a:lnSpc>
                <a:spcPct val="100000"/>
              </a:lnSpc>
              <a:spcBef>
                <a:spcPts val="224"/>
              </a:spcBef>
              <a:spcAft>
                <a:spcPts val="0"/>
              </a:spcAft>
              <a:buClr>
                <a:schemeClr val="dk1"/>
              </a:buClr>
              <a:buSzPct val="100000"/>
              <a:buNone/>
            </a:pPr>
            <a:r>
              <a:rPr lang="es-MX"/>
              <a:t>msg_found db 'Numero encontrado.', 0dh, 0ah, '$'</a:t>
            </a:r>
            <a:endParaRPr/>
          </a:p>
          <a:p>
            <a:pPr indent="0" lvl="0" marL="0" rtl="0" algn="l">
              <a:lnSpc>
                <a:spcPct val="100000"/>
              </a:lnSpc>
              <a:spcBef>
                <a:spcPts val="224"/>
              </a:spcBef>
              <a:spcAft>
                <a:spcPts val="0"/>
              </a:spcAft>
              <a:buClr>
                <a:schemeClr val="dk1"/>
              </a:buClr>
              <a:buSzPct val="100000"/>
              <a:buNone/>
            </a:pPr>
            <a:r>
              <a:rPr lang="es-MX"/>
              <a:t>msg_not_found db 'Numero no encontrado.', 0dh, 0ah, '$'</a:t>
            </a:r>
            <a:endParaRPr/>
          </a:p>
          <a:p>
            <a:pPr indent="0" lvl="0" marL="0" rtl="0" algn="l">
              <a:lnSpc>
                <a:spcPct val="100000"/>
              </a:lnSpc>
              <a:spcBef>
                <a:spcPts val="224"/>
              </a:spcBef>
              <a:spcAft>
                <a:spcPts val="0"/>
              </a:spcAft>
              <a:buClr>
                <a:schemeClr val="dk1"/>
              </a:buClr>
              <a:buSzPct val="100000"/>
              <a:buNone/>
            </a:pPr>
            <a:r>
              <a:rPr lang="es-MX"/>
              <a:t>.code</a:t>
            </a:r>
            <a:endParaRPr/>
          </a:p>
          <a:p>
            <a:pPr indent="0" lvl="0" marL="0" rtl="0" algn="l">
              <a:lnSpc>
                <a:spcPct val="100000"/>
              </a:lnSpc>
              <a:spcBef>
                <a:spcPts val="224"/>
              </a:spcBef>
              <a:spcAft>
                <a:spcPts val="0"/>
              </a:spcAft>
              <a:buClr>
                <a:schemeClr val="dk1"/>
              </a:buClr>
              <a:buSzPct val="100000"/>
              <a:buNone/>
            </a:pPr>
            <a:r>
              <a:rPr lang="es-MX"/>
              <a:t>    mov ax, @data       ; Inicializar el segmento de datos</a:t>
            </a:r>
            <a:endParaRPr/>
          </a:p>
          <a:p>
            <a:pPr indent="0" lvl="0" marL="0" rtl="0" algn="l">
              <a:lnSpc>
                <a:spcPct val="100000"/>
              </a:lnSpc>
              <a:spcBef>
                <a:spcPts val="224"/>
              </a:spcBef>
              <a:spcAft>
                <a:spcPts val="0"/>
              </a:spcAft>
              <a:buClr>
                <a:schemeClr val="dk1"/>
              </a:buClr>
              <a:buSzPct val="100000"/>
              <a:buNone/>
            </a:pPr>
            <a:r>
              <a:rPr lang="es-MX"/>
              <a:t>    mov ds, ax</a:t>
            </a:r>
            <a:endParaRPr/>
          </a:p>
          <a:p>
            <a:pPr indent="0" lvl="0" marL="0" rtl="0" algn="l">
              <a:lnSpc>
                <a:spcPct val="100000"/>
              </a:lnSpc>
              <a:spcBef>
                <a:spcPts val="224"/>
              </a:spcBef>
              <a:spcAft>
                <a:spcPts val="0"/>
              </a:spcAft>
              <a:buClr>
                <a:schemeClr val="dk1"/>
              </a:buClr>
              <a:buSzPct val="100000"/>
              <a:buNone/>
            </a:pPr>
            <a:r>
              <a:rPr lang="es-MX"/>
              <a:t>    mov cx, n           ; Cargar la longitud del arreglo</a:t>
            </a:r>
            <a:endParaRPr/>
          </a:p>
          <a:p>
            <a:pPr indent="0" lvl="0" marL="0" rtl="0" algn="l">
              <a:lnSpc>
                <a:spcPct val="100000"/>
              </a:lnSpc>
              <a:spcBef>
                <a:spcPts val="224"/>
              </a:spcBef>
              <a:spcAft>
                <a:spcPts val="0"/>
              </a:spcAft>
              <a:buClr>
                <a:schemeClr val="dk1"/>
              </a:buClr>
              <a:buSzPct val="100000"/>
              <a:buNone/>
            </a:pPr>
            <a:r>
              <a:rPr lang="es-MX"/>
              <a:t>    mov bl, buscar      ; Cargar el número a buscar</a:t>
            </a:r>
            <a:endParaRPr/>
          </a:p>
          <a:p>
            <a:pPr indent="0" lvl="0" marL="0" rtl="0" algn="l">
              <a:lnSpc>
                <a:spcPct val="100000"/>
              </a:lnSpc>
              <a:spcBef>
                <a:spcPts val="224"/>
              </a:spcBef>
              <a:spcAft>
                <a:spcPts val="0"/>
              </a:spcAft>
              <a:buClr>
                <a:schemeClr val="dk1"/>
              </a:buClr>
              <a:buSzPct val="100000"/>
              <a:buNone/>
            </a:pPr>
            <a:r>
              <a:rPr lang="es-MX"/>
              <a:t>    mov si, offset array    ; Cargar dirección base del arreglo</a:t>
            </a:r>
            <a:endParaRPr/>
          </a:p>
          <a:p>
            <a:pPr indent="0" lvl="0" marL="0" rtl="0" algn="l">
              <a:lnSpc>
                <a:spcPct val="100000"/>
              </a:lnSpc>
              <a:spcBef>
                <a:spcPts val="224"/>
              </a:spcBef>
              <a:spcAft>
                <a:spcPts val="0"/>
              </a:spcAft>
              <a:buClr>
                <a:schemeClr val="dk1"/>
              </a:buClr>
              <a:buSzPct val="100000"/>
              <a:buNone/>
            </a:pPr>
            <a:r>
              <a:rPr lang="es-MX"/>
              <a:t>search_loop:</a:t>
            </a:r>
            <a:endParaRPr/>
          </a:p>
          <a:p>
            <a:pPr indent="0" lvl="0" marL="0" rtl="0" algn="l">
              <a:lnSpc>
                <a:spcPct val="100000"/>
              </a:lnSpc>
              <a:spcBef>
                <a:spcPts val="224"/>
              </a:spcBef>
              <a:spcAft>
                <a:spcPts val="0"/>
              </a:spcAft>
              <a:buClr>
                <a:schemeClr val="dk1"/>
              </a:buClr>
              <a:buSzPct val="100000"/>
              <a:buNone/>
            </a:pPr>
            <a:r>
              <a:rPr lang="es-MX"/>
              <a:t>    cmp [si], bl        ; Comparar elemento actual con el número buscado</a:t>
            </a:r>
            <a:endParaRPr/>
          </a:p>
          <a:p>
            <a:pPr indent="0" lvl="0" marL="0" rtl="0" algn="l">
              <a:lnSpc>
                <a:spcPct val="100000"/>
              </a:lnSpc>
              <a:spcBef>
                <a:spcPts val="224"/>
              </a:spcBef>
              <a:spcAft>
                <a:spcPts val="0"/>
              </a:spcAft>
              <a:buClr>
                <a:schemeClr val="dk1"/>
              </a:buClr>
              <a:buSzPct val="100000"/>
              <a:buNone/>
            </a:pPr>
            <a:r>
              <a:rPr lang="es-MX"/>
              <a:t>    je found            ; Saltar si se encuentra el número</a:t>
            </a:r>
            <a:endParaRPr/>
          </a:p>
          <a:p>
            <a:pPr indent="0" lvl="0" marL="0" rtl="0" algn="l">
              <a:lnSpc>
                <a:spcPct val="100000"/>
              </a:lnSpc>
              <a:spcBef>
                <a:spcPts val="224"/>
              </a:spcBef>
              <a:spcAft>
                <a:spcPts val="0"/>
              </a:spcAft>
              <a:buClr>
                <a:schemeClr val="dk1"/>
              </a:buClr>
              <a:buSzPct val="100000"/>
              <a:buNone/>
            </a:pPr>
            <a:r>
              <a:rPr lang="es-MX"/>
              <a:t>    inc si              ; Avanzar al siguiente elemento</a:t>
            </a:r>
            <a:endParaRPr/>
          </a:p>
          <a:p>
            <a:pPr indent="0" lvl="0" marL="0" rtl="0" algn="l">
              <a:lnSpc>
                <a:spcPct val="100000"/>
              </a:lnSpc>
              <a:spcBef>
                <a:spcPts val="224"/>
              </a:spcBef>
              <a:spcAft>
                <a:spcPts val="0"/>
              </a:spcAft>
              <a:buClr>
                <a:schemeClr val="dk1"/>
              </a:buClr>
              <a:buSzPct val="100000"/>
              <a:buNone/>
            </a:pPr>
            <a:r>
              <a:rPr lang="es-MX"/>
              <a:t>    loop search_loop   ; Repetir hasta recorrer todo el arreglo</a:t>
            </a:r>
            <a:endParaRPr/>
          </a:p>
          <a:p>
            <a:pPr indent="0" lvl="0" marL="0" rtl="0" algn="l">
              <a:lnSpc>
                <a:spcPct val="100000"/>
              </a:lnSpc>
              <a:spcBef>
                <a:spcPts val="224"/>
              </a:spcBef>
              <a:spcAft>
                <a:spcPts val="0"/>
              </a:spcAft>
              <a:buClr>
                <a:schemeClr val="dk1"/>
              </a:buClr>
              <a:buSzPct val="100000"/>
              <a:buNone/>
            </a:pPr>
            <a:r>
              <a:rPr lang="es-MX"/>
              <a:t>    jmp not_found       ; Saltar si el número no se encuentra</a:t>
            </a:r>
            <a:endParaRPr/>
          </a:p>
          <a:p>
            <a:pPr indent="0" lvl="0" marL="0" rtl="0" algn="l">
              <a:lnSpc>
                <a:spcPct val="100000"/>
              </a:lnSpc>
              <a:spcBef>
                <a:spcPts val="224"/>
              </a:spcBef>
              <a:spcAft>
                <a:spcPts val="0"/>
              </a:spcAft>
              <a:buClr>
                <a:schemeClr val="dk1"/>
              </a:buClr>
              <a:buSzPct val="100000"/>
              <a:buNone/>
            </a:pPr>
            <a:r>
              <a:t/>
            </a:r>
            <a:endParaRPr/>
          </a:p>
          <a:p>
            <a:pPr indent="0" lvl="0" marL="0" rtl="0" algn="l">
              <a:lnSpc>
                <a:spcPct val="100000"/>
              </a:lnSpc>
              <a:spcBef>
                <a:spcPts val="224"/>
              </a:spcBef>
              <a:spcAft>
                <a:spcPts val="0"/>
              </a:spcAft>
              <a:buClr>
                <a:schemeClr val="dk1"/>
              </a:buClr>
              <a:buSzPct val="100000"/>
              <a:buNone/>
            </a:pPr>
            <a:r>
              <a:t/>
            </a:r>
            <a:endParaRPr/>
          </a:p>
        </p:txBody>
      </p:sp>
      <p:sp>
        <p:nvSpPr>
          <p:cNvPr id="1828" name="Google Shape;1828;p235"/>
          <p:cNvSpPr txBox="1"/>
          <p:nvPr>
            <p:ph idx="2" type="body"/>
          </p:nvPr>
        </p:nvSpPr>
        <p:spPr>
          <a:xfrm>
            <a:off x="4629150" y="1131094"/>
            <a:ext cx="3886200" cy="4358879"/>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found:</a:t>
            </a:r>
            <a:endParaRPr/>
          </a:p>
          <a:p>
            <a:pPr indent="0" lvl="0" marL="0" rtl="0" algn="l">
              <a:lnSpc>
                <a:spcPct val="100000"/>
              </a:lnSpc>
              <a:spcBef>
                <a:spcPts val="224"/>
              </a:spcBef>
              <a:spcAft>
                <a:spcPts val="0"/>
              </a:spcAft>
              <a:buClr>
                <a:schemeClr val="dk1"/>
              </a:buClr>
              <a:buSzPct val="100000"/>
              <a:buNone/>
            </a:pPr>
            <a:r>
              <a:rPr lang="es-MX"/>
              <a:t>    mov ah, 9           ; Función para imprimir mensaje</a:t>
            </a:r>
            <a:endParaRPr/>
          </a:p>
          <a:p>
            <a:pPr indent="0" lvl="0" marL="0" rtl="0" algn="l">
              <a:lnSpc>
                <a:spcPct val="100000"/>
              </a:lnSpc>
              <a:spcBef>
                <a:spcPts val="224"/>
              </a:spcBef>
              <a:spcAft>
                <a:spcPts val="0"/>
              </a:spcAft>
              <a:buClr>
                <a:schemeClr val="dk1"/>
              </a:buClr>
              <a:buSzPct val="100000"/>
              <a:buNone/>
            </a:pPr>
            <a:r>
              <a:rPr lang="es-MX"/>
              <a:t>    lea dx, msg_found   ; Cargar dirección del mensaje encontrado</a:t>
            </a:r>
            <a:endParaRPr/>
          </a:p>
          <a:p>
            <a:pPr indent="0" lvl="0" marL="0" rtl="0" algn="l">
              <a:lnSpc>
                <a:spcPct val="100000"/>
              </a:lnSpc>
              <a:spcBef>
                <a:spcPts val="224"/>
              </a:spcBef>
              <a:spcAft>
                <a:spcPts val="0"/>
              </a:spcAft>
              <a:buClr>
                <a:schemeClr val="dk1"/>
              </a:buClr>
              <a:buSzPct val="100000"/>
              <a:buNone/>
            </a:pPr>
            <a:r>
              <a:rPr lang="es-MX"/>
              <a:t>    int 21h                                                          </a:t>
            </a:r>
            <a:endParaRPr/>
          </a:p>
          <a:p>
            <a:pPr indent="0" lvl="0" marL="0" rtl="0" algn="l">
              <a:lnSpc>
                <a:spcPct val="100000"/>
              </a:lnSpc>
              <a:spcBef>
                <a:spcPts val="224"/>
              </a:spcBef>
              <a:spcAft>
                <a:spcPts val="0"/>
              </a:spcAft>
              <a:buClr>
                <a:schemeClr val="dk1"/>
              </a:buClr>
              <a:buSzPct val="100000"/>
              <a:buNone/>
            </a:pPr>
            <a:r>
              <a:rPr lang="es-MX"/>
              <a:t>    mov ah,02h</a:t>
            </a:r>
            <a:endParaRPr/>
          </a:p>
          <a:p>
            <a:pPr indent="0" lvl="0" marL="0" rtl="0" algn="l">
              <a:lnSpc>
                <a:spcPct val="100000"/>
              </a:lnSpc>
              <a:spcBef>
                <a:spcPts val="224"/>
              </a:spcBef>
              <a:spcAft>
                <a:spcPts val="0"/>
              </a:spcAft>
              <a:buClr>
                <a:schemeClr val="dk1"/>
              </a:buClr>
              <a:buSzPct val="100000"/>
              <a:buNone/>
            </a:pPr>
            <a:r>
              <a:rPr lang="es-MX"/>
              <a:t>    mov dx,si</a:t>
            </a:r>
            <a:endParaRPr/>
          </a:p>
          <a:p>
            <a:pPr indent="0" lvl="0" marL="0" rtl="0" algn="l">
              <a:lnSpc>
                <a:spcPct val="100000"/>
              </a:lnSpc>
              <a:spcBef>
                <a:spcPts val="224"/>
              </a:spcBef>
              <a:spcAft>
                <a:spcPts val="0"/>
              </a:spcAft>
              <a:buClr>
                <a:schemeClr val="dk1"/>
              </a:buClr>
              <a:buSzPct val="100000"/>
              <a:buNone/>
            </a:pPr>
            <a:r>
              <a:rPr lang="es-MX"/>
              <a:t>    add dl,30h</a:t>
            </a:r>
            <a:endParaRPr/>
          </a:p>
          <a:p>
            <a:pPr indent="0" lvl="0" marL="0" rtl="0" algn="l">
              <a:lnSpc>
                <a:spcPct val="100000"/>
              </a:lnSpc>
              <a:spcBef>
                <a:spcPts val="224"/>
              </a:spcBef>
              <a:spcAft>
                <a:spcPts val="0"/>
              </a:spcAft>
              <a:buClr>
                <a:schemeClr val="dk1"/>
              </a:buClr>
              <a:buSzPct val="100000"/>
              <a:buNone/>
            </a:pPr>
            <a:r>
              <a:rPr lang="es-MX"/>
              <a:t>    int 21h</a:t>
            </a:r>
            <a:endParaRPr/>
          </a:p>
          <a:p>
            <a:pPr indent="0" lvl="0" marL="0" rtl="0" algn="l">
              <a:lnSpc>
                <a:spcPct val="100000"/>
              </a:lnSpc>
              <a:spcBef>
                <a:spcPts val="224"/>
              </a:spcBef>
              <a:spcAft>
                <a:spcPts val="0"/>
              </a:spcAft>
              <a:buClr>
                <a:schemeClr val="dk1"/>
              </a:buClr>
              <a:buSzPct val="100000"/>
              <a:buNone/>
            </a:pPr>
            <a:r>
              <a:rPr lang="es-MX"/>
              <a:t>    jmp exit_program    ; Salir del programa</a:t>
            </a:r>
            <a:endParaRPr/>
          </a:p>
          <a:p>
            <a:pPr indent="0" lvl="0" marL="0" rtl="0" algn="l">
              <a:lnSpc>
                <a:spcPct val="100000"/>
              </a:lnSpc>
              <a:spcBef>
                <a:spcPts val="224"/>
              </a:spcBef>
              <a:spcAft>
                <a:spcPts val="0"/>
              </a:spcAft>
              <a:buClr>
                <a:schemeClr val="dk1"/>
              </a:buClr>
              <a:buSzPct val="100000"/>
              <a:buNone/>
            </a:pPr>
            <a:r>
              <a:rPr lang="es-MX"/>
              <a:t>not_found:</a:t>
            </a:r>
            <a:endParaRPr/>
          </a:p>
          <a:p>
            <a:pPr indent="0" lvl="0" marL="0" rtl="0" algn="l">
              <a:lnSpc>
                <a:spcPct val="100000"/>
              </a:lnSpc>
              <a:spcBef>
                <a:spcPts val="224"/>
              </a:spcBef>
              <a:spcAft>
                <a:spcPts val="0"/>
              </a:spcAft>
              <a:buClr>
                <a:schemeClr val="dk1"/>
              </a:buClr>
              <a:buSzPct val="100000"/>
              <a:buNone/>
            </a:pPr>
            <a:r>
              <a:rPr lang="es-MX"/>
              <a:t>    mov ah, 9           ; Función para imprimir mensaje</a:t>
            </a:r>
            <a:endParaRPr/>
          </a:p>
          <a:p>
            <a:pPr indent="0" lvl="0" marL="0" rtl="0" algn="l">
              <a:lnSpc>
                <a:spcPct val="100000"/>
              </a:lnSpc>
              <a:spcBef>
                <a:spcPts val="224"/>
              </a:spcBef>
              <a:spcAft>
                <a:spcPts val="0"/>
              </a:spcAft>
              <a:buClr>
                <a:schemeClr val="dk1"/>
              </a:buClr>
              <a:buSzPct val="100000"/>
              <a:buNone/>
            </a:pPr>
            <a:r>
              <a:rPr lang="es-MX"/>
              <a:t>    lea dx, msg_not_found ; Cargar dirección del mensaje no encontrado</a:t>
            </a:r>
            <a:endParaRPr/>
          </a:p>
          <a:p>
            <a:pPr indent="0" lvl="0" marL="0" rtl="0" algn="l">
              <a:lnSpc>
                <a:spcPct val="100000"/>
              </a:lnSpc>
              <a:spcBef>
                <a:spcPts val="224"/>
              </a:spcBef>
              <a:spcAft>
                <a:spcPts val="0"/>
              </a:spcAft>
              <a:buClr>
                <a:schemeClr val="dk1"/>
              </a:buClr>
              <a:buSzPct val="100000"/>
              <a:buNone/>
            </a:pPr>
            <a:r>
              <a:rPr lang="es-MX"/>
              <a:t>    int 21h</a:t>
            </a:r>
            <a:endParaRPr/>
          </a:p>
          <a:p>
            <a:pPr indent="0" lvl="0" marL="0" rtl="0" algn="l">
              <a:lnSpc>
                <a:spcPct val="100000"/>
              </a:lnSpc>
              <a:spcBef>
                <a:spcPts val="224"/>
              </a:spcBef>
              <a:spcAft>
                <a:spcPts val="0"/>
              </a:spcAft>
              <a:buClr>
                <a:schemeClr val="dk1"/>
              </a:buClr>
              <a:buSzPct val="100000"/>
              <a:buNone/>
            </a:pPr>
            <a:r>
              <a:rPr lang="es-MX"/>
              <a:t>exit_program:</a:t>
            </a:r>
            <a:endParaRPr/>
          </a:p>
          <a:p>
            <a:pPr indent="0" lvl="0" marL="0" rtl="0" algn="l">
              <a:lnSpc>
                <a:spcPct val="100000"/>
              </a:lnSpc>
              <a:spcBef>
                <a:spcPts val="224"/>
              </a:spcBef>
              <a:spcAft>
                <a:spcPts val="0"/>
              </a:spcAft>
              <a:buClr>
                <a:schemeClr val="dk1"/>
              </a:buClr>
              <a:buSzPct val="100000"/>
              <a:buNone/>
            </a:pPr>
            <a:r>
              <a:rPr lang="es-MX"/>
              <a:t>    mov ah, 4ch         ; Salir del programa</a:t>
            </a:r>
            <a:endParaRPr/>
          </a:p>
          <a:p>
            <a:pPr indent="0" lvl="0" marL="0" rtl="0" algn="l">
              <a:lnSpc>
                <a:spcPct val="100000"/>
              </a:lnSpc>
              <a:spcBef>
                <a:spcPts val="224"/>
              </a:spcBef>
              <a:spcAft>
                <a:spcPts val="0"/>
              </a:spcAft>
              <a:buClr>
                <a:schemeClr val="dk1"/>
              </a:buClr>
              <a:buSzPct val="100000"/>
              <a:buNone/>
            </a:pPr>
            <a:r>
              <a:rPr lang="es-MX"/>
              <a:t>    int 21h</a:t>
            </a:r>
            <a:endParaRPr/>
          </a:p>
          <a:p>
            <a:pPr indent="0" lvl="0" marL="0" rtl="0" algn="l">
              <a:lnSpc>
                <a:spcPct val="100000"/>
              </a:lnSpc>
              <a:spcBef>
                <a:spcPts val="224"/>
              </a:spcBef>
              <a:spcAft>
                <a:spcPts val="0"/>
              </a:spcAft>
              <a:buClr>
                <a:schemeClr val="dk1"/>
              </a:buClr>
              <a:buSzPct val="100000"/>
              <a:buNone/>
            </a:pPr>
            <a:r>
              <a:t/>
            </a:r>
            <a:endParaRPr/>
          </a:p>
          <a:p>
            <a:pPr indent="0" lvl="0" marL="0" rtl="0" algn="l">
              <a:lnSpc>
                <a:spcPct val="100000"/>
              </a:lnSpc>
              <a:spcBef>
                <a:spcPts val="224"/>
              </a:spcBef>
              <a:spcAft>
                <a:spcPts val="0"/>
              </a:spcAft>
              <a:buClr>
                <a:schemeClr val="dk1"/>
              </a:buClr>
              <a:buSzPct val="100000"/>
              <a:buNone/>
            </a:pPr>
            <a:r>
              <a:rPr lang="es-MX"/>
              <a:t>    end</a:t>
            </a:r>
            <a:endParaRPr/>
          </a:p>
          <a:p>
            <a:pPr indent="0" lvl="0" marL="0" rtl="0" algn="l">
              <a:lnSpc>
                <a:spcPct val="100000"/>
              </a:lnSpc>
              <a:spcBef>
                <a:spcPts val="224"/>
              </a:spcBef>
              <a:spcAft>
                <a:spcPts val="0"/>
              </a:spcAft>
              <a:buClr>
                <a:schemeClr val="dk1"/>
              </a:buClr>
              <a:buSzPct val="100000"/>
              <a:buNone/>
            </a:pPr>
            <a:r>
              <a:t/>
            </a:r>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2" name="Shape 1832"/>
        <p:cNvGrpSpPr/>
        <p:nvPr/>
      </p:nvGrpSpPr>
      <p:grpSpPr>
        <a:xfrm>
          <a:off x="0" y="0"/>
          <a:ext cx="0" cy="0"/>
          <a:chOff x="0" y="0"/>
          <a:chExt cx="0" cy="0"/>
        </a:xfrm>
      </p:grpSpPr>
      <p:sp>
        <p:nvSpPr>
          <p:cNvPr id="1833" name="Google Shape;1833;p23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Mouse</a:t>
            </a:r>
            <a:endParaRPr/>
          </a:p>
        </p:txBody>
      </p:sp>
      <p:sp>
        <p:nvSpPr>
          <p:cNvPr id="1834" name="Google Shape;1834;p23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t/>
            </a:r>
            <a:endParaRPr/>
          </a:p>
        </p:txBody>
      </p:sp>
      <p:sp>
        <p:nvSpPr>
          <p:cNvPr id="1835" name="Google Shape;1835;p2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836" name="Google Shape;1836;p2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0" name="Shape 1840"/>
        <p:cNvGrpSpPr/>
        <p:nvPr/>
      </p:nvGrpSpPr>
      <p:grpSpPr>
        <a:xfrm>
          <a:off x="0" y="0"/>
          <a:ext cx="0" cy="0"/>
          <a:chOff x="0" y="0"/>
          <a:chExt cx="0" cy="0"/>
        </a:xfrm>
      </p:grpSpPr>
      <p:sp>
        <p:nvSpPr>
          <p:cNvPr id="1841" name="Google Shape;1841;p2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MANEJO DEL RATON</a:t>
            </a:r>
            <a:endParaRPr/>
          </a:p>
        </p:txBody>
      </p:sp>
      <p:sp>
        <p:nvSpPr>
          <p:cNvPr id="1842" name="Google Shape;1842;p2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chemeClr val="dk1"/>
              </a:buClr>
              <a:buSzPct val="100000"/>
              <a:buChar char="•"/>
            </a:pPr>
            <a:r>
              <a:rPr lang="es-MX"/>
              <a:t>Uno de los dispositivos mas útiles y populares del PC es el ratón. Los ratones llevan existiendo mucho tiempo, pero su popularidad masiva surgió a partir del uso de entornos gráficos tipo Windows, cuyo manejo requiere el uso de un ratón. </a:t>
            </a:r>
            <a:endParaRPr/>
          </a:p>
          <a:p>
            <a:pPr indent="-170180" lvl="0" marL="342900" rtl="0" algn="just">
              <a:lnSpc>
                <a:spcPct val="100000"/>
              </a:lnSpc>
              <a:spcBef>
                <a:spcPts val="544"/>
              </a:spcBef>
              <a:spcAft>
                <a:spcPts val="0"/>
              </a:spcAft>
              <a:buClr>
                <a:schemeClr val="dk1"/>
              </a:buClr>
              <a:buSzPct val="100000"/>
              <a:buNone/>
            </a:pPr>
            <a:r>
              <a:t/>
            </a:r>
            <a:endParaRPr/>
          </a:p>
          <a:p>
            <a:pPr indent="-342900" lvl="0" marL="342900" rtl="0" algn="just">
              <a:lnSpc>
                <a:spcPct val="100000"/>
              </a:lnSpc>
              <a:spcBef>
                <a:spcPts val="544"/>
              </a:spcBef>
              <a:spcAft>
                <a:spcPts val="0"/>
              </a:spcAft>
              <a:buClr>
                <a:schemeClr val="dk1"/>
              </a:buClr>
              <a:buSzPct val="100000"/>
              <a:buChar char="•"/>
            </a:pPr>
            <a:r>
              <a:rPr lang="es-MX"/>
              <a:t>La posición que ocupa el ratón en la pantalla se define siempre en coordenadas graficas, aunque se este trabajando en modo texto, considerando tantos puntos en la pantalla como permita la tarjeta grafica (actualmente, en VGA la resolución de la pantalla suele ser de 640 x 480 pixels).</a:t>
            </a:r>
            <a:endParaRPr/>
          </a:p>
        </p:txBody>
      </p:sp>
      <p:sp>
        <p:nvSpPr>
          <p:cNvPr id="1843" name="Google Shape;1843;p2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844" name="Google Shape;1844;p2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8" name="Shape 1848"/>
        <p:cNvGrpSpPr/>
        <p:nvPr/>
      </p:nvGrpSpPr>
      <p:grpSpPr>
        <a:xfrm>
          <a:off x="0" y="0"/>
          <a:ext cx="0" cy="0"/>
          <a:chOff x="0" y="0"/>
          <a:chExt cx="0" cy="0"/>
        </a:xfrm>
      </p:grpSpPr>
      <p:sp>
        <p:nvSpPr>
          <p:cNvPr id="1849" name="Google Shape;1849;p2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La interrupción 33 h</a:t>
            </a:r>
            <a:endParaRPr/>
          </a:p>
        </p:txBody>
      </p:sp>
      <p:sp>
        <p:nvSpPr>
          <p:cNvPr id="1850" name="Google Shape;1850;p2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3200"/>
              <a:buChar char="•"/>
            </a:pPr>
            <a:r>
              <a:rPr lang="es-MX"/>
              <a:t>Como ocurre casi siempre que se quiere acceder directamente al hardware, la forma mas cómoda de hacerlo es usar las funciones que nos proporcionan las interrupciones software. En este caso, la interrupción que se encarga de controlar el ratón es la numero 33h. Esta interrupción nos proporciona nada menos que 53 funciones distintas, que seleccionaremos poniendo su numero en el registro ax.</a:t>
            </a:r>
            <a:endParaRPr/>
          </a:p>
        </p:txBody>
      </p:sp>
      <p:sp>
        <p:nvSpPr>
          <p:cNvPr id="1851" name="Google Shape;1851;p2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852" name="Google Shape;1852;p2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6" name="Shape 1856"/>
        <p:cNvGrpSpPr/>
        <p:nvPr/>
      </p:nvGrpSpPr>
      <p:grpSpPr>
        <a:xfrm>
          <a:off x="0" y="0"/>
          <a:ext cx="0" cy="0"/>
          <a:chOff x="0" y="0"/>
          <a:chExt cx="0" cy="0"/>
        </a:xfrm>
      </p:grpSpPr>
      <p:graphicFrame>
        <p:nvGraphicFramePr>
          <p:cNvPr id="1857" name="Google Shape;1857;p239"/>
          <p:cNvGraphicFramePr/>
          <p:nvPr/>
        </p:nvGraphicFramePr>
        <p:xfrm>
          <a:off x="268086" y="332654"/>
          <a:ext cx="3000000" cy="3000000"/>
        </p:xfrm>
        <a:graphic>
          <a:graphicData uri="http://schemas.openxmlformats.org/drawingml/2006/table">
            <a:tbl>
              <a:tblPr bandRow="1" firstRow="1">
                <a:noFill/>
                <a:tableStyleId>{7BCB561C-A8D9-4940-A105-9EE0E4D35472}</a:tableStyleId>
              </a:tblPr>
              <a:tblGrid>
                <a:gridCol w="561125"/>
                <a:gridCol w="4115725"/>
                <a:gridCol w="1724450"/>
                <a:gridCol w="2133775"/>
              </a:tblGrid>
              <a:tr h="23497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Función</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Tarea</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Llamada</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Retorno</a:t>
                      </a:r>
                      <a:endParaRPr sz="1100" u="none" cap="none" strike="noStrike"/>
                    </a:p>
                  </a:txBody>
                  <a:tcPr marT="34300" marB="34300" marR="68575" marL="68575"/>
                </a:tc>
              </a:tr>
              <a:tr h="38027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00h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Reset del ratón (Resetea el driver del ratón)</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ax=0 </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ax&gt;0 si hay raton </a:t>
                      </a:r>
                      <a:br>
                        <a:rPr lang="es-MX" sz="1100" u="none" cap="none" strike="noStrike"/>
                      </a:br>
                      <a:r>
                        <a:rPr lang="es-MX" sz="1100" u="none" cap="none" strike="noStrike"/>
                        <a:t>ax=0 si no hay</a:t>
                      </a:r>
                      <a:endParaRPr sz="1100" u="none" cap="none" strike="noStrike"/>
                    </a:p>
                  </a:txBody>
                  <a:tcPr marT="34300" marB="34300" marR="68575" marL="68575"/>
                </a:tc>
              </a:tr>
              <a:tr h="23187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01h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Mostrar el cursor del ratón (Dibuja el cursor del ratón en la pantalla)</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ax=1</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a:t>
                      </a:r>
                      <a:endParaRPr sz="1100" u="none" cap="none" strike="noStrike"/>
                    </a:p>
                  </a:txBody>
                  <a:tcPr marT="34300" marB="34300" marR="68575" marL="68575"/>
                </a:tc>
              </a:tr>
              <a:tr h="23187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02h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Apagar el cursor del ratón (Oculta el cursor del ratón)</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ax=2</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chemeClr val="dk1"/>
                        </a:buClr>
                        <a:buSzPts val="1100"/>
                        <a:buFont typeface="Calibri"/>
                        <a:buNone/>
                      </a:pPr>
                      <a:r>
                        <a:rPr lang="es-MX" sz="1100" u="none" cap="none" strike="noStrike"/>
                        <a:t>......</a:t>
                      </a:r>
                      <a:endParaRPr sz="1100" u="none" cap="none" strike="noStrike"/>
                    </a:p>
                  </a:txBody>
                  <a:tcPr marT="34300" marB="34300" marR="68575" marL="68575"/>
                </a:tc>
              </a:tr>
              <a:tr h="973900">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03h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Leer el estado de los botones y la posición del cursor (Devuelve la posición del cursor y el estado de sus botones)</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ax=3 </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bx=0 si no pulso boton</a:t>
                      </a:r>
                      <a:br>
                        <a:rPr lang="es-MX" sz="1100" u="none" cap="none" strike="noStrike"/>
                      </a:br>
                      <a:r>
                        <a:rPr lang="es-MX" sz="1100" u="none" cap="none" strike="noStrike"/>
                        <a:t>bx=1 botón Izquierdo</a:t>
                      </a:r>
                      <a:br>
                        <a:rPr lang="es-MX" sz="1100" u="none" cap="none" strike="noStrike"/>
                      </a:br>
                      <a:r>
                        <a:rPr lang="es-MX" sz="1100" u="none" cap="none" strike="noStrike"/>
                        <a:t>bx=2 botón Derecho</a:t>
                      </a:r>
                      <a:br>
                        <a:rPr lang="es-MX" sz="1100" u="none" cap="none" strike="noStrike"/>
                      </a:br>
                      <a:r>
                        <a:rPr lang="es-MX" sz="1100" u="none" cap="none" strike="noStrike"/>
                        <a:t>bx=4 boton Centro</a:t>
                      </a:r>
                      <a:br>
                        <a:rPr lang="es-MX" sz="1100" u="none" cap="none" strike="noStrike"/>
                      </a:br>
                      <a:r>
                        <a:rPr lang="es-MX" sz="1100" u="none" cap="none" strike="noStrike"/>
                        <a:t>cx=posición columna (H)</a:t>
                      </a:r>
                      <a:br>
                        <a:rPr lang="es-MX" sz="1100" u="none" cap="none" strike="noStrike"/>
                      </a:br>
                      <a:r>
                        <a:rPr lang="es-MX" sz="1100" u="none" cap="none" strike="noStrike"/>
                        <a:t>dx=posición fila (V)</a:t>
                      </a:r>
                      <a:endParaRPr sz="1100" u="none" cap="none" strike="noStrike"/>
                    </a:p>
                  </a:txBody>
                  <a:tcPr marT="34300" marB="34300" marR="68575" marL="68575"/>
                </a:tc>
              </a:tr>
              <a:tr h="52867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04h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Establecer la posición del cursor</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ax=4</a:t>
                      </a:r>
                      <a:br>
                        <a:rPr lang="es-MX" sz="1100" u="none" cap="none" strike="noStrike"/>
                      </a:br>
                      <a:r>
                        <a:rPr lang="es-MX" sz="1100" u="none" cap="none" strike="noStrike"/>
                        <a:t>cx= columna</a:t>
                      </a:r>
                      <a:br>
                        <a:rPr lang="es-MX" sz="1100" u="none" cap="none" strike="noStrike"/>
                      </a:br>
                      <a:r>
                        <a:rPr lang="es-MX" sz="1100" u="none" cap="none" strike="noStrike"/>
                        <a:t>dx= fila</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r>
              <a:tr h="23187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05h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Calibri"/>
                          <a:ea typeface="Calibri"/>
                          <a:cs typeface="Calibri"/>
                          <a:sym typeface="Calibri"/>
                        </a:rPr>
                        <a:t>Obtiene información del botón presionado del ratón</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r>
              <a:tr h="257000">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06h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Calibri"/>
                          <a:ea typeface="Calibri"/>
                          <a:cs typeface="Calibri"/>
                          <a:sym typeface="Calibri"/>
                        </a:rPr>
                        <a:t>Obtiene información acerca de la liberación del botón</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r>
              <a:tr h="52867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07h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Rango desplazamiento Horizontal (Define la zona horizontal de movimiento para el cursor)</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ax=7 </a:t>
                      </a:r>
                      <a:br>
                        <a:rPr lang="es-MX" sz="1100" u="none" cap="none" strike="noStrike"/>
                      </a:br>
                      <a:r>
                        <a:rPr lang="es-MX" sz="1100" u="none" cap="none" strike="noStrike"/>
                        <a:t>cx=H mínima </a:t>
                      </a:r>
                      <a:br>
                        <a:rPr lang="es-MX" sz="1100" u="none" cap="none" strike="noStrike"/>
                      </a:br>
                      <a:r>
                        <a:rPr lang="es-MX" sz="1100" u="none" cap="none" strike="noStrike"/>
                        <a:t>dx=H máxima</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r>
              <a:tr h="52867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08h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Rango desplazamiento Vertical (Define la zona vertical de movimiento para el cursor)</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ax=8 </a:t>
                      </a:r>
                      <a:br>
                        <a:rPr lang="es-MX" sz="1100" u="none" cap="none" strike="noStrike"/>
                      </a:br>
                      <a:r>
                        <a:rPr lang="es-MX" sz="1100" u="none" cap="none" strike="noStrike"/>
                        <a:t>cx=V mínima </a:t>
                      </a:r>
                      <a:br>
                        <a:rPr lang="es-MX" sz="1100" u="none" cap="none" strike="noStrike"/>
                      </a:br>
                      <a:r>
                        <a:rPr lang="es-MX" sz="1100" u="none" cap="none" strike="noStrike"/>
                        <a:t>dx=V máxima</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r>
              <a:tr h="23187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09h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Define el cursor del ratón para los modos gráficos.</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r>
              <a:tr h="23187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0Ah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Define el cursor del ratón para los modos de texto.</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r>
              <a:tr h="314400">
                <a:tc>
                  <a:txBody>
                    <a:bodyPr/>
                    <a:lstStyle/>
                    <a:p>
                      <a:pPr indent="0" lvl="0" marL="0" marR="0" rtl="0" algn="l">
                        <a:lnSpc>
                          <a:spcPct val="100000"/>
                        </a:lnSpc>
                        <a:spcBef>
                          <a:spcPts val="0"/>
                        </a:spcBef>
                        <a:spcAft>
                          <a:spcPts val="0"/>
                        </a:spcAft>
                        <a:buClr>
                          <a:schemeClr val="dk1"/>
                        </a:buClr>
                        <a:buSzPts val="1100"/>
                        <a:buFont typeface="Calibri"/>
                        <a:buNone/>
                      </a:pPr>
                      <a:r>
                        <a:rPr lang="es-MX" sz="1100" u="none" cap="none" strike="noStrike"/>
                        <a:t>0Bh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Calibri"/>
                          <a:ea typeface="Calibri"/>
                          <a:cs typeface="Calibri"/>
                          <a:sym typeface="Calibri"/>
                        </a:rPr>
                        <a:t>Lee los contadores de movimiento del ratón</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r>
              <a:tr h="233325">
                <a:tc>
                  <a:txBody>
                    <a:bodyPr/>
                    <a:lstStyle/>
                    <a:p>
                      <a:pPr indent="0" lvl="0" marL="0" marR="0" rtl="0" algn="l">
                        <a:lnSpc>
                          <a:spcPct val="100000"/>
                        </a:lnSpc>
                        <a:spcBef>
                          <a:spcPts val="0"/>
                        </a:spcBef>
                        <a:spcAft>
                          <a:spcPts val="0"/>
                        </a:spcAft>
                        <a:buClr>
                          <a:schemeClr val="dk1"/>
                        </a:buClr>
                        <a:buSzPts val="1100"/>
                        <a:buFont typeface="Calibri"/>
                        <a:buNone/>
                      </a:pPr>
                      <a:r>
                        <a:rPr lang="es-MX" sz="1100" u="none" cap="none" strike="noStrike"/>
                        <a:t>0Ch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Calibri"/>
                          <a:ea typeface="Calibri"/>
                          <a:cs typeface="Calibri"/>
                          <a:sym typeface="Calibri"/>
                        </a:rPr>
                        <a:t>Instala el manejador de interrupciones para eventos del ratón</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r>
              <a:tr h="380275">
                <a:tc>
                  <a:txBody>
                    <a:bodyPr/>
                    <a:lstStyle/>
                    <a:p>
                      <a:pPr indent="0" lvl="0" marL="0" marR="0" rtl="0" algn="l">
                        <a:lnSpc>
                          <a:spcPct val="100000"/>
                        </a:lnSpc>
                        <a:spcBef>
                          <a:spcPts val="0"/>
                        </a:spcBef>
                        <a:spcAft>
                          <a:spcPts val="0"/>
                        </a:spcAft>
                        <a:buClr>
                          <a:schemeClr val="dk1"/>
                        </a:buClr>
                        <a:buSzPts val="1100"/>
                        <a:buFont typeface="Calibri"/>
                        <a:buNone/>
                      </a:pPr>
                      <a:r>
                        <a:rPr lang="es-MX" sz="1100" u="none" cap="none" strike="noStrike"/>
                        <a:t>0Dh</a:t>
                      </a:r>
                      <a:br>
                        <a:rPr lang="es-MX" sz="1100" u="none" cap="none" strike="noStrike"/>
                      </a:br>
                      <a:r>
                        <a:rPr b="0" i="0" lang="es-MX" sz="1100" u="none" cap="none" strike="noStrike">
                          <a:solidFill>
                            <a:schemeClr val="dk1"/>
                          </a:solidFill>
                          <a:latin typeface="Calibri"/>
                          <a:ea typeface="Calibri"/>
                          <a:cs typeface="Calibri"/>
                          <a:sym typeface="Calibri"/>
                        </a:rPr>
                        <a:t>OEH</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b="0" i="0" lang="es-MX" sz="1100" u="none" cap="none" strike="noStrike">
                          <a:solidFill>
                            <a:schemeClr val="dk1"/>
                          </a:solidFill>
                          <a:latin typeface="Calibri"/>
                          <a:ea typeface="Calibri"/>
                          <a:cs typeface="Calibri"/>
                          <a:sym typeface="Calibri"/>
                        </a:rPr>
                        <a:t>Activa la emulación de una pluma óptica </a:t>
                      </a:r>
                      <a:br>
                        <a:rPr b="0" i="0" lang="es-MX" sz="1100" u="none" cap="none" strike="noStrike">
                          <a:solidFill>
                            <a:schemeClr val="dk1"/>
                          </a:solidFill>
                          <a:latin typeface="Calibri"/>
                          <a:ea typeface="Calibri"/>
                          <a:cs typeface="Calibri"/>
                          <a:sym typeface="Calibri"/>
                        </a:rPr>
                      </a:br>
                      <a:r>
                        <a:rPr b="0" i="0" lang="es-MX" sz="1100" u="none" cap="none" strike="noStrike">
                          <a:solidFill>
                            <a:schemeClr val="dk1"/>
                          </a:solidFill>
                          <a:latin typeface="Calibri"/>
                          <a:ea typeface="Calibri"/>
                          <a:cs typeface="Calibri"/>
                          <a:sym typeface="Calibri"/>
                        </a:rPr>
                        <a:t>Desactiva la emulación de una pluma óptica </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r>
              <a:tr h="385075">
                <a:tc>
                  <a:txBody>
                    <a:bodyPr/>
                    <a:lstStyle/>
                    <a:p>
                      <a:pPr indent="0" lvl="0" marL="0" marR="0" rtl="0" algn="l">
                        <a:lnSpc>
                          <a:spcPct val="100000"/>
                        </a:lnSpc>
                        <a:spcBef>
                          <a:spcPts val="0"/>
                        </a:spcBef>
                        <a:spcAft>
                          <a:spcPts val="0"/>
                        </a:spcAft>
                        <a:buClr>
                          <a:schemeClr val="dk1"/>
                        </a:buClr>
                        <a:buSzPts val="1100"/>
                        <a:buFont typeface="Calibri"/>
                        <a:buNone/>
                      </a:pPr>
                      <a:r>
                        <a:rPr lang="es-MX" sz="1100" u="none" cap="none" strike="noStrike"/>
                        <a:t>0fh</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Fija la velocidad de desplazamiento del cursor.</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34300" marB="34300" marR="68575" marL="68575"/>
                </a:tc>
              </a:tr>
            </a:tbl>
          </a:graphicData>
        </a:graphic>
      </p:graphicFrame>
      <p:sp>
        <p:nvSpPr>
          <p:cNvPr id="1858" name="Google Shape;1858;p2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859" name="Google Shape;1859;p2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sp>
        <p:nvSpPr>
          <p:cNvPr id="1864" name="Google Shape;1864;p2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graphicFrame>
        <p:nvGraphicFramePr>
          <p:cNvPr id="1865" name="Google Shape;1865;p240"/>
          <p:cNvGraphicFramePr/>
          <p:nvPr/>
        </p:nvGraphicFramePr>
        <p:xfrm>
          <a:off x="628650" y="2226469"/>
          <a:ext cx="3000000" cy="3000000"/>
        </p:xfrm>
        <a:graphic>
          <a:graphicData uri="http://schemas.openxmlformats.org/drawingml/2006/table">
            <a:tbl>
              <a:tblPr bandRow="1" firstRow="1">
                <a:noFill/>
                <a:tableStyleId>{7BCB561C-A8D9-4940-A105-9EE0E4D35472}</a:tableStyleId>
              </a:tblPr>
              <a:tblGrid>
                <a:gridCol w="1148200"/>
                <a:gridCol w="2375350"/>
                <a:gridCol w="654625"/>
                <a:gridCol w="3708525"/>
              </a:tblGrid>
              <a:tr h="278125">
                <a:tc>
                  <a:txBody>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chemeClr val="lt1"/>
                          </a:solidFill>
                          <a:latin typeface="Calibri"/>
                          <a:ea typeface="Calibri"/>
                          <a:cs typeface="Calibri"/>
                          <a:sym typeface="Calibri"/>
                        </a:rPr>
                        <a:t>AX</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chemeClr val="lt1"/>
                          </a:solidFill>
                          <a:latin typeface="Calibri"/>
                          <a:ea typeface="Calibri"/>
                          <a:cs typeface="Calibri"/>
                          <a:sym typeface="Calibri"/>
                        </a:rPr>
                        <a:t>Descripción</a:t>
                      </a:r>
                      <a:endParaRPr sz="1400" u="none" cap="none" strike="noStrike"/>
                    </a:p>
                  </a:txBody>
                  <a:tcPr marT="34300" marB="34300" marR="68575" marL="68575"/>
                </a:tc>
                <a:tc gridSpan="2">
                  <a:txBody>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chemeClr val="lt1"/>
                          </a:solidFill>
                          <a:latin typeface="Calibri"/>
                          <a:ea typeface="Calibri"/>
                          <a:cs typeface="Calibri"/>
                          <a:sym typeface="Calibri"/>
                        </a:rPr>
                        <a:t>Salida</a:t>
                      </a:r>
                      <a:endParaRPr sz="1400" u="none" cap="none" strike="noStrike"/>
                    </a:p>
                  </a:txBody>
                  <a:tcPr marT="34300" marB="34300" marR="68575" marL="68575"/>
                </a:tc>
                <a:tc hMerge="1"/>
              </a:tr>
              <a:tr h="274325">
                <a:tc rowSpan="8">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0000h</a:t>
                      </a:r>
                      <a:endParaRPr sz="1400" u="none" cap="none" strike="noStrike"/>
                    </a:p>
                  </a:txBody>
                  <a:tcPr marT="34300" marB="34300" marR="68575" marL="68575"/>
                </a:tc>
                <a:tc rowSpan="8">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Restaura driver y lee estado</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AX</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 </a:t>
                      </a:r>
                      <a:r>
                        <a:rPr b="0" i="0" lang="es-MX" sz="1400" u="none" cap="none" strike="noStrike">
                          <a:solidFill>
                            <a:schemeClr val="dk1"/>
                          </a:solidFill>
                          <a:latin typeface="Calibri"/>
                          <a:ea typeface="Calibri"/>
                          <a:cs typeface="Calibri"/>
                          <a:sym typeface="Calibri"/>
                        </a:rPr>
                        <a:t>Estado</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0000h hardware/driver no instalado</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FFFFh hardware/driver instalado</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BX</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 </a:t>
                      </a:r>
                      <a:r>
                        <a:rPr b="0" i="0" lang="es-MX" sz="1400" u="none" cap="none" strike="noStrike">
                          <a:solidFill>
                            <a:schemeClr val="dk1"/>
                          </a:solidFill>
                          <a:latin typeface="Calibri"/>
                          <a:ea typeface="Calibri"/>
                          <a:cs typeface="Calibri"/>
                          <a:sym typeface="Calibri"/>
                        </a:rPr>
                        <a:t>Número de botones</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0000h Distinto de dos</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0002h Dos botones (muchos drivers)</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0003h Tres botones Sistemas/Logitech</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FFFFh Dos botones</a:t>
                      </a:r>
                      <a:endParaRPr sz="1400" u="none" cap="none" strike="noStrike"/>
                    </a:p>
                  </a:txBody>
                  <a:tcPr marT="34300" marB="34300" marR="68575" marL="68575"/>
                </a:tc>
              </a:tr>
            </a:tbl>
          </a:graphicData>
        </a:graphic>
      </p:graphicFrame>
      <p:sp>
        <p:nvSpPr>
          <p:cNvPr id="1866" name="Google Shape;1866;p2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867" name="Google Shape;1867;p2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1" name="Shape 1871"/>
        <p:cNvGrpSpPr/>
        <p:nvPr/>
      </p:nvGrpSpPr>
      <p:grpSpPr>
        <a:xfrm>
          <a:off x="0" y="0"/>
          <a:ext cx="0" cy="0"/>
          <a:chOff x="0" y="0"/>
          <a:chExt cx="0" cy="0"/>
        </a:xfrm>
      </p:grpSpPr>
      <p:sp>
        <p:nvSpPr>
          <p:cNvPr id="1872" name="Google Shape;1872;p2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Restaura driver y lee estado</a:t>
            </a:r>
            <a:endParaRPr/>
          </a:p>
        </p:txBody>
      </p:sp>
      <p:sp>
        <p:nvSpPr>
          <p:cNvPr id="1873" name="Google Shape;1873;p241"/>
          <p:cNvSpPr txBox="1"/>
          <p:nvPr>
            <p:ph idx="1" type="body"/>
          </p:nvPr>
        </p:nvSpPr>
        <p:spPr>
          <a:xfrm>
            <a:off x="628650" y="2226469"/>
            <a:ext cx="4845281" cy="3263504"/>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308"/>
              </a:spcBef>
              <a:spcAft>
                <a:spcPts val="0"/>
              </a:spcAft>
              <a:buClr>
                <a:schemeClr val="dk1"/>
              </a:buClr>
              <a:buSzPct val="100000"/>
              <a:buNone/>
            </a:pPr>
            <a:r>
              <a:rPr lang="es-MX"/>
              <a:t>        mov ax, 0000h   ; Restaura driver y lee estado</a:t>
            </a:r>
            <a:endParaRPr/>
          </a:p>
          <a:p>
            <a:pPr indent="0" lvl="0" marL="0" rtl="0" algn="l">
              <a:lnSpc>
                <a:spcPct val="100000"/>
              </a:lnSpc>
              <a:spcBef>
                <a:spcPts val="308"/>
              </a:spcBef>
              <a:spcAft>
                <a:spcPts val="0"/>
              </a:spcAft>
              <a:buClr>
                <a:schemeClr val="dk1"/>
              </a:buClr>
              <a:buSzPct val="100000"/>
              <a:buNone/>
            </a:pPr>
            <a:r>
              <a:rPr lang="es-MX"/>
              <a:t>        INT 33h         ; X	=	Estado</a:t>
            </a:r>
            <a:endParaRPr/>
          </a:p>
          <a:p>
            <a:pPr indent="0" lvl="0" marL="0" rtl="0" algn="l">
              <a:lnSpc>
                <a:spcPct val="100000"/>
              </a:lnSpc>
              <a:spcBef>
                <a:spcPts val="308"/>
              </a:spcBef>
              <a:spcAft>
                <a:spcPts val="0"/>
              </a:spcAft>
              <a:buClr>
                <a:schemeClr val="dk1"/>
              </a:buClr>
              <a:buSzPct val="100000"/>
              <a:buNone/>
            </a:pPr>
            <a:r>
              <a:rPr lang="es-MX"/>
              <a:t>                        ; 0000h hardware/driver no instalado</a:t>
            </a:r>
            <a:endParaRPr/>
          </a:p>
          <a:p>
            <a:pPr indent="0" lvl="0" marL="0" rtl="0" algn="l">
              <a:lnSpc>
                <a:spcPct val="100000"/>
              </a:lnSpc>
              <a:spcBef>
                <a:spcPts val="308"/>
              </a:spcBef>
              <a:spcAft>
                <a:spcPts val="0"/>
              </a:spcAft>
              <a:buClr>
                <a:schemeClr val="dk1"/>
              </a:buClr>
              <a:buSzPct val="100000"/>
              <a:buNone/>
            </a:pPr>
            <a:r>
              <a:rPr lang="es-MX"/>
              <a:t>                        ; FFFFh hardware/driver instalado    </a:t>
            </a:r>
            <a:endParaRPr/>
          </a:p>
          <a:p>
            <a:pPr indent="0" lvl="0" marL="0" rtl="0" algn="l">
              <a:lnSpc>
                <a:spcPct val="100000"/>
              </a:lnSpc>
              <a:spcBef>
                <a:spcPts val="308"/>
              </a:spcBef>
              <a:spcAft>
                <a:spcPts val="0"/>
              </a:spcAft>
              <a:buClr>
                <a:schemeClr val="dk1"/>
              </a:buClr>
              <a:buSzPct val="100000"/>
              <a:buNone/>
            </a:pPr>
            <a:r>
              <a:rPr lang="es-MX"/>
              <a:t>                        ; BX	= Numero de botones</a:t>
            </a:r>
            <a:endParaRPr/>
          </a:p>
          <a:p>
            <a:pPr indent="0" lvl="0" marL="0" rtl="0" algn="l">
              <a:lnSpc>
                <a:spcPct val="100000"/>
              </a:lnSpc>
              <a:spcBef>
                <a:spcPts val="308"/>
              </a:spcBef>
              <a:spcAft>
                <a:spcPts val="0"/>
              </a:spcAft>
              <a:buClr>
                <a:schemeClr val="dk1"/>
              </a:buClr>
              <a:buSzPct val="100000"/>
              <a:buNone/>
            </a:pPr>
            <a:r>
              <a:rPr lang="es-MX"/>
              <a:t>                        ;       = 0000h Distinto de dos</a:t>
            </a:r>
            <a:endParaRPr/>
          </a:p>
          <a:p>
            <a:pPr indent="0" lvl="0" marL="0" rtl="0" algn="l">
              <a:lnSpc>
                <a:spcPct val="100000"/>
              </a:lnSpc>
              <a:spcBef>
                <a:spcPts val="308"/>
              </a:spcBef>
              <a:spcAft>
                <a:spcPts val="0"/>
              </a:spcAft>
              <a:buClr>
                <a:schemeClr val="dk1"/>
              </a:buClr>
              <a:buSzPct val="100000"/>
              <a:buNone/>
            </a:pPr>
            <a:r>
              <a:rPr lang="es-MX"/>
              <a:t>                        ;       = 0002h Dos botones (muchos drivers)</a:t>
            </a:r>
            <a:endParaRPr/>
          </a:p>
          <a:p>
            <a:pPr indent="0" lvl="0" marL="0" rtl="0" algn="l">
              <a:lnSpc>
                <a:spcPct val="100000"/>
              </a:lnSpc>
              <a:spcBef>
                <a:spcPts val="308"/>
              </a:spcBef>
              <a:spcAft>
                <a:spcPts val="0"/>
              </a:spcAft>
              <a:buClr>
                <a:schemeClr val="dk1"/>
              </a:buClr>
              <a:buSzPct val="100000"/>
              <a:buNone/>
            </a:pPr>
            <a:r>
              <a:rPr lang="es-MX"/>
              <a:t>                        ;       = 0003h Tres botones Sistemas/Logitech</a:t>
            </a:r>
            <a:endParaRPr/>
          </a:p>
          <a:p>
            <a:pPr indent="0" lvl="0" marL="0" rtl="0" algn="l">
              <a:lnSpc>
                <a:spcPct val="100000"/>
              </a:lnSpc>
              <a:spcBef>
                <a:spcPts val="308"/>
              </a:spcBef>
              <a:spcAft>
                <a:spcPts val="0"/>
              </a:spcAft>
              <a:buClr>
                <a:schemeClr val="dk1"/>
              </a:buClr>
              <a:buSzPct val="100000"/>
              <a:buNone/>
            </a:pPr>
            <a:r>
              <a:rPr lang="es-MX"/>
              <a:t>                        ;       = FFFFh Dos botones  </a:t>
            </a:r>
            <a:endParaRPr/>
          </a:p>
          <a:p>
            <a:pPr indent="0" lvl="0" marL="0" rtl="0" algn="l">
              <a:lnSpc>
                <a:spcPct val="100000"/>
              </a:lnSpc>
              <a:spcBef>
                <a:spcPts val="308"/>
              </a:spcBef>
              <a:spcAft>
                <a:spcPts val="0"/>
              </a:spcAft>
              <a:buClr>
                <a:schemeClr val="dk1"/>
              </a:buClr>
              <a:buSzPct val="100000"/>
              <a:buNone/>
            </a:pPr>
            <a:r>
              <a:rPr lang="es-MX"/>
              <a:t>       ret</a:t>
            </a:r>
            <a:endParaRPr/>
          </a:p>
        </p:txBody>
      </p:sp>
      <p:pic>
        <p:nvPicPr>
          <p:cNvPr id="1874" name="Google Shape;1874;p241"/>
          <p:cNvPicPr preferRelativeResize="0"/>
          <p:nvPr>
            <p:ph idx="2" type="body"/>
          </p:nvPr>
        </p:nvPicPr>
        <p:blipFill rotWithShape="1">
          <a:blip r:embed="rId3">
            <a:alphaModFix/>
          </a:blip>
          <a:srcRect b="0" l="0" r="0" t="0"/>
          <a:stretch/>
        </p:blipFill>
        <p:spPr>
          <a:xfrm>
            <a:off x="6440090" y="3308152"/>
            <a:ext cx="1171575" cy="1100138"/>
          </a:xfrm>
          <a:prstGeom prst="rect">
            <a:avLst/>
          </a:prstGeom>
          <a:noFill/>
          <a:ln>
            <a:noFill/>
          </a:ln>
        </p:spPr>
      </p:pic>
      <p:sp>
        <p:nvSpPr>
          <p:cNvPr id="1875" name="Google Shape;1875;p2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876" name="Google Shape;1876;p2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0" name="Shape 1880"/>
        <p:cNvGrpSpPr/>
        <p:nvPr/>
      </p:nvGrpSpPr>
      <p:grpSpPr>
        <a:xfrm>
          <a:off x="0" y="0"/>
          <a:ext cx="0" cy="0"/>
          <a:chOff x="0" y="0"/>
          <a:chExt cx="0" cy="0"/>
        </a:xfrm>
      </p:grpSpPr>
      <p:sp>
        <p:nvSpPr>
          <p:cNvPr id="1881" name="Google Shape;1881;p2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graphicFrame>
        <p:nvGraphicFramePr>
          <p:cNvPr id="1882" name="Google Shape;1882;p242"/>
          <p:cNvGraphicFramePr/>
          <p:nvPr/>
        </p:nvGraphicFramePr>
        <p:xfrm>
          <a:off x="628650" y="2226469"/>
          <a:ext cx="3000000" cy="3000000"/>
        </p:xfrm>
        <a:graphic>
          <a:graphicData uri="http://schemas.openxmlformats.org/drawingml/2006/table">
            <a:tbl>
              <a:tblPr bandRow="1" firstRow="1">
                <a:noFill/>
                <a:tableStyleId>{7BCB561C-A8D9-4940-A105-9EE0E4D35472}</a:tableStyleId>
              </a:tblPr>
              <a:tblGrid>
                <a:gridCol w="954925"/>
                <a:gridCol w="2175850"/>
                <a:gridCol w="4755925"/>
              </a:tblGrid>
              <a:tr h="278125">
                <a:tc>
                  <a:txBody>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chemeClr val="lt1"/>
                          </a:solidFill>
                          <a:latin typeface="Calibri"/>
                          <a:ea typeface="Calibri"/>
                          <a:cs typeface="Calibri"/>
                          <a:sym typeface="Calibri"/>
                        </a:rPr>
                        <a:t>AX</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chemeClr val="lt1"/>
                          </a:solidFill>
                          <a:latin typeface="Calibri"/>
                          <a:ea typeface="Calibri"/>
                          <a:cs typeface="Calibri"/>
                          <a:sym typeface="Calibri"/>
                        </a:rPr>
                        <a:t>Descripción</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chemeClr val="lt1"/>
                          </a:solidFill>
                          <a:latin typeface="Calibri"/>
                          <a:ea typeface="Calibri"/>
                          <a:cs typeface="Calibri"/>
                          <a:sym typeface="Calibri"/>
                        </a:rPr>
                        <a:t>Salida</a:t>
                      </a:r>
                      <a:endParaRPr sz="1400" u="none" cap="none" strike="noStrike"/>
                    </a:p>
                  </a:txBody>
                  <a:tcPr marT="34300" marB="34300" marR="68575" marL="68575"/>
                </a:tc>
              </a:tr>
              <a:tr h="891550">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0001h</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Muestra el cursor del ratón</a:t>
                      </a:r>
                      <a:endParaRPr sz="1400" u="none" cap="none" strike="noStrike"/>
                    </a:p>
                  </a:txBody>
                  <a:tcPr marT="34300" marB="34300" marR="68575" marL="68575"/>
                </a:tc>
                <a:tc>
                  <a:txBody>
                    <a:bodyPr/>
                    <a:lstStyle/>
                    <a:p>
                      <a:pPr indent="0" lvl="0" marL="0" marR="0" rtl="0" algn="just">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El ratón mantiene una bandera que indica si se ha de mostrar el puntero o no. Inicialmente está a -1, esta función lo incrementa en 1, dejándolo a cero, que es el valor que indica que se muestre el puntero.</a:t>
                      </a:r>
                      <a:endParaRPr sz="1400" u="none" cap="none" strike="noStrike"/>
                    </a:p>
                  </a:txBody>
                  <a:tcPr marT="34300" marB="34300" marR="68575" marL="68575"/>
                </a:tc>
              </a:tr>
            </a:tbl>
          </a:graphicData>
        </a:graphic>
      </p:graphicFrame>
      <p:sp>
        <p:nvSpPr>
          <p:cNvPr id="1883" name="Google Shape;1883;p2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884" name="Google Shape;1884;p2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8" name="Shape 1888"/>
        <p:cNvGrpSpPr/>
        <p:nvPr/>
      </p:nvGrpSpPr>
      <p:grpSpPr>
        <a:xfrm>
          <a:off x="0" y="0"/>
          <a:ext cx="0" cy="0"/>
          <a:chOff x="0" y="0"/>
          <a:chExt cx="0" cy="0"/>
        </a:xfrm>
      </p:grpSpPr>
      <p:sp>
        <p:nvSpPr>
          <p:cNvPr id="1889" name="Google Shape;1889;p2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Muestra el cursor del ratón</a:t>
            </a:r>
            <a:endParaRPr/>
          </a:p>
        </p:txBody>
      </p:sp>
      <p:sp>
        <p:nvSpPr>
          <p:cNvPr id="1890" name="Google Shape;1890;p243"/>
          <p:cNvSpPr txBox="1"/>
          <p:nvPr>
            <p:ph idx="1" type="body"/>
          </p:nvPr>
        </p:nvSpPr>
        <p:spPr>
          <a:xfrm>
            <a:off x="628650" y="2226469"/>
            <a:ext cx="4845281" cy="3263504"/>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224"/>
              </a:spcBef>
              <a:spcAft>
                <a:spcPts val="0"/>
              </a:spcAft>
              <a:buClr>
                <a:schemeClr val="dk1"/>
              </a:buClr>
              <a:buSzPct val="100000"/>
              <a:buNone/>
            </a:pPr>
            <a:r>
              <a:rPr lang="es-MX"/>
              <a:t>        mov ax, 0000h   ; Restaura driver y lee estado</a:t>
            </a:r>
            <a:endParaRPr/>
          </a:p>
          <a:p>
            <a:pPr indent="0" lvl="0" marL="0" rtl="0" algn="l">
              <a:lnSpc>
                <a:spcPct val="100000"/>
              </a:lnSpc>
              <a:spcBef>
                <a:spcPts val="224"/>
              </a:spcBef>
              <a:spcAft>
                <a:spcPts val="0"/>
              </a:spcAft>
              <a:buClr>
                <a:schemeClr val="dk1"/>
              </a:buClr>
              <a:buSzPct val="100000"/>
              <a:buNone/>
            </a:pPr>
            <a:r>
              <a:rPr lang="es-MX"/>
              <a:t>        INT 33h         ; X	=	Estado</a:t>
            </a:r>
            <a:endParaRPr/>
          </a:p>
          <a:p>
            <a:pPr indent="0" lvl="0" marL="0" rtl="0" algn="l">
              <a:lnSpc>
                <a:spcPct val="100000"/>
              </a:lnSpc>
              <a:spcBef>
                <a:spcPts val="224"/>
              </a:spcBef>
              <a:spcAft>
                <a:spcPts val="0"/>
              </a:spcAft>
              <a:buClr>
                <a:schemeClr val="dk1"/>
              </a:buClr>
              <a:buSzPct val="100000"/>
              <a:buNone/>
            </a:pPr>
            <a:r>
              <a:rPr lang="es-MX"/>
              <a:t>                        ; 0000h hardware/driver no instalado</a:t>
            </a:r>
            <a:endParaRPr/>
          </a:p>
          <a:p>
            <a:pPr indent="0" lvl="0" marL="0" rtl="0" algn="l">
              <a:lnSpc>
                <a:spcPct val="100000"/>
              </a:lnSpc>
              <a:spcBef>
                <a:spcPts val="224"/>
              </a:spcBef>
              <a:spcAft>
                <a:spcPts val="0"/>
              </a:spcAft>
              <a:buClr>
                <a:schemeClr val="dk1"/>
              </a:buClr>
              <a:buSzPct val="100000"/>
              <a:buNone/>
            </a:pPr>
            <a:r>
              <a:rPr lang="es-MX"/>
              <a:t>                        ; FFFFh hardware/driver instalado    </a:t>
            </a:r>
            <a:endParaRPr/>
          </a:p>
          <a:p>
            <a:pPr indent="0" lvl="0" marL="0" rtl="0" algn="l">
              <a:lnSpc>
                <a:spcPct val="100000"/>
              </a:lnSpc>
              <a:spcBef>
                <a:spcPts val="224"/>
              </a:spcBef>
              <a:spcAft>
                <a:spcPts val="0"/>
              </a:spcAft>
              <a:buClr>
                <a:schemeClr val="dk1"/>
              </a:buClr>
              <a:buSzPct val="100000"/>
              <a:buNone/>
            </a:pPr>
            <a:r>
              <a:rPr lang="es-MX"/>
              <a:t>                        ; BX	= Numero de botones</a:t>
            </a:r>
            <a:endParaRPr/>
          </a:p>
          <a:p>
            <a:pPr indent="0" lvl="0" marL="0" rtl="0" algn="l">
              <a:lnSpc>
                <a:spcPct val="100000"/>
              </a:lnSpc>
              <a:spcBef>
                <a:spcPts val="224"/>
              </a:spcBef>
              <a:spcAft>
                <a:spcPts val="0"/>
              </a:spcAft>
              <a:buClr>
                <a:schemeClr val="dk1"/>
              </a:buClr>
              <a:buSzPct val="100000"/>
              <a:buNone/>
            </a:pPr>
            <a:r>
              <a:rPr lang="es-MX"/>
              <a:t>                        ;       = 0000h Distinto de dos</a:t>
            </a:r>
            <a:endParaRPr/>
          </a:p>
          <a:p>
            <a:pPr indent="0" lvl="0" marL="0" rtl="0" algn="l">
              <a:lnSpc>
                <a:spcPct val="100000"/>
              </a:lnSpc>
              <a:spcBef>
                <a:spcPts val="224"/>
              </a:spcBef>
              <a:spcAft>
                <a:spcPts val="0"/>
              </a:spcAft>
              <a:buClr>
                <a:schemeClr val="dk1"/>
              </a:buClr>
              <a:buSzPct val="100000"/>
              <a:buNone/>
            </a:pPr>
            <a:r>
              <a:rPr lang="es-MX"/>
              <a:t>                        ;       = 0002h Dos botones (muchos drivers)</a:t>
            </a:r>
            <a:endParaRPr/>
          </a:p>
          <a:p>
            <a:pPr indent="0" lvl="0" marL="0" rtl="0" algn="l">
              <a:lnSpc>
                <a:spcPct val="100000"/>
              </a:lnSpc>
              <a:spcBef>
                <a:spcPts val="224"/>
              </a:spcBef>
              <a:spcAft>
                <a:spcPts val="0"/>
              </a:spcAft>
              <a:buClr>
                <a:schemeClr val="dk1"/>
              </a:buClr>
              <a:buSzPct val="100000"/>
              <a:buNone/>
            </a:pPr>
            <a:r>
              <a:rPr lang="es-MX"/>
              <a:t>                        ;       = 0003h Tres botones Sistemas/Logitech</a:t>
            </a:r>
            <a:endParaRPr/>
          </a:p>
          <a:p>
            <a:pPr indent="0" lvl="0" marL="0" rtl="0" algn="l">
              <a:lnSpc>
                <a:spcPct val="100000"/>
              </a:lnSpc>
              <a:spcBef>
                <a:spcPts val="224"/>
              </a:spcBef>
              <a:spcAft>
                <a:spcPts val="0"/>
              </a:spcAft>
              <a:buClr>
                <a:schemeClr val="dk1"/>
              </a:buClr>
              <a:buSzPct val="100000"/>
              <a:buNone/>
            </a:pPr>
            <a:r>
              <a:rPr lang="es-MX"/>
              <a:t>                        ;       = FFFFh Dos botones  </a:t>
            </a:r>
            <a:endParaRPr/>
          </a:p>
          <a:p>
            <a:pPr indent="0" lvl="0" marL="0" rtl="0" algn="l">
              <a:lnSpc>
                <a:spcPct val="100000"/>
              </a:lnSpc>
              <a:spcBef>
                <a:spcPts val="224"/>
              </a:spcBef>
              <a:spcAft>
                <a:spcPts val="0"/>
              </a:spcAft>
              <a:buClr>
                <a:schemeClr val="dk1"/>
              </a:buClr>
              <a:buSzPct val="100000"/>
              <a:buNone/>
            </a:pPr>
            <a:r>
              <a:rPr lang="es-MX"/>
              <a:t>        mov ax, 0001h   ; Muestra el cursor del raton</a:t>
            </a:r>
            <a:endParaRPr/>
          </a:p>
          <a:p>
            <a:pPr indent="0" lvl="0" marL="0" rtl="0" algn="l">
              <a:lnSpc>
                <a:spcPct val="100000"/>
              </a:lnSpc>
              <a:spcBef>
                <a:spcPts val="224"/>
              </a:spcBef>
              <a:spcAft>
                <a:spcPts val="0"/>
              </a:spcAft>
              <a:buClr>
                <a:schemeClr val="dk1"/>
              </a:buClr>
              <a:buSzPct val="100000"/>
              <a:buNone/>
            </a:pPr>
            <a:r>
              <a:rPr lang="es-MX"/>
              <a:t>        INT 33h         ; El ratón mantiene una bandera que indica </a:t>
            </a:r>
            <a:endParaRPr/>
          </a:p>
          <a:p>
            <a:pPr indent="0" lvl="0" marL="0" rtl="0" algn="l">
              <a:lnSpc>
                <a:spcPct val="100000"/>
              </a:lnSpc>
              <a:spcBef>
                <a:spcPts val="224"/>
              </a:spcBef>
              <a:spcAft>
                <a:spcPts val="0"/>
              </a:spcAft>
              <a:buClr>
                <a:schemeClr val="dk1"/>
              </a:buClr>
              <a:buSzPct val="100000"/>
              <a:buNone/>
            </a:pPr>
            <a:r>
              <a:rPr lang="es-MX"/>
              <a:t>                        ; si se ha de mostrar el puntero o no. </a:t>
            </a:r>
            <a:endParaRPr/>
          </a:p>
          <a:p>
            <a:pPr indent="0" lvl="0" marL="0" rtl="0" algn="l">
              <a:lnSpc>
                <a:spcPct val="100000"/>
              </a:lnSpc>
              <a:spcBef>
                <a:spcPts val="224"/>
              </a:spcBef>
              <a:spcAft>
                <a:spcPts val="0"/>
              </a:spcAft>
              <a:buClr>
                <a:schemeClr val="dk1"/>
              </a:buClr>
              <a:buSzPct val="100000"/>
              <a:buNone/>
            </a:pPr>
            <a:r>
              <a:rPr lang="es-MX"/>
              <a:t>                        ; Inicialmente está a -1, esta funcion lo </a:t>
            </a:r>
            <a:endParaRPr/>
          </a:p>
          <a:p>
            <a:pPr indent="0" lvl="0" marL="0" rtl="0" algn="l">
              <a:lnSpc>
                <a:spcPct val="100000"/>
              </a:lnSpc>
              <a:spcBef>
                <a:spcPts val="224"/>
              </a:spcBef>
              <a:spcAft>
                <a:spcPts val="0"/>
              </a:spcAft>
              <a:buClr>
                <a:schemeClr val="dk1"/>
              </a:buClr>
              <a:buSzPct val="100000"/>
              <a:buNone/>
            </a:pPr>
            <a:r>
              <a:rPr lang="es-MX"/>
              <a:t>                        ; incrementa en 1, dejándolo a cero, que </a:t>
            </a:r>
            <a:endParaRPr/>
          </a:p>
          <a:p>
            <a:pPr indent="0" lvl="0" marL="0" rtl="0" algn="l">
              <a:lnSpc>
                <a:spcPct val="100000"/>
              </a:lnSpc>
              <a:spcBef>
                <a:spcPts val="224"/>
              </a:spcBef>
              <a:spcAft>
                <a:spcPts val="0"/>
              </a:spcAft>
              <a:buClr>
                <a:schemeClr val="dk1"/>
              </a:buClr>
              <a:buSzPct val="100000"/>
              <a:buNone/>
            </a:pPr>
            <a:r>
              <a:rPr lang="es-MX"/>
              <a:t>                        ; es el valor que indica que se muestre el puntero               </a:t>
            </a:r>
            <a:endParaRPr/>
          </a:p>
          <a:p>
            <a:pPr indent="0" lvl="0" marL="0" rtl="0" algn="l">
              <a:lnSpc>
                <a:spcPct val="100000"/>
              </a:lnSpc>
              <a:spcBef>
                <a:spcPts val="224"/>
              </a:spcBef>
              <a:spcAft>
                <a:spcPts val="0"/>
              </a:spcAft>
              <a:buClr>
                <a:schemeClr val="dk1"/>
              </a:buClr>
              <a:buSzPct val="100000"/>
              <a:buNone/>
            </a:pPr>
            <a:r>
              <a:rPr lang="es-MX"/>
              <a:t>        ret</a:t>
            </a:r>
            <a:endParaRPr/>
          </a:p>
        </p:txBody>
      </p:sp>
      <p:pic>
        <p:nvPicPr>
          <p:cNvPr id="1891" name="Google Shape;1891;p243"/>
          <p:cNvPicPr preferRelativeResize="0"/>
          <p:nvPr>
            <p:ph idx="2" type="body"/>
          </p:nvPr>
        </p:nvPicPr>
        <p:blipFill rotWithShape="1">
          <a:blip r:embed="rId3">
            <a:alphaModFix/>
          </a:blip>
          <a:srcRect b="0" l="0" r="0" t="0"/>
          <a:stretch/>
        </p:blipFill>
        <p:spPr>
          <a:xfrm>
            <a:off x="5536407" y="2945723"/>
            <a:ext cx="2978944" cy="1824995"/>
          </a:xfrm>
          <a:prstGeom prst="rect">
            <a:avLst/>
          </a:prstGeom>
          <a:noFill/>
          <a:ln>
            <a:noFill/>
          </a:ln>
        </p:spPr>
      </p:pic>
      <p:sp>
        <p:nvSpPr>
          <p:cNvPr id="1892" name="Google Shape;1892;p2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893" name="Google Shape;1893;p2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7" name="Shape 1897"/>
        <p:cNvGrpSpPr/>
        <p:nvPr/>
      </p:nvGrpSpPr>
      <p:grpSpPr>
        <a:xfrm>
          <a:off x="0" y="0"/>
          <a:ext cx="0" cy="0"/>
          <a:chOff x="0" y="0"/>
          <a:chExt cx="0" cy="0"/>
        </a:xfrm>
      </p:grpSpPr>
      <p:sp>
        <p:nvSpPr>
          <p:cNvPr id="1898" name="Google Shape;1898;p2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graphicFrame>
        <p:nvGraphicFramePr>
          <p:cNvPr id="1899" name="Google Shape;1899;p244"/>
          <p:cNvGraphicFramePr/>
          <p:nvPr/>
        </p:nvGraphicFramePr>
        <p:xfrm>
          <a:off x="628650" y="2226469"/>
          <a:ext cx="3000000" cy="3000000"/>
        </p:xfrm>
        <a:graphic>
          <a:graphicData uri="http://schemas.openxmlformats.org/drawingml/2006/table">
            <a:tbl>
              <a:tblPr bandRow="1" firstRow="1">
                <a:noFill/>
                <a:tableStyleId>{7BCB561C-A8D9-4940-A105-9EE0E4D35472}</a:tableStyleId>
              </a:tblPr>
              <a:tblGrid>
                <a:gridCol w="767900"/>
                <a:gridCol w="2325475"/>
                <a:gridCol w="511225"/>
                <a:gridCol w="698275"/>
                <a:gridCol w="3583825"/>
              </a:tblGrid>
              <a:tr h="278125">
                <a:tc>
                  <a:txBody>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chemeClr val="lt1"/>
                          </a:solidFill>
                          <a:latin typeface="Calibri"/>
                          <a:ea typeface="Calibri"/>
                          <a:cs typeface="Calibri"/>
                          <a:sym typeface="Calibri"/>
                        </a:rPr>
                        <a:t>AX</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chemeClr val="lt1"/>
                          </a:solidFill>
                          <a:latin typeface="Calibri"/>
                          <a:ea typeface="Calibri"/>
                          <a:cs typeface="Calibri"/>
                          <a:sym typeface="Calibri"/>
                        </a:rPr>
                        <a:t>Descripción</a:t>
                      </a:r>
                      <a:endParaRPr sz="1400" u="none" cap="none" strike="noStrike"/>
                    </a:p>
                  </a:txBody>
                  <a:tcPr marT="34300" marB="34300" marR="68575" marL="68575"/>
                </a:tc>
                <a:tc gridSpan="3">
                  <a:txBody>
                    <a:bodyPr/>
                    <a:lstStyle/>
                    <a:p>
                      <a:pPr indent="0" lvl="0" marL="0" marR="0" rtl="0" algn="l">
                        <a:lnSpc>
                          <a:spcPct val="100000"/>
                        </a:lnSpc>
                        <a:spcBef>
                          <a:spcPts val="0"/>
                        </a:spcBef>
                        <a:spcAft>
                          <a:spcPts val="0"/>
                        </a:spcAft>
                        <a:buClr>
                          <a:srgbClr val="000000"/>
                        </a:buClr>
                        <a:buSzPts val="1400"/>
                        <a:buFont typeface="Arial"/>
                        <a:buNone/>
                      </a:pPr>
                      <a:r>
                        <a:rPr b="1" i="0" lang="es-MX" sz="1400" u="none" cap="none" strike="noStrike">
                          <a:solidFill>
                            <a:schemeClr val="lt1"/>
                          </a:solidFill>
                          <a:latin typeface="Calibri"/>
                          <a:ea typeface="Calibri"/>
                          <a:cs typeface="Calibri"/>
                          <a:sym typeface="Calibri"/>
                        </a:rPr>
                        <a:t>Salida</a:t>
                      </a:r>
                      <a:endParaRPr sz="1400" u="none" cap="none" strike="noStrike"/>
                    </a:p>
                  </a:txBody>
                  <a:tcPr marT="34300" marB="34300" marR="68575" marL="68575"/>
                </a:tc>
                <a:tc hMerge="1"/>
                <a:tc hMerge="1"/>
              </a:tr>
              <a:tr h="278125">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0002h</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Oculta el cursor del ratón</a:t>
                      </a:r>
                      <a:endParaRPr sz="1400" u="none" cap="none" strike="noStrike"/>
                    </a:p>
                  </a:txBody>
                  <a:tcPr marT="34300" marB="34300" marR="68575" marL="68575"/>
                </a:tc>
                <a:tc gridSpan="3">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Es la función opuesta a la anterio</a:t>
                      </a:r>
                      <a:endParaRPr sz="1400" u="none" cap="none" strike="noStrike"/>
                    </a:p>
                  </a:txBody>
                  <a:tcPr marT="34300" marB="34300" marR="68575" marL="68575"/>
                </a:tc>
                <a:tc hMerge="1"/>
                <a:tc hMerge="1"/>
              </a:tr>
              <a:tr h="274325">
                <a:tc rowSpan="7">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0003h</a:t>
                      </a:r>
                      <a:endParaRPr sz="1400" u="none" cap="none" strike="noStrike"/>
                    </a:p>
                  </a:txBody>
                  <a:tcPr marT="34300" marB="34300" marR="68575" marL="68575"/>
                </a:tc>
                <a:tc rowSpan="7">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Obtiene la posición y el estado del MOUSE</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BX</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Estado del ratón</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Bit</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Descripción</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0</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Botón izquierdo pulsado si 1 </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1</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Botón derecho pulsado si 1</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2</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Botón central pulsado si 1</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CX</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Columna x</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DX</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Fila y</a:t>
                      </a:r>
                      <a:endParaRPr sz="1400" u="none" cap="none" strike="noStrike"/>
                    </a:p>
                  </a:txBody>
                  <a:tcPr marT="34300" marB="34300" marR="68575" marL="68575"/>
                </a:tc>
              </a:tr>
            </a:tbl>
          </a:graphicData>
        </a:graphic>
      </p:graphicFrame>
      <p:sp>
        <p:nvSpPr>
          <p:cNvPr id="1900" name="Google Shape;1900;p2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01" name="Google Shape;1901;p2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5" name="Shape 1905"/>
        <p:cNvGrpSpPr/>
        <p:nvPr/>
      </p:nvGrpSpPr>
      <p:grpSpPr>
        <a:xfrm>
          <a:off x="0" y="0"/>
          <a:ext cx="0" cy="0"/>
          <a:chOff x="0" y="0"/>
          <a:chExt cx="0" cy="0"/>
        </a:xfrm>
      </p:grpSpPr>
      <p:sp>
        <p:nvSpPr>
          <p:cNvPr id="1906" name="Google Shape;1906;p2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Obtiene la posición y el estado del puntero</a:t>
            </a:r>
            <a:endParaRPr/>
          </a:p>
        </p:txBody>
      </p:sp>
      <p:sp>
        <p:nvSpPr>
          <p:cNvPr id="1907" name="Google Shape;1907;p245"/>
          <p:cNvSpPr txBox="1"/>
          <p:nvPr>
            <p:ph idx="1" type="body"/>
          </p:nvPr>
        </p:nvSpPr>
        <p:spPr>
          <a:xfrm>
            <a:off x="628650" y="1910888"/>
            <a:ext cx="4845281" cy="3771900"/>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224"/>
              </a:spcBef>
              <a:spcAft>
                <a:spcPts val="0"/>
              </a:spcAft>
              <a:buClr>
                <a:schemeClr val="dk1"/>
              </a:buClr>
              <a:buSzPct val="100000"/>
              <a:buNone/>
            </a:pPr>
            <a:r>
              <a:rPr lang="es-MX"/>
              <a:t>        mov ax, 0000h   ; Restaura driver y lee estado</a:t>
            </a:r>
            <a:endParaRPr/>
          </a:p>
          <a:p>
            <a:pPr indent="0" lvl="0" marL="0" rtl="0" algn="l">
              <a:lnSpc>
                <a:spcPct val="100000"/>
              </a:lnSpc>
              <a:spcBef>
                <a:spcPts val="224"/>
              </a:spcBef>
              <a:spcAft>
                <a:spcPts val="0"/>
              </a:spcAft>
              <a:buClr>
                <a:schemeClr val="dk1"/>
              </a:buClr>
              <a:buSzPct val="100000"/>
              <a:buNone/>
            </a:pPr>
            <a:r>
              <a:rPr lang="es-MX"/>
              <a:t>        INT 33h         ; X	=	Estado</a:t>
            </a:r>
            <a:endParaRPr/>
          </a:p>
          <a:p>
            <a:pPr indent="0" lvl="0" marL="0" rtl="0" algn="l">
              <a:lnSpc>
                <a:spcPct val="100000"/>
              </a:lnSpc>
              <a:spcBef>
                <a:spcPts val="224"/>
              </a:spcBef>
              <a:spcAft>
                <a:spcPts val="0"/>
              </a:spcAft>
              <a:buClr>
                <a:schemeClr val="dk1"/>
              </a:buClr>
              <a:buSzPct val="100000"/>
              <a:buNone/>
            </a:pPr>
            <a:r>
              <a:rPr lang="es-MX"/>
              <a:t>                        ; 0000h hardware/driver no instalado</a:t>
            </a:r>
            <a:endParaRPr/>
          </a:p>
          <a:p>
            <a:pPr indent="0" lvl="0" marL="0" rtl="0" algn="l">
              <a:lnSpc>
                <a:spcPct val="100000"/>
              </a:lnSpc>
              <a:spcBef>
                <a:spcPts val="224"/>
              </a:spcBef>
              <a:spcAft>
                <a:spcPts val="0"/>
              </a:spcAft>
              <a:buClr>
                <a:schemeClr val="dk1"/>
              </a:buClr>
              <a:buSzPct val="100000"/>
              <a:buNone/>
            </a:pPr>
            <a:r>
              <a:rPr lang="es-MX"/>
              <a:t>                        ; FFFFh hardware/driver instalado    </a:t>
            </a:r>
            <a:endParaRPr/>
          </a:p>
          <a:p>
            <a:pPr indent="0" lvl="0" marL="0" rtl="0" algn="l">
              <a:lnSpc>
                <a:spcPct val="100000"/>
              </a:lnSpc>
              <a:spcBef>
                <a:spcPts val="224"/>
              </a:spcBef>
              <a:spcAft>
                <a:spcPts val="0"/>
              </a:spcAft>
              <a:buClr>
                <a:schemeClr val="dk1"/>
              </a:buClr>
              <a:buSzPct val="100000"/>
              <a:buNone/>
            </a:pPr>
            <a:r>
              <a:rPr lang="es-MX"/>
              <a:t>                        ; BX	= Numero de botones</a:t>
            </a:r>
            <a:endParaRPr/>
          </a:p>
          <a:p>
            <a:pPr indent="0" lvl="0" marL="0" rtl="0" algn="l">
              <a:lnSpc>
                <a:spcPct val="100000"/>
              </a:lnSpc>
              <a:spcBef>
                <a:spcPts val="224"/>
              </a:spcBef>
              <a:spcAft>
                <a:spcPts val="0"/>
              </a:spcAft>
              <a:buClr>
                <a:schemeClr val="dk1"/>
              </a:buClr>
              <a:buSzPct val="100000"/>
              <a:buNone/>
            </a:pPr>
            <a:r>
              <a:rPr lang="es-MX"/>
              <a:t>                        ;       = 0000h Distinto de dos</a:t>
            </a:r>
            <a:endParaRPr/>
          </a:p>
          <a:p>
            <a:pPr indent="0" lvl="0" marL="0" rtl="0" algn="l">
              <a:lnSpc>
                <a:spcPct val="100000"/>
              </a:lnSpc>
              <a:spcBef>
                <a:spcPts val="224"/>
              </a:spcBef>
              <a:spcAft>
                <a:spcPts val="0"/>
              </a:spcAft>
              <a:buClr>
                <a:schemeClr val="dk1"/>
              </a:buClr>
              <a:buSzPct val="100000"/>
              <a:buNone/>
            </a:pPr>
            <a:r>
              <a:rPr lang="es-MX"/>
              <a:t>                        ;       = 0002h Dos botones (muchos drivers)</a:t>
            </a:r>
            <a:endParaRPr/>
          </a:p>
          <a:p>
            <a:pPr indent="0" lvl="0" marL="0" rtl="0" algn="l">
              <a:lnSpc>
                <a:spcPct val="100000"/>
              </a:lnSpc>
              <a:spcBef>
                <a:spcPts val="224"/>
              </a:spcBef>
              <a:spcAft>
                <a:spcPts val="0"/>
              </a:spcAft>
              <a:buClr>
                <a:schemeClr val="dk1"/>
              </a:buClr>
              <a:buSzPct val="100000"/>
              <a:buNone/>
            </a:pPr>
            <a:r>
              <a:rPr lang="es-MX"/>
              <a:t>                        ;       = 0003h Tres botones Sistemas/Logitech</a:t>
            </a:r>
            <a:endParaRPr/>
          </a:p>
          <a:p>
            <a:pPr indent="0" lvl="0" marL="0" rtl="0" algn="l">
              <a:lnSpc>
                <a:spcPct val="100000"/>
              </a:lnSpc>
              <a:spcBef>
                <a:spcPts val="224"/>
              </a:spcBef>
              <a:spcAft>
                <a:spcPts val="0"/>
              </a:spcAft>
              <a:buClr>
                <a:schemeClr val="dk1"/>
              </a:buClr>
              <a:buSzPct val="100000"/>
              <a:buNone/>
            </a:pPr>
            <a:r>
              <a:rPr lang="es-MX"/>
              <a:t>                        ;       = FFFFh Dos botones  </a:t>
            </a:r>
            <a:endParaRPr/>
          </a:p>
          <a:p>
            <a:pPr indent="0" lvl="0" marL="0" rtl="0" algn="l">
              <a:lnSpc>
                <a:spcPct val="100000"/>
              </a:lnSpc>
              <a:spcBef>
                <a:spcPts val="224"/>
              </a:spcBef>
              <a:spcAft>
                <a:spcPts val="0"/>
              </a:spcAft>
              <a:buClr>
                <a:schemeClr val="dk1"/>
              </a:buClr>
              <a:buSzPct val="100000"/>
              <a:buNone/>
            </a:pPr>
            <a:r>
              <a:rPr lang="es-MX"/>
              <a:t>repite: mov ax, 0003h   ; Obtiene la posicion y el estado del puntero</a:t>
            </a:r>
            <a:endParaRPr/>
          </a:p>
          <a:p>
            <a:pPr indent="0" lvl="0" marL="0" rtl="0" algn="l">
              <a:lnSpc>
                <a:spcPct val="100000"/>
              </a:lnSpc>
              <a:spcBef>
                <a:spcPts val="224"/>
              </a:spcBef>
              <a:spcAft>
                <a:spcPts val="0"/>
              </a:spcAft>
              <a:buClr>
                <a:schemeClr val="dk1"/>
              </a:buClr>
              <a:buSzPct val="100000"/>
              <a:buNone/>
            </a:pPr>
            <a:r>
              <a:rPr lang="es-MX"/>
              <a:t>        INT 33h         ; BX	=	Estado del ratón</a:t>
            </a:r>
            <a:endParaRPr/>
          </a:p>
          <a:p>
            <a:pPr indent="0" lvl="0" marL="0" rtl="0" algn="l">
              <a:lnSpc>
                <a:spcPct val="100000"/>
              </a:lnSpc>
              <a:spcBef>
                <a:spcPts val="224"/>
              </a:spcBef>
              <a:spcAft>
                <a:spcPts val="0"/>
              </a:spcAft>
              <a:buClr>
                <a:schemeClr val="dk1"/>
              </a:buClr>
              <a:buSzPct val="100000"/>
              <a:buNone/>
            </a:pPr>
            <a:r>
              <a:rPr lang="es-MX"/>
              <a:t>                        ; Bit	Descripcion</a:t>
            </a:r>
            <a:endParaRPr/>
          </a:p>
          <a:p>
            <a:pPr indent="0" lvl="0" marL="0" rtl="0" algn="l">
              <a:lnSpc>
                <a:spcPct val="100000"/>
              </a:lnSpc>
              <a:spcBef>
                <a:spcPts val="224"/>
              </a:spcBef>
              <a:spcAft>
                <a:spcPts val="0"/>
              </a:spcAft>
              <a:buClr>
                <a:schemeClr val="dk1"/>
              </a:buClr>
              <a:buSzPct val="100000"/>
              <a:buNone/>
            </a:pPr>
            <a:r>
              <a:rPr lang="es-MX"/>
              <a:t>                        ; 0	    Boton izquierdo pulsado si 1</a:t>
            </a:r>
            <a:endParaRPr/>
          </a:p>
          <a:p>
            <a:pPr indent="0" lvl="0" marL="0" rtl="0" algn="l">
              <a:lnSpc>
                <a:spcPct val="100000"/>
              </a:lnSpc>
              <a:spcBef>
                <a:spcPts val="224"/>
              </a:spcBef>
              <a:spcAft>
                <a:spcPts val="0"/>
              </a:spcAft>
              <a:buClr>
                <a:schemeClr val="dk1"/>
              </a:buClr>
              <a:buSzPct val="100000"/>
              <a:buNone/>
            </a:pPr>
            <a:r>
              <a:rPr lang="es-MX"/>
              <a:t>                        ; 1	    Boton derecho pulsado si 1</a:t>
            </a:r>
            <a:endParaRPr/>
          </a:p>
          <a:p>
            <a:pPr indent="0" lvl="0" marL="0" rtl="0" algn="l">
              <a:lnSpc>
                <a:spcPct val="100000"/>
              </a:lnSpc>
              <a:spcBef>
                <a:spcPts val="224"/>
              </a:spcBef>
              <a:spcAft>
                <a:spcPts val="0"/>
              </a:spcAft>
              <a:buClr>
                <a:schemeClr val="dk1"/>
              </a:buClr>
              <a:buSzPct val="100000"/>
              <a:buNone/>
            </a:pPr>
            <a:r>
              <a:rPr lang="es-MX"/>
              <a:t>                        ; 2	    Boton central pulsado si 1</a:t>
            </a:r>
            <a:endParaRPr/>
          </a:p>
          <a:p>
            <a:pPr indent="0" lvl="0" marL="0" rtl="0" algn="l">
              <a:lnSpc>
                <a:spcPct val="100000"/>
              </a:lnSpc>
              <a:spcBef>
                <a:spcPts val="224"/>
              </a:spcBef>
              <a:spcAft>
                <a:spcPts val="0"/>
              </a:spcAft>
              <a:buClr>
                <a:schemeClr val="dk1"/>
              </a:buClr>
              <a:buSzPct val="100000"/>
              <a:buNone/>
            </a:pPr>
            <a:r>
              <a:rPr lang="es-MX"/>
              <a:t>                        ; CX	Columna</a:t>
            </a:r>
            <a:endParaRPr/>
          </a:p>
          <a:p>
            <a:pPr indent="0" lvl="0" marL="0" rtl="0" algn="l">
              <a:lnSpc>
                <a:spcPct val="100000"/>
              </a:lnSpc>
              <a:spcBef>
                <a:spcPts val="224"/>
              </a:spcBef>
              <a:spcAft>
                <a:spcPts val="0"/>
              </a:spcAft>
              <a:buClr>
                <a:schemeClr val="dk1"/>
              </a:buClr>
              <a:buSzPct val="100000"/>
              <a:buNone/>
            </a:pPr>
            <a:r>
              <a:rPr lang="es-MX"/>
              <a:t>                        ; DX	Fila   </a:t>
            </a:r>
            <a:endParaRPr/>
          </a:p>
          <a:p>
            <a:pPr indent="0" lvl="0" marL="0" rtl="0" algn="l">
              <a:lnSpc>
                <a:spcPct val="100000"/>
              </a:lnSpc>
              <a:spcBef>
                <a:spcPts val="224"/>
              </a:spcBef>
              <a:spcAft>
                <a:spcPts val="0"/>
              </a:spcAft>
              <a:buClr>
                <a:schemeClr val="dk1"/>
              </a:buClr>
              <a:buSzPct val="100000"/>
              <a:buNone/>
            </a:pPr>
            <a:r>
              <a:rPr lang="es-MX"/>
              <a:t>        jmp repite            </a:t>
            </a:r>
            <a:endParaRPr/>
          </a:p>
          <a:p>
            <a:pPr indent="0" lvl="0" marL="0" rtl="0" algn="l">
              <a:lnSpc>
                <a:spcPct val="100000"/>
              </a:lnSpc>
              <a:spcBef>
                <a:spcPts val="224"/>
              </a:spcBef>
              <a:spcAft>
                <a:spcPts val="0"/>
              </a:spcAft>
              <a:buClr>
                <a:schemeClr val="dk1"/>
              </a:buClr>
              <a:buSzPct val="100000"/>
              <a:buNone/>
            </a:pPr>
            <a:r>
              <a:rPr lang="es-MX"/>
              <a:t>        ret</a:t>
            </a:r>
            <a:endParaRPr/>
          </a:p>
        </p:txBody>
      </p:sp>
      <p:pic>
        <p:nvPicPr>
          <p:cNvPr id="1908" name="Google Shape;1908;p245"/>
          <p:cNvPicPr preferRelativeResize="0"/>
          <p:nvPr>
            <p:ph idx="2" type="body"/>
          </p:nvPr>
        </p:nvPicPr>
        <p:blipFill rotWithShape="1">
          <a:blip r:embed="rId3">
            <a:alphaModFix/>
          </a:blip>
          <a:srcRect b="0" l="0" r="0" t="0"/>
          <a:stretch/>
        </p:blipFill>
        <p:spPr>
          <a:xfrm>
            <a:off x="6097124" y="3079443"/>
            <a:ext cx="950252" cy="1557555"/>
          </a:xfrm>
          <a:prstGeom prst="rect">
            <a:avLst/>
          </a:prstGeom>
          <a:noFill/>
          <a:ln>
            <a:noFill/>
          </a:ln>
        </p:spPr>
      </p:pic>
      <p:sp>
        <p:nvSpPr>
          <p:cNvPr id="1909" name="Google Shape;1909;p2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10" name="Google Shape;1910;p2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4" name="Shape 1914"/>
        <p:cNvGrpSpPr/>
        <p:nvPr/>
      </p:nvGrpSpPr>
      <p:grpSpPr>
        <a:xfrm>
          <a:off x="0" y="0"/>
          <a:ext cx="0" cy="0"/>
          <a:chOff x="0" y="0"/>
          <a:chExt cx="0" cy="0"/>
        </a:xfrm>
      </p:grpSpPr>
      <p:sp>
        <p:nvSpPr>
          <p:cNvPr id="1915" name="Google Shape;1915;p246"/>
          <p:cNvSpPr txBox="1"/>
          <p:nvPr>
            <p:ph idx="1" type="body"/>
          </p:nvPr>
        </p:nvSpPr>
        <p:spPr>
          <a:xfrm>
            <a:off x="504999" y="1056755"/>
            <a:ext cx="8010352" cy="472578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208"/>
              </a:spcBef>
              <a:spcAft>
                <a:spcPts val="0"/>
              </a:spcAft>
              <a:buClr>
                <a:schemeClr val="dk1"/>
              </a:buClr>
              <a:buSzPct val="100000"/>
              <a:buNone/>
            </a:pPr>
            <a:r>
              <a:rPr lang="es-MX"/>
              <a:t>        mov ax, 0000h   ; Restaura driver y lee estado</a:t>
            </a:r>
            <a:endParaRPr/>
          </a:p>
          <a:p>
            <a:pPr indent="0" lvl="0" marL="0" rtl="0" algn="l">
              <a:lnSpc>
                <a:spcPct val="100000"/>
              </a:lnSpc>
              <a:spcBef>
                <a:spcPts val="208"/>
              </a:spcBef>
              <a:spcAft>
                <a:spcPts val="0"/>
              </a:spcAft>
              <a:buClr>
                <a:schemeClr val="dk1"/>
              </a:buClr>
              <a:buSzPct val="100000"/>
              <a:buNone/>
            </a:pPr>
            <a:r>
              <a:rPr lang="es-MX"/>
              <a:t>        INT 33h         ; X	=	Estado</a:t>
            </a:r>
            <a:endParaRPr/>
          </a:p>
          <a:p>
            <a:pPr indent="0" lvl="0" marL="0" rtl="0" algn="l">
              <a:lnSpc>
                <a:spcPct val="100000"/>
              </a:lnSpc>
              <a:spcBef>
                <a:spcPts val="208"/>
              </a:spcBef>
              <a:spcAft>
                <a:spcPts val="0"/>
              </a:spcAft>
              <a:buClr>
                <a:schemeClr val="dk1"/>
              </a:buClr>
              <a:buSzPct val="100000"/>
              <a:buNone/>
            </a:pPr>
            <a:r>
              <a:rPr lang="es-MX"/>
              <a:t>                        ; 0000h hardware/driver no instalado</a:t>
            </a:r>
            <a:endParaRPr/>
          </a:p>
          <a:p>
            <a:pPr indent="0" lvl="0" marL="0" rtl="0" algn="l">
              <a:lnSpc>
                <a:spcPct val="100000"/>
              </a:lnSpc>
              <a:spcBef>
                <a:spcPts val="208"/>
              </a:spcBef>
              <a:spcAft>
                <a:spcPts val="0"/>
              </a:spcAft>
              <a:buClr>
                <a:schemeClr val="dk1"/>
              </a:buClr>
              <a:buSzPct val="100000"/>
              <a:buNone/>
            </a:pPr>
            <a:r>
              <a:rPr lang="es-MX"/>
              <a:t>                        ; FFFFh hardware/driver instalado    </a:t>
            </a:r>
            <a:endParaRPr/>
          </a:p>
          <a:p>
            <a:pPr indent="0" lvl="0" marL="0" rtl="0" algn="l">
              <a:lnSpc>
                <a:spcPct val="100000"/>
              </a:lnSpc>
              <a:spcBef>
                <a:spcPts val="208"/>
              </a:spcBef>
              <a:spcAft>
                <a:spcPts val="0"/>
              </a:spcAft>
              <a:buClr>
                <a:schemeClr val="dk1"/>
              </a:buClr>
              <a:buSzPct val="100000"/>
              <a:buNone/>
            </a:pPr>
            <a:r>
              <a:rPr lang="es-MX"/>
              <a:t>                        ; BX	= Numero de botones</a:t>
            </a:r>
            <a:endParaRPr/>
          </a:p>
          <a:p>
            <a:pPr indent="0" lvl="0" marL="0" rtl="0" algn="l">
              <a:lnSpc>
                <a:spcPct val="100000"/>
              </a:lnSpc>
              <a:spcBef>
                <a:spcPts val="208"/>
              </a:spcBef>
              <a:spcAft>
                <a:spcPts val="0"/>
              </a:spcAft>
              <a:buClr>
                <a:schemeClr val="dk1"/>
              </a:buClr>
              <a:buSzPct val="100000"/>
              <a:buNone/>
            </a:pPr>
            <a:r>
              <a:rPr lang="es-MX"/>
              <a:t>                        ;       = 0000h Distinto de dos</a:t>
            </a:r>
            <a:endParaRPr/>
          </a:p>
          <a:p>
            <a:pPr indent="0" lvl="0" marL="0" rtl="0" algn="l">
              <a:lnSpc>
                <a:spcPct val="100000"/>
              </a:lnSpc>
              <a:spcBef>
                <a:spcPts val="208"/>
              </a:spcBef>
              <a:spcAft>
                <a:spcPts val="0"/>
              </a:spcAft>
              <a:buClr>
                <a:schemeClr val="dk1"/>
              </a:buClr>
              <a:buSzPct val="100000"/>
              <a:buNone/>
            </a:pPr>
            <a:r>
              <a:rPr lang="es-MX"/>
              <a:t>                        ;       = 0002h Dos botones (muchos drivers)</a:t>
            </a:r>
            <a:endParaRPr/>
          </a:p>
          <a:p>
            <a:pPr indent="0" lvl="0" marL="0" rtl="0" algn="l">
              <a:lnSpc>
                <a:spcPct val="100000"/>
              </a:lnSpc>
              <a:spcBef>
                <a:spcPts val="208"/>
              </a:spcBef>
              <a:spcAft>
                <a:spcPts val="0"/>
              </a:spcAft>
              <a:buClr>
                <a:schemeClr val="dk1"/>
              </a:buClr>
              <a:buSzPct val="100000"/>
              <a:buNone/>
            </a:pPr>
            <a:r>
              <a:rPr lang="es-MX"/>
              <a:t>                        ;       = 0003h Tres botones Sistemas/Logitech</a:t>
            </a:r>
            <a:endParaRPr/>
          </a:p>
          <a:p>
            <a:pPr indent="0" lvl="0" marL="0" rtl="0" algn="l">
              <a:lnSpc>
                <a:spcPct val="100000"/>
              </a:lnSpc>
              <a:spcBef>
                <a:spcPts val="208"/>
              </a:spcBef>
              <a:spcAft>
                <a:spcPts val="0"/>
              </a:spcAft>
              <a:buClr>
                <a:schemeClr val="dk1"/>
              </a:buClr>
              <a:buSzPct val="100000"/>
              <a:buNone/>
            </a:pPr>
            <a:r>
              <a:rPr lang="es-MX"/>
              <a:t>                        ;       = FFFFh Dos botones       </a:t>
            </a:r>
            <a:endParaRPr/>
          </a:p>
          <a:p>
            <a:pPr indent="0" lvl="0" marL="0" rtl="0" algn="l">
              <a:lnSpc>
                <a:spcPct val="100000"/>
              </a:lnSpc>
              <a:spcBef>
                <a:spcPts val="208"/>
              </a:spcBef>
              <a:spcAft>
                <a:spcPts val="0"/>
              </a:spcAft>
              <a:buClr>
                <a:schemeClr val="dk1"/>
              </a:buClr>
              <a:buSzPct val="100000"/>
              <a:buNone/>
            </a:pPr>
            <a:r>
              <a:rPr lang="es-MX"/>
              <a:t>        mov ax, 0001h   ; Muestra el cursor del raton</a:t>
            </a:r>
            <a:endParaRPr/>
          </a:p>
          <a:p>
            <a:pPr indent="0" lvl="0" marL="0" rtl="0" algn="l">
              <a:lnSpc>
                <a:spcPct val="100000"/>
              </a:lnSpc>
              <a:spcBef>
                <a:spcPts val="208"/>
              </a:spcBef>
              <a:spcAft>
                <a:spcPts val="0"/>
              </a:spcAft>
              <a:buClr>
                <a:schemeClr val="dk1"/>
              </a:buClr>
              <a:buSzPct val="100000"/>
              <a:buNone/>
            </a:pPr>
            <a:r>
              <a:rPr lang="es-MX"/>
              <a:t>        INT 33h         ; El ratón mantiene una bandera que indica </a:t>
            </a:r>
            <a:endParaRPr/>
          </a:p>
          <a:p>
            <a:pPr indent="0" lvl="0" marL="0" rtl="0" algn="l">
              <a:lnSpc>
                <a:spcPct val="100000"/>
              </a:lnSpc>
              <a:spcBef>
                <a:spcPts val="208"/>
              </a:spcBef>
              <a:spcAft>
                <a:spcPts val="0"/>
              </a:spcAft>
              <a:buClr>
                <a:schemeClr val="dk1"/>
              </a:buClr>
              <a:buSzPct val="100000"/>
              <a:buNone/>
            </a:pPr>
            <a:r>
              <a:rPr lang="es-MX"/>
              <a:t>                        ; si se ha de mostrar el puntero o no. </a:t>
            </a:r>
            <a:endParaRPr/>
          </a:p>
          <a:p>
            <a:pPr indent="0" lvl="0" marL="0" rtl="0" algn="l">
              <a:lnSpc>
                <a:spcPct val="100000"/>
              </a:lnSpc>
              <a:spcBef>
                <a:spcPts val="208"/>
              </a:spcBef>
              <a:spcAft>
                <a:spcPts val="0"/>
              </a:spcAft>
              <a:buClr>
                <a:schemeClr val="dk1"/>
              </a:buClr>
              <a:buSzPct val="100000"/>
              <a:buNone/>
            </a:pPr>
            <a:r>
              <a:rPr lang="es-MX"/>
              <a:t>                        ; Inicialmente está a -1, esta funcion lo </a:t>
            </a:r>
            <a:endParaRPr/>
          </a:p>
          <a:p>
            <a:pPr indent="0" lvl="0" marL="0" rtl="0" algn="l">
              <a:lnSpc>
                <a:spcPct val="100000"/>
              </a:lnSpc>
              <a:spcBef>
                <a:spcPts val="208"/>
              </a:spcBef>
              <a:spcAft>
                <a:spcPts val="0"/>
              </a:spcAft>
              <a:buClr>
                <a:schemeClr val="dk1"/>
              </a:buClr>
              <a:buSzPct val="100000"/>
              <a:buNone/>
            </a:pPr>
            <a:r>
              <a:rPr lang="es-MX"/>
              <a:t>                        ; incrementa en 1, dejándolo a cero, que </a:t>
            </a:r>
            <a:endParaRPr/>
          </a:p>
          <a:p>
            <a:pPr indent="0" lvl="0" marL="0" rtl="0" algn="l">
              <a:lnSpc>
                <a:spcPct val="100000"/>
              </a:lnSpc>
              <a:spcBef>
                <a:spcPts val="208"/>
              </a:spcBef>
              <a:spcAft>
                <a:spcPts val="0"/>
              </a:spcAft>
              <a:buClr>
                <a:schemeClr val="dk1"/>
              </a:buClr>
              <a:buSzPct val="100000"/>
              <a:buNone/>
            </a:pPr>
            <a:r>
              <a:rPr lang="es-MX"/>
              <a:t>                        ; es el valor que indica que se muestre el puntero                          </a:t>
            </a:r>
            <a:endParaRPr/>
          </a:p>
          <a:p>
            <a:pPr indent="0" lvl="0" marL="0" rtl="0" algn="l">
              <a:lnSpc>
                <a:spcPct val="100000"/>
              </a:lnSpc>
              <a:spcBef>
                <a:spcPts val="208"/>
              </a:spcBef>
              <a:spcAft>
                <a:spcPts val="0"/>
              </a:spcAft>
              <a:buClr>
                <a:schemeClr val="dk1"/>
              </a:buClr>
              <a:buSzPct val="100000"/>
              <a:buNone/>
            </a:pPr>
            <a:r>
              <a:rPr lang="es-MX"/>
              <a:t>repite: mov ax, 0003h   ; Obtiene la posicion y el estado del puntero</a:t>
            </a:r>
            <a:endParaRPr/>
          </a:p>
          <a:p>
            <a:pPr indent="0" lvl="0" marL="0" rtl="0" algn="l">
              <a:lnSpc>
                <a:spcPct val="100000"/>
              </a:lnSpc>
              <a:spcBef>
                <a:spcPts val="208"/>
              </a:spcBef>
              <a:spcAft>
                <a:spcPts val="0"/>
              </a:spcAft>
              <a:buClr>
                <a:schemeClr val="dk1"/>
              </a:buClr>
              <a:buSzPct val="100000"/>
              <a:buNone/>
            </a:pPr>
            <a:r>
              <a:rPr lang="es-MX"/>
              <a:t>        INT 33h         ; BX	=	Estado del ratón</a:t>
            </a:r>
            <a:endParaRPr/>
          </a:p>
          <a:p>
            <a:pPr indent="0" lvl="0" marL="0" rtl="0" algn="l">
              <a:lnSpc>
                <a:spcPct val="100000"/>
              </a:lnSpc>
              <a:spcBef>
                <a:spcPts val="208"/>
              </a:spcBef>
              <a:spcAft>
                <a:spcPts val="0"/>
              </a:spcAft>
              <a:buClr>
                <a:schemeClr val="dk1"/>
              </a:buClr>
              <a:buSzPct val="100000"/>
              <a:buNone/>
            </a:pPr>
            <a:r>
              <a:rPr lang="es-MX"/>
              <a:t>                        ; Bit	Descripcion</a:t>
            </a:r>
            <a:endParaRPr/>
          </a:p>
          <a:p>
            <a:pPr indent="0" lvl="0" marL="0" rtl="0" algn="l">
              <a:lnSpc>
                <a:spcPct val="100000"/>
              </a:lnSpc>
              <a:spcBef>
                <a:spcPts val="208"/>
              </a:spcBef>
              <a:spcAft>
                <a:spcPts val="0"/>
              </a:spcAft>
              <a:buClr>
                <a:schemeClr val="dk1"/>
              </a:buClr>
              <a:buSzPct val="100000"/>
              <a:buNone/>
            </a:pPr>
            <a:r>
              <a:rPr lang="es-MX"/>
              <a:t>                        ; 0	    Boton izquierdo pulsado si 1</a:t>
            </a:r>
            <a:endParaRPr/>
          </a:p>
          <a:p>
            <a:pPr indent="0" lvl="0" marL="0" rtl="0" algn="l">
              <a:lnSpc>
                <a:spcPct val="100000"/>
              </a:lnSpc>
              <a:spcBef>
                <a:spcPts val="208"/>
              </a:spcBef>
              <a:spcAft>
                <a:spcPts val="0"/>
              </a:spcAft>
              <a:buClr>
                <a:schemeClr val="dk1"/>
              </a:buClr>
              <a:buSzPct val="100000"/>
              <a:buNone/>
            </a:pPr>
            <a:r>
              <a:rPr lang="es-MX"/>
              <a:t>                        ; 1	    Boton derecho pulsado si 1</a:t>
            </a:r>
            <a:endParaRPr/>
          </a:p>
          <a:p>
            <a:pPr indent="0" lvl="0" marL="0" rtl="0" algn="l">
              <a:lnSpc>
                <a:spcPct val="100000"/>
              </a:lnSpc>
              <a:spcBef>
                <a:spcPts val="208"/>
              </a:spcBef>
              <a:spcAft>
                <a:spcPts val="0"/>
              </a:spcAft>
              <a:buClr>
                <a:schemeClr val="dk1"/>
              </a:buClr>
              <a:buSzPct val="100000"/>
              <a:buNone/>
            </a:pPr>
            <a:r>
              <a:rPr lang="es-MX"/>
              <a:t>                        ; 2	    Boton central pulsado si 1</a:t>
            </a:r>
            <a:endParaRPr/>
          </a:p>
          <a:p>
            <a:pPr indent="0" lvl="0" marL="0" rtl="0" algn="l">
              <a:lnSpc>
                <a:spcPct val="100000"/>
              </a:lnSpc>
              <a:spcBef>
                <a:spcPts val="208"/>
              </a:spcBef>
              <a:spcAft>
                <a:spcPts val="0"/>
              </a:spcAft>
              <a:buClr>
                <a:schemeClr val="dk1"/>
              </a:buClr>
              <a:buSzPct val="100000"/>
              <a:buNone/>
            </a:pPr>
            <a:r>
              <a:rPr lang="es-MX"/>
              <a:t>                        ; CX	Columna</a:t>
            </a:r>
            <a:endParaRPr/>
          </a:p>
          <a:p>
            <a:pPr indent="0" lvl="0" marL="0" rtl="0" algn="l">
              <a:lnSpc>
                <a:spcPct val="100000"/>
              </a:lnSpc>
              <a:spcBef>
                <a:spcPts val="208"/>
              </a:spcBef>
              <a:spcAft>
                <a:spcPts val="0"/>
              </a:spcAft>
              <a:buClr>
                <a:schemeClr val="dk1"/>
              </a:buClr>
              <a:buSzPct val="100000"/>
              <a:buNone/>
            </a:pPr>
            <a:r>
              <a:rPr lang="es-MX"/>
              <a:t>                        ; DX	Fila   </a:t>
            </a:r>
            <a:endParaRPr/>
          </a:p>
          <a:p>
            <a:pPr indent="0" lvl="0" marL="0" rtl="0" algn="l">
              <a:lnSpc>
                <a:spcPct val="100000"/>
              </a:lnSpc>
              <a:spcBef>
                <a:spcPts val="208"/>
              </a:spcBef>
              <a:spcAft>
                <a:spcPts val="0"/>
              </a:spcAft>
              <a:buClr>
                <a:schemeClr val="dk1"/>
              </a:buClr>
              <a:buSzPct val="100000"/>
              <a:buNone/>
            </a:pPr>
            <a:r>
              <a:rPr lang="es-MX"/>
              <a:t>        jmp repite            </a:t>
            </a:r>
            <a:endParaRPr/>
          </a:p>
          <a:p>
            <a:pPr indent="0" lvl="0" marL="0" rtl="0" algn="l">
              <a:lnSpc>
                <a:spcPct val="100000"/>
              </a:lnSpc>
              <a:spcBef>
                <a:spcPts val="208"/>
              </a:spcBef>
              <a:spcAft>
                <a:spcPts val="0"/>
              </a:spcAft>
              <a:buClr>
                <a:schemeClr val="dk1"/>
              </a:buClr>
              <a:buSzPct val="100000"/>
              <a:buNone/>
            </a:pPr>
            <a:r>
              <a:rPr lang="es-MX"/>
              <a:t>        ret</a:t>
            </a:r>
            <a:endParaRPr/>
          </a:p>
        </p:txBody>
      </p:sp>
      <p:sp>
        <p:nvSpPr>
          <p:cNvPr id="1916" name="Google Shape;1916;p2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17" name="Google Shape;1917;p2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graphicFrame>
        <p:nvGraphicFramePr>
          <p:cNvPr id="1922" name="Google Shape;1922;p247"/>
          <p:cNvGraphicFramePr/>
          <p:nvPr/>
        </p:nvGraphicFramePr>
        <p:xfrm>
          <a:off x="628650" y="1056758"/>
          <a:ext cx="3000000" cy="3000000"/>
        </p:xfrm>
        <a:graphic>
          <a:graphicData uri="http://schemas.openxmlformats.org/drawingml/2006/table">
            <a:tbl>
              <a:tblPr bandRow="1" firstRow="1">
                <a:noFill/>
                <a:tableStyleId>{7BCB561C-A8D9-4940-A105-9EE0E4D35472}</a:tableStyleId>
              </a:tblPr>
              <a:tblGrid>
                <a:gridCol w="1690600"/>
                <a:gridCol w="2288075"/>
                <a:gridCol w="442650"/>
                <a:gridCol w="673325"/>
                <a:gridCol w="2792050"/>
              </a:tblGrid>
              <a:tr h="354575">
                <a:tc>
                  <a:txBody>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chemeClr val="lt1"/>
                          </a:solidFill>
                          <a:latin typeface="Calibri"/>
                          <a:ea typeface="Calibri"/>
                          <a:cs typeface="Calibri"/>
                          <a:sym typeface="Calibri"/>
                        </a:rPr>
                        <a:t>AX</a:t>
                      </a:r>
                      <a:endParaRPr sz="12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chemeClr val="lt1"/>
                          </a:solidFill>
                          <a:latin typeface="Calibri"/>
                          <a:ea typeface="Calibri"/>
                          <a:cs typeface="Calibri"/>
                          <a:sym typeface="Calibri"/>
                        </a:rPr>
                        <a:t>Descripción</a:t>
                      </a:r>
                      <a:endParaRPr sz="1200" u="none" cap="none" strike="noStrike"/>
                    </a:p>
                  </a:txBody>
                  <a:tcPr marT="34300" marB="34300" marR="68575" marL="68575"/>
                </a:tc>
                <a:tc gridSpan="3">
                  <a:txBody>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chemeClr val="lt1"/>
                          </a:solidFill>
                          <a:latin typeface="Calibri"/>
                          <a:ea typeface="Calibri"/>
                          <a:cs typeface="Calibri"/>
                          <a:sym typeface="Calibri"/>
                        </a:rPr>
                        <a:t>Salida</a:t>
                      </a:r>
                      <a:endParaRPr sz="1200" u="none" cap="none" strike="noStrike"/>
                    </a:p>
                  </a:txBody>
                  <a:tcPr marT="34300" marB="34300" marR="68575" marL="68575"/>
                </a:tc>
                <a:tc hMerge="1"/>
                <a:tc hMerge="1"/>
              </a:tr>
              <a:tr h="349725">
                <a:tc rowSpan="3">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0004h</a:t>
                      </a:r>
                      <a:endParaRPr sz="1200" u="none" cap="none" strike="noStrike"/>
                    </a:p>
                  </a:txBody>
                  <a:tcPr marT="34300" marB="34300" marR="68575" marL="68575"/>
                </a:tc>
                <a:tc rowSpan="3">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Posición del puntero del ratón</a:t>
                      </a:r>
                      <a:endParaRPr sz="12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200"/>
                        <a:buFont typeface="Arial"/>
                        <a:buNone/>
                      </a:pPr>
                      <a:r>
                        <a:rPr lang="es-MX" sz="1200" u="none" cap="none" strike="noStrike"/>
                        <a:t>CX</a:t>
                      </a:r>
                      <a:endParaRPr sz="1200" u="none" cap="none" strike="noStrike"/>
                    </a:p>
                  </a:txBody>
                  <a:tcPr marT="34300" marB="34300" marR="68575" marL="68575"/>
                </a:tc>
                <a:tc gridSpan="2">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Columna</a:t>
                      </a:r>
                      <a:endParaRPr sz="1200" u="none" cap="none" strike="noStrike"/>
                    </a:p>
                  </a:txBody>
                  <a:tcPr marT="34300" marB="34300" marR="68575" marL="68575"/>
                </a:tc>
                <a:tc hMerge="1"/>
              </a:tr>
              <a:tr h="251450">
                <a:tc vMerge="1"/>
                <a:tc vMerge="1"/>
                <a:tc>
                  <a:txBody>
                    <a:bodyPr/>
                    <a:lstStyle/>
                    <a:p>
                      <a:pPr indent="0" lvl="0" marL="0" marR="0" rtl="0" algn="l">
                        <a:lnSpc>
                          <a:spcPct val="100000"/>
                        </a:lnSpc>
                        <a:spcBef>
                          <a:spcPts val="0"/>
                        </a:spcBef>
                        <a:spcAft>
                          <a:spcPts val="0"/>
                        </a:spcAft>
                        <a:buClr>
                          <a:srgbClr val="000000"/>
                        </a:buClr>
                        <a:buSzPts val="1200"/>
                        <a:buFont typeface="Arial"/>
                        <a:buNone/>
                      </a:pPr>
                      <a:r>
                        <a:rPr lang="es-MX" sz="1200" u="none" cap="none" strike="noStrike"/>
                        <a:t>DX</a:t>
                      </a:r>
                      <a:endParaRPr sz="1200" u="none" cap="none" strike="noStrike"/>
                    </a:p>
                  </a:txBody>
                  <a:tcPr marT="34300" marB="34300" marR="68575" marL="68575"/>
                </a:tc>
                <a:tc gridSpan="2">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Fila</a:t>
                      </a:r>
                      <a:endParaRPr sz="1200" u="none" cap="none" strike="noStrike"/>
                    </a:p>
                  </a:txBody>
                  <a:tcPr marT="34300" marB="34300" marR="68575" marL="68575"/>
                </a:tc>
                <a:tc hMerge="1"/>
              </a:tr>
              <a:tr h="808625">
                <a:tc vMerge="1"/>
                <a:tc vMerge="1"/>
                <a:tc gridSpan="3">
                  <a:txBody>
                    <a:bodyPr/>
                    <a:lstStyle/>
                    <a:p>
                      <a:pPr indent="0" lvl="0" marL="0" marR="0" rtl="0" algn="just">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La fila y la columna son truncadas al siguiente múltiplo inferior del tamaño de la celda (usualmente 8x8 en modo texto); sin embargo, muchas versiones de la documentación de Microsoft indican redondeo incorrectamente</a:t>
                      </a:r>
                      <a:endParaRPr sz="1200" u="none" cap="none" strike="noStrike"/>
                    </a:p>
                  </a:txBody>
                  <a:tcPr marT="34300" marB="34300" marR="68575" marL="68575"/>
                </a:tc>
                <a:tc hMerge="1"/>
                <a:tc hMerge="1"/>
              </a:tr>
              <a:tr h="349725">
                <a:tc rowSpan="7">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0005h</a:t>
                      </a:r>
                      <a:br>
                        <a:rPr lang="es-MX" sz="1200" u="none" cap="none" strike="noStrike"/>
                      </a:br>
                      <a:r>
                        <a:rPr b="0" i="0" lang="es-MX" sz="1200" u="none" cap="none" strike="noStrike">
                          <a:solidFill>
                            <a:schemeClr val="dk1"/>
                          </a:solidFill>
                          <a:latin typeface="Calibri"/>
                          <a:ea typeface="Calibri"/>
                          <a:cs typeface="Calibri"/>
                          <a:sym typeface="Calibri"/>
                        </a:rPr>
                        <a:t>BX= número de botón</a:t>
                      </a:r>
                      <a:endParaRPr sz="1200" u="none" cap="none" strike="noStrike"/>
                    </a:p>
                  </a:txBody>
                  <a:tcPr marT="34300" marB="34300" marR="68575" marL="68575"/>
                </a:tc>
                <a:tc rowSpan="7">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Obtiene información de la pulsación de un botón</a:t>
                      </a:r>
                      <a:endParaRPr sz="12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200"/>
                        <a:buFont typeface="Arial"/>
                        <a:buNone/>
                      </a:pPr>
                      <a:r>
                        <a:rPr lang="es-MX" sz="1200" u="none" cap="none" strike="noStrike"/>
                        <a:t>AX</a:t>
                      </a:r>
                      <a:endParaRPr sz="12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a:t>
                      </a:r>
                      <a:endParaRPr sz="12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Estado del ratón</a:t>
                      </a:r>
                      <a:endParaRPr sz="1200" u="none" cap="none" strike="noStrike"/>
                    </a:p>
                  </a:txBody>
                  <a:tcPr marT="34300" marB="34300" marR="68575" marL="68575"/>
                </a:tc>
              </a:tr>
              <a:tr h="349725">
                <a:tc vMerge="1"/>
                <a:tc vMerge="1"/>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0000h</a:t>
                      </a:r>
                      <a:endParaRPr sz="12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Izquierdo</a:t>
                      </a:r>
                      <a:endParaRPr sz="1200" u="none" cap="none" strike="noStrike"/>
                    </a:p>
                  </a:txBody>
                  <a:tcPr marT="34300" marB="34300" marR="68575" marL="68575"/>
                </a:tc>
              </a:tr>
              <a:tr h="349725">
                <a:tc vMerge="1"/>
                <a:tc vMerge="1"/>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0001h</a:t>
                      </a:r>
                      <a:endParaRPr sz="12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Derecho</a:t>
                      </a:r>
                      <a:endParaRPr sz="1200" u="none" cap="none" strike="noStrike"/>
                    </a:p>
                  </a:txBody>
                  <a:tcPr marT="34300" marB="34300" marR="68575" marL="68575"/>
                </a:tc>
              </a:tr>
              <a:tr h="349725">
                <a:tc vMerge="1"/>
                <a:tc vMerge="1"/>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0002h</a:t>
                      </a:r>
                      <a:endParaRPr sz="12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Central</a:t>
                      </a:r>
                      <a:endParaRPr sz="1200" u="none" cap="none" strike="noStrike"/>
                    </a:p>
                  </a:txBody>
                  <a:tcPr marT="34300" marB="34300" marR="68575" marL="68575"/>
                </a:tc>
              </a:tr>
              <a:tr h="465475">
                <a:tc vMerge="1"/>
                <a:tc vMerge="1"/>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BX</a:t>
                      </a:r>
                      <a:endParaRPr sz="1200" u="none" cap="none" strike="noStrike"/>
                    </a:p>
                  </a:txBody>
                  <a:tcPr marT="34300" marB="34300" marR="68575" marL="68575"/>
                </a:tc>
                <a:tc gridSpan="2">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Número de veces que ha sido presionado el botón desde la última llamada</a:t>
                      </a:r>
                      <a:endParaRPr sz="1200" u="none" cap="none" strike="noStrike"/>
                    </a:p>
                  </a:txBody>
                  <a:tcPr marT="34300" marB="34300" marR="68575" marL="68575"/>
                </a:tc>
                <a:tc hMerge="1"/>
              </a:tr>
              <a:tr h="446775">
                <a:tc vMerge="1"/>
                <a:tc vMerge="1"/>
                <a:tc>
                  <a:txBody>
                    <a:bodyPr/>
                    <a:lstStyle/>
                    <a:p>
                      <a:pPr indent="0" lvl="0" marL="0" marR="0" rtl="0" algn="l">
                        <a:lnSpc>
                          <a:spcPct val="100000"/>
                        </a:lnSpc>
                        <a:spcBef>
                          <a:spcPts val="0"/>
                        </a:spcBef>
                        <a:spcAft>
                          <a:spcPts val="0"/>
                        </a:spcAft>
                        <a:buClr>
                          <a:srgbClr val="000000"/>
                        </a:buClr>
                        <a:buSzPts val="1200"/>
                        <a:buFont typeface="Arial"/>
                        <a:buNone/>
                      </a:pPr>
                      <a:r>
                        <a:rPr lang="es-MX" sz="1200" u="none" cap="none" strike="noStrike"/>
                        <a:t>CX</a:t>
                      </a:r>
                      <a:endParaRPr sz="1200" u="none" cap="none" strike="noStrike"/>
                    </a:p>
                  </a:txBody>
                  <a:tcPr marT="34300" marB="34300" marR="68575" marL="68575"/>
                </a:tc>
                <a:tc gridSpan="2">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Columna donde fue presionado por última vez el botón</a:t>
                      </a:r>
                      <a:endParaRPr sz="1200" u="none" cap="none" strike="noStrike"/>
                    </a:p>
                  </a:txBody>
                  <a:tcPr marT="34300" marB="34300" marR="68575" marL="68575"/>
                </a:tc>
                <a:tc hMerge="1"/>
              </a:tr>
              <a:tr h="349725">
                <a:tc vMerge="1"/>
                <a:tc vMerge="1"/>
                <a:tc>
                  <a:txBody>
                    <a:bodyPr/>
                    <a:lstStyle/>
                    <a:p>
                      <a:pPr indent="0" lvl="0" marL="0" marR="0" rtl="0" algn="l">
                        <a:lnSpc>
                          <a:spcPct val="100000"/>
                        </a:lnSpc>
                        <a:spcBef>
                          <a:spcPts val="0"/>
                        </a:spcBef>
                        <a:spcAft>
                          <a:spcPts val="0"/>
                        </a:spcAft>
                        <a:buClr>
                          <a:srgbClr val="000000"/>
                        </a:buClr>
                        <a:buSzPts val="1200"/>
                        <a:buFont typeface="Arial"/>
                        <a:buNone/>
                      </a:pPr>
                      <a:r>
                        <a:rPr lang="es-MX" sz="1200" u="none" cap="none" strike="noStrike"/>
                        <a:t>DX</a:t>
                      </a:r>
                      <a:endParaRPr sz="1200" u="none" cap="none" strike="noStrike"/>
                    </a:p>
                  </a:txBody>
                  <a:tcPr marT="34300" marB="34300" marR="68575" marL="68575"/>
                </a:tc>
                <a:tc gridSpan="2">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Calibri"/>
                          <a:ea typeface="Calibri"/>
                          <a:cs typeface="Calibri"/>
                          <a:sym typeface="Calibri"/>
                        </a:rPr>
                        <a:t>ídem para la fila</a:t>
                      </a:r>
                      <a:endParaRPr sz="1200" u="none" cap="none" strike="noStrike"/>
                    </a:p>
                  </a:txBody>
                  <a:tcPr marT="34300" marB="34300" marR="68575" marL="68575"/>
                </a:tc>
                <a:tc hMerge="1"/>
              </a:tr>
            </a:tbl>
          </a:graphicData>
        </a:graphic>
      </p:graphicFrame>
      <p:sp>
        <p:nvSpPr>
          <p:cNvPr id="1923" name="Google Shape;1923;p2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24" name="Google Shape;1924;p2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8" name="Shape 1928"/>
        <p:cNvGrpSpPr/>
        <p:nvPr/>
      </p:nvGrpSpPr>
      <p:grpSpPr>
        <a:xfrm>
          <a:off x="0" y="0"/>
          <a:ext cx="0" cy="0"/>
          <a:chOff x="0" y="0"/>
          <a:chExt cx="0" cy="0"/>
        </a:xfrm>
      </p:grpSpPr>
      <p:graphicFrame>
        <p:nvGraphicFramePr>
          <p:cNvPr id="1929" name="Google Shape;1929;p248"/>
          <p:cNvGraphicFramePr/>
          <p:nvPr/>
        </p:nvGraphicFramePr>
        <p:xfrm>
          <a:off x="628650" y="1056756"/>
          <a:ext cx="3000000" cy="3000000"/>
        </p:xfrm>
        <a:graphic>
          <a:graphicData uri="http://schemas.openxmlformats.org/drawingml/2006/table">
            <a:tbl>
              <a:tblPr bandRow="1" firstRow="1">
                <a:noFill/>
                <a:tableStyleId>{7BCB561C-A8D9-4940-A105-9EE0E4D35472}</a:tableStyleId>
              </a:tblPr>
              <a:tblGrid>
                <a:gridCol w="1721775"/>
                <a:gridCol w="2107275"/>
                <a:gridCol w="511225"/>
                <a:gridCol w="610975"/>
                <a:gridCol w="2935425"/>
              </a:tblGrid>
              <a:tr h="251450">
                <a:tc>
                  <a:txBody>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chemeClr val="lt1"/>
                          </a:solidFill>
                          <a:latin typeface="Calibri"/>
                          <a:ea typeface="Calibri"/>
                          <a:cs typeface="Calibri"/>
                          <a:sym typeface="Calibri"/>
                        </a:rPr>
                        <a:t>AX</a:t>
                      </a:r>
                      <a:endParaRPr sz="12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chemeClr val="lt1"/>
                          </a:solidFill>
                          <a:latin typeface="Calibri"/>
                          <a:ea typeface="Calibri"/>
                          <a:cs typeface="Calibri"/>
                          <a:sym typeface="Calibri"/>
                        </a:rPr>
                        <a:t>Descripción</a:t>
                      </a:r>
                      <a:endParaRPr sz="1200" u="none" cap="none" strike="noStrike"/>
                    </a:p>
                  </a:txBody>
                  <a:tcPr marT="34300" marB="34300" marR="68575" marL="68575"/>
                </a:tc>
                <a:tc gridSpan="3">
                  <a:txBody>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chemeClr val="lt1"/>
                          </a:solidFill>
                          <a:latin typeface="Calibri"/>
                          <a:ea typeface="Calibri"/>
                          <a:cs typeface="Calibri"/>
                          <a:sym typeface="Calibri"/>
                        </a:rPr>
                        <a:t>Salida</a:t>
                      </a:r>
                      <a:endParaRPr sz="1200" u="none" cap="none" strike="noStrike"/>
                    </a:p>
                  </a:txBody>
                  <a:tcPr marT="34300" marB="34300" marR="68575" marL="68575"/>
                </a:tc>
                <a:tc hMerge="1"/>
                <a:tc hMerge="1"/>
              </a:tr>
              <a:tr h="274325">
                <a:tc rowSpan="7">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0006h</a:t>
                      </a:r>
                      <a:br>
                        <a:rPr b="0" i="0" lang="es-MX" sz="1400" u="none" cap="none" strike="noStrike">
                          <a:solidFill>
                            <a:schemeClr val="dk1"/>
                          </a:solidFill>
                          <a:latin typeface="Calibri"/>
                          <a:ea typeface="Calibri"/>
                          <a:cs typeface="Calibri"/>
                          <a:sym typeface="Calibri"/>
                        </a:rPr>
                      </a:br>
                      <a:r>
                        <a:rPr b="0" i="0" lang="es-MX" sz="1400" u="none" cap="none" strike="noStrike">
                          <a:solidFill>
                            <a:schemeClr val="dk1"/>
                          </a:solidFill>
                          <a:latin typeface="Calibri"/>
                          <a:ea typeface="Calibri"/>
                          <a:cs typeface="Calibri"/>
                          <a:sym typeface="Calibri"/>
                        </a:rPr>
                        <a:t>BX= número de botón</a:t>
                      </a:r>
                      <a:endParaRPr sz="1400" u="none" cap="none" strike="noStrike"/>
                    </a:p>
                  </a:txBody>
                  <a:tcPr marT="34300" marB="34300" marR="68575" marL="68575"/>
                </a:tc>
                <a:tc rowSpan="7">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Obtiene información de la liberación de un botón</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AX</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Estado del ratón</a:t>
                      </a:r>
                      <a:endParaRPr sz="1400" u="none" cap="none" strike="noStrike"/>
                    </a:p>
                  </a:txBody>
                  <a:tcPr marT="34300" marB="34300" marR="68575" marL="68575"/>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0000h</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Izquierdo</a:t>
                      </a:r>
                      <a:endParaRPr sz="1400" u="none" cap="none" strike="noStrike"/>
                    </a:p>
                  </a:txBody>
                  <a:tcPr marT="34300" marB="34300" marR="68575" marL="68575" anchor="ctr"/>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0001h</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Derecho</a:t>
                      </a:r>
                      <a:endParaRPr sz="1400" u="none" cap="none" strike="noStrike"/>
                    </a:p>
                  </a:txBody>
                  <a:tcPr marT="34300" marB="34300" marR="68575" marL="68575" anchor="ctr"/>
                </a:tc>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0002h</a:t>
                      </a:r>
                      <a:endParaRPr sz="1400" u="none" cap="none" strike="noStrike"/>
                    </a:p>
                  </a:txBody>
                  <a:tcPr marT="34300" marB="34300" marR="68575" marL="68575"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Central</a:t>
                      </a:r>
                      <a:endParaRPr sz="1400" u="none" cap="none" strike="noStrike"/>
                    </a:p>
                  </a:txBody>
                  <a:tcPr marT="34300" marB="34300" marR="68575" marL="68575" anchor="ctr"/>
                </a:tc>
              </a:tr>
              <a:tr h="480050">
                <a:tc vMerge="1"/>
                <a:tc vMerge="1"/>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BX</a:t>
                      </a:r>
                      <a:endParaRPr sz="1400" u="none" cap="none" strike="noStrike"/>
                    </a:p>
                  </a:txBody>
                  <a:tcPr marT="34300" marB="34300" marR="68575" marL="68575" anchor="ctr"/>
                </a:tc>
                <a:tc gridSpan="2">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Número de veces que ha sido liberado el botón desde la última llamada</a:t>
                      </a:r>
                      <a:endParaRPr sz="1400" u="none" cap="none" strike="noStrike"/>
                    </a:p>
                  </a:txBody>
                  <a:tcPr marT="34300" marB="34300" marR="68575" marL="68575" anchor="ctr"/>
                </a:tc>
                <a:tc hMerge="1"/>
              </a:tr>
              <a:tr h="480050">
                <a:tc vMerge="1"/>
                <a:tc vMerge="1"/>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CX</a:t>
                      </a:r>
                      <a:endParaRPr sz="1400" u="none" cap="none" strike="noStrike"/>
                    </a:p>
                  </a:txBody>
                  <a:tcPr marT="34300" marB="34300" marR="68575" marL="68575" anchor="ctr"/>
                </a:tc>
                <a:tc gridSpan="2">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Columna donde fue liberado por última vez el botón</a:t>
                      </a:r>
                      <a:endParaRPr sz="1400" u="none" cap="none" strike="noStrike"/>
                    </a:p>
                  </a:txBody>
                  <a:tcPr marT="34300" marB="34300" marR="68575" marL="68575" anchor="ctr"/>
                </a:tc>
                <a:tc hMerge="1"/>
              </a:tr>
              <a:tr h="274325">
                <a:tc vMerge="1"/>
                <a:tc vMerge="1"/>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DX</a:t>
                      </a:r>
                      <a:endParaRPr sz="1400" u="none" cap="none" strike="noStrike"/>
                    </a:p>
                  </a:txBody>
                  <a:tcPr marT="34300" marB="34300" marR="68575" marL="68575" anchor="ctr"/>
                </a:tc>
                <a:tc gridSpan="2">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ídem para la fila</a:t>
                      </a:r>
                      <a:endParaRPr sz="1400" u="none" cap="none" strike="noStrike"/>
                    </a:p>
                  </a:txBody>
                  <a:tcPr marT="34300" marB="34300" marR="68575" marL="68575" anchor="ctr"/>
                </a:tc>
                <a:tc hMerge="1"/>
              </a:tr>
              <a:tr h="994050">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0007h</a:t>
                      </a:r>
                      <a:br>
                        <a:rPr lang="es-MX" sz="1400" u="none" cap="none" strike="noStrike"/>
                      </a:br>
                      <a:r>
                        <a:rPr b="0" i="0" lang="es-MX" sz="1400" u="none" cap="none" strike="noStrike">
                          <a:solidFill>
                            <a:schemeClr val="dk1"/>
                          </a:solidFill>
                          <a:latin typeface="Calibri"/>
                          <a:ea typeface="Calibri"/>
                          <a:cs typeface="Calibri"/>
                          <a:sym typeface="Calibri"/>
                        </a:rPr>
                        <a:t>CX = límite inferior</a:t>
                      </a:r>
                      <a:br>
                        <a:rPr lang="es-MX" sz="1400" u="none" cap="none" strike="noStrike"/>
                      </a:br>
                      <a:r>
                        <a:rPr b="0" i="0" lang="es-MX" sz="1400" u="none" cap="none" strike="noStrike">
                          <a:solidFill>
                            <a:schemeClr val="dk1"/>
                          </a:solidFill>
                          <a:latin typeface="Calibri"/>
                          <a:ea typeface="Calibri"/>
                          <a:cs typeface="Calibri"/>
                          <a:sym typeface="Calibri"/>
                        </a:rPr>
                        <a:t>DX = límite superior</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Define límite horizontal del cursor</a:t>
                      </a:r>
                      <a:endParaRPr sz="1400" u="none" cap="none" strike="noStrike"/>
                    </a:p>
                  </a:txBody>
                  <a:tcPr marT="34300" marB="34300" marR="68575" marL="68575"/>
                </a:tc>
                <a:tc gridSpan="3">
                  <a:txBody>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Si el valor de CX es mayor que el de DX, esta función intercambia sus valores y mueve el puntero a este rango si fuera necesario.</a:t>
                      </a:r>
                      <a:endParaRPr sz="1400" u="none" cap="none" strike="noStrike"/>
                    </a:p>
                  </a:txBody>
                  <a:tcPr marT="34300" marB="34300" marR="68575" marL="68575"/>
                </a:tc>
                <a:tc hMerge="1"/>
                <a:tc hMerge="1"/>
              </a:tr>
            </a:tbl>
          </a:graphicData>
        </a:graphic>
      </p:graphicFrame>
      <p:sp>
        <p:nvSpPr>
          <p:cNvPr id="1930" name="Google Shape;1930;p2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31" name="Google Shape;1931;p2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5" name="Shape 1935"/>
        <p:cNvGrpSpPr/>
        <p:nvPr/>
      </p:nvGrpSpPr>
      <p:grpSpPr>
        <a:xfrm>
          <a:off x="0" y="0"/>
          <a:ext cx="0" cy="0"/>
          <a:chOff x="0" y="0"/>
          <a:chExt cx="0" cy="0"/>
        </a:xfrm>
      </p:grpSpPr>
      <p:sp>
        <p:nvSpPr>
          <p:cNvPr id="1936" name="Google Shape;1936;p2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937" name="Google Shape;1937;p2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solidFill>
                  <a:schemeClr val="dk1"/>
                </a:solidFill>
              </a:rPr>
              <a:t>0004h, 0005h, 0006h y 0007h no soporta EMU8086 </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1938" name="Google Shape;1938;p2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39" name="Google Shape;1939;p2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3" name="Shape 1943"/>
        <p:cNvGrpSpPr/>
        <p:nvPr/>
      </p:nvGrpSpPr>
      <p:grpSpPr>
        <a:xfrm>
          <a:off x="0" y="0"/>
          <a:ext cx="0" cy="0"/>
          <a:chOff x="0" y="0"/>
          <a:chExt cx="0" cy="0"/>
        </a:xfrm>
      </p:grpSpPr>
      <p:sp>
        <p:nvSpPr>
          <p:cNvPr id="1944" name="Google Shape;1944;p250"/>
          <p:cNvSpPr txBox="1"/>
          <p:nvPr>
            <p:ph idx="1" type="body"/>
          </p:nvPr>
        </p:nvSpPr>
        <p:spPr>
          <a:xfrm>
            <a:off x="457200" y="188640"/>
            <a:ext cx="8229600" cy="5937523"/>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00000"/>
              </a:lnSpc>
              <a:spcBef>
                <a:spcPts val="0"/>
              </a:spcBef>
              <a:spcAft>
                <a:spcPts val="0"/>
              </a:spcAft>
              <a:buClr>
                <a:schemeClr val="dk1"/>
              </a:buClr>
              <a:buSzPct val="100000"/>
              <a:buNone/>
            </a:pPr>
            <a:r>
              <a:rPr lang="es-MX"/>
              <a:t> ; dibujo de raton</a:t>
            </a:r>
            <a:endParaRPr/>
          </a:p>
          <a:p>
            <a:pPr indent="0" lvl="0" marL="0" rtl="0" algn="l">
              <a:lnSpc>
                <a:spcPct val="100000"/>
              </a:lnSpc>
              <a:spcBef>
                <a:spcPts val="160"/>
              </a:spcBef>
              <a:spcAft>
                <a:spcPts val="0"/>
              </a:spcAft>
              <a:buClr>
                <a:schemeClr val="dk1"/>
              </a:buClr>
              <a:buSzPct val="100000"/>
              <a:buNone/>
            </a:pPr>
            <a:r>
              <a:rPr lang="es-MX"/>
              <a:t>                    ; presione el boton izquierdo del raton para dibujar.</a:t>
            </a:r>
            <a:endParaRPr/>
          </a:p>
          <a:p>
            <a:pPr indent="0" lvl="0" marL="0" rtl="0" algn="l">
              <a:lnSpc>
                <a:spcPct val="100000"/>
              </a:lnSpc>
              <a:spcBef>
                <a:spcPts val="160"/>
              </a:spcBef>
              <a:spcAft>
                <a:spcPts val="0"/>
              </a:spcAft>
              <a:buClr>
                <a:schemeClr val="dk1"/>
              </a:buClr>
              <a:buSzPct val="100000"/>
              <a:buNone/>
            </a:pPr>
            <a:r>
              <a:rPr lang="es-MX"/>
              <a:t>                    ; para una prueba real, haga clic en </a:t>
            </a:r>
            <a:endParaRPr/>
          </a:p>
          <a:p>
            <a:pPr indent="0" lvl="0" marL="0" rtl="0" algn="l">
              <a:lnSpc>
                <a:spcPct val="100000"/>
              </a:lnSpc>
              <a:spcBef>
                <a:spcPts val="160"/>
              </a:spcBef>
              <a:spcAft>
                <a:spcPts val="0"/>
              </a:spcAft>
              <a:buClr>
                <a:schemeClr val="dk1"/>
              </a:buClr>
              <a:buSzPct val="100000"/>
              <a:buNone/>
            </a:pPr>
            <a:r>
              <a:rPr lang="es-MX"/>
              <a:t>                    ; externo-&gt;ejecutar desde el menú del emulador.</a:t>
            </a:r>
            <a:endParaRPr/>
          </a:p>
          <a:p>
            <a:pPr indent="0" lvl="0" marL="0" rtl="0" algn="l">
              <a:lnSpc>
                <a:spcPct val="100000"/>
              </a:lnSpc>
              <a:spcBef>
                <a:spcPts val="160"/>
              </a:spcBef>
              <a:spcAft>
                <a:spcPts val="0"/>
              </a:spcAft>
              <a:buClr>
                <a:schemeClr val="dk1"/>
              </a:buClr>
              <a:buSzPct val="100000"/>
              <a:buNone/>
            </a:pPr>
            <a:r>
              <a:rPr lang="es-MX"/>
              <a:t>                    name "mouse2"</a:t>
            </a:r>
            <a:endParaRPr/>
          </a:p>
          <a:p>
            <a:pPr indent="0" lvl="0" marL="0" rtl="0" algn="l">
              <a:lnSpc>
                <a:spcPct val="100000"/>
              </a:lnSpc>
              <a:spcBef>
                <a:spcPts val="160"/>
              </a:spcBef>
              <a:spcAft>
                <a:spcPts val="0"/>
              </a:spcAft>
              <a:buClr>
                <a:schemeClr val="dk1"/>
              </a:buClr>
              <a:buSzPct val="100000"/>
              <a:buNone/>
            </a:pPr>
            <a:r>
              <a:rPr lang="es-MX"/>
              <a:t>                    org 100h</a:t>
            </a:r>
            <a:endParaRPr/>
          </a:p>
          <a:p>
            <a:pPr indent="0" lvl="0" marL="0" rtl="0" algn="l">
              <a:lnSpc>
                <a:spcPct val="100000"/>
              </a:lnSpc>
              <a:spcBef>
                <a:spcPts val="160"/>
              </a:spcBef>
              <a:spcAft>
                <a:spcPts val="0"/>
              </a:spcAft>
              <a:buClr>
                <a:schemeClr val="dk1"/>
              </a:buClr>
              <a:buSzPct val="100000"/>
              <a:buNone/>
            </a:pPr>
            <a:r>
              <a:rPr lang="es-MX"/>
              <a:t>                    jmp start</a:t>
            </a:r>
            <a:endParaRPr/>
          </a:p>
          <a:p>
            <a:pPr indent="0" lvl="0" marL="0" rtl="0" algn="l">
              <a:lnSpc>
                <a:spcPct val="100000"/>
              </a:lnSpc>
              <a:spcBef>
                <a:spcPts val="160"/>
              </a:spcBef>
              <a:spcAft>
                <a:spcPts val="0"/>
              </a:spcAft>
              <a:buClr>
                <a:schemeClr val="dk1"/>
              </a:buClr>
              <a:buSzPct val="100000"/>
              <a:buNone/>
            </a:pPr>
            <a:r>
              <a:rPr lang="es-MX"/>
              <a:t>                    oldX dw -1</a:t>
            </a:r>
            <a:endParaRPr/>
          </a:p>
          <a:p>
            <a:pPr indent="0" lvl="0" marL="0" rtl="0" algn="l">
              <a:lnSpc>
                <a:spcPct val="100000"/>
              </a:lnSpc>
              <a:spcBef>
                <a:spcPts val="160"/>
              </a:spcBef>
              <a:spcAft>
                <a:spcPts val="0"/>
              </a:spcAft>
              <a:buClr>
                <a:schemeClr val="dk1"/>
              </a:buClr>
              <a:buSzPct val="100000"/>
              <a:buNone/>
            </a:pPr>
            <a:r>
              <a:rPr lang="es-MX"/>
              <a:t>                    oldY dw 0   </a:t>
            </a:r>
            <a:endParaRPr/>
          </a:p>
          <a:p>
            <a:pPr indent="0" lvl="0" marL="0" rtl="0" algn="l">
              <a:lnSpc>
                <a:spcPct val="100000"/>
              </a:lnSpc>
              <a:spcBef>
                <a:spcPts val="160"/>
              </a:spcBef>
              <a:spcAft>
                <a:spcPts val="0"/>
              </a:spcAft>
              <a:buClr>
                <a:schemeClr val="dk1"/>
              </a:buClr>
              <a:buSzPct val="100000"/>
              <a:buNone/>
            </a:pPr>
            <a:r>
              <a:rPr lang="es-MX"/>
              <a:t>                    msg db " presiona cualquier tecla....     $"</a:t>
            </a:r>
            <a:endParaRPr/>
          </a:p>
          <a:p>
            <a:pPr indent="0" lvl="0" marL="0" rtl="0" algn="l">
              <a:lnSpc>
                <a:spcPct val="100000"/>
              </a:lnSpc>
              <a:spcBef>
                <a:spcPts val="160"/>
              </a:spcBef>
              <a:spcAft>
                <a:spcPts val="0"/>
              </a:spcAft>
              <a:buClr>
                <a:schemeClr val="dk1"/>
              </a:buClr>
              <a:buSzPct val="100000"/>
              <a:buNone/>
            </a:pPr>
            <a:r>
              <a:rPr lang="es-MX"/>
              <a:t>start:              mov ah, 00</a:t>
            </a:r>
            <a:endParaRPr/>
          </a:p>
          <a:p>
            <a:pPr indent="0" lvl="0" marL="0" rtl="0" algn="l">
              <a:lnSpc>
                <a:spcPct val="100000"/>
              </a:lnSpc>
              <a:spcBef>
                <a:spcPts val="160"/>
              </a:spcBef>
              <a:spcAft>
                <a:spcPts val="0"/>
              </a:spcAft>
              <a:buClr>
                <a:schemeClr val="dk1"/>
              </a:buClr>
              <a:buSzPct val="100000"/>
              <a:buNone/>
            </a:pPr>
            <a:r>
              <a:rPr lang="es-MX"/>
              <a:t>                    mov al, 13h     ; configurar la pantalla a 256 colores</a:t>
            </a:r>
            <a:endParaRPr/>
          </a:p>
          <a:p>
            <a:pPr indent="0" lvl="0" marL="0" rtl="0" algn="l">
              <a:lnSpc>
                <a:spcPct val="100000"/>
              </a:lnSpc>
              <a:spcBef>
                <a:spcPts val="160"/>
              </a:spcBef>
              <a:spcAft>
                <a:spcPts val="0"/>
              </a:spcAft>
              <a:buClr>
                <a:schemeClr val="dk1"/>
              </a:buClr>
              <a:buSzPct val="100000"/>
              <a:buNone/>
            </a:pPr>
            <a:r>
              <a:rPr lang="es-MX"/>
              <a:t>                                    ; , 320x200 pixeles. </a:t>
            </a:r>
            <a:endParaRPr/>
          </a:p>
          <a:p>
            <a:pPr indent="0" lvl="0" marL="0" rtl="0" algn="l">
              <a:lnSpc>
                <a:spcPct val="100000"/>
              </a:lnSpc>
              <a:spcBef>
                <a:spcPts val="160"/>
              </a:spcBef>
              <a:spcAft>
                <a:spcPts val="0"/>
              </a:spcAft>
              <a:buClr>
                <a:schemeClr val="dk1"/>
              </a:buClr>
              <a:buSzPct val="100000"/>
              <a:buNone/>
            </a:pPr>
            <a:r>
              <a:rPr lang="es-MX"/>
              <a:t>                    int 10h</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rPr lang="es-MX"/>
              <a:t>                    mov ax, 0       ; reinicie el mouse y obtenga su estado </a:t>
            </a:r>
            <a:endParaRPr/>
          </a:p>
          <a:p>
            <a:pPr indent="0" lvl="0" marL="0" rtl="0" algn="l">
              <a:lnSpc>
                <a:spcPct val="100000"/>
              </a:lnSpc>
              <a:spcBef>
                <a:spcPts val="160"/>
              </a:spcBef>
              <a:spcAft>
                <a:spcPts val="0"/>
              </a:spcAft>
              <a:buClr>
                <a:schemeClr val="dk1"/>
              </a:buClr>
              <a:buSzPct val="100000"/>
              <a:buNone/>
            </a:pPr>
            <a:r>
              <a:rPr lang="es-MX"/>
              <a:t>                                    ; ax&gt;0 si hay raton, ax=0 si no hay</a:t>
            </a:r>
            <a:endParaRPr/>
          </a:p>
          <a:p>
            <a:pPr indent="0" lvl="0" marL="0" rtl="0" algn="l">
              <a:lnSpc>
                <a:spcPct val="100000"/>
              </a:lnSpc>
              <a:spcBef>
                <a:spcPts val="160"/>
              </a:spcBef>
              <a:spcAft>
                <a:spcPts val="0"/>
              </a:spcAft>
              <a:buClr>
                <a:schemeClr val="dk1"/>
              </a:buClr>
              <a:buSzPct val="100000"/>
              <a:buNone/>
            </a:pPr>
            <a:r>
              <a:rPr lang="es-MX"/>
              <a:t>                    int 33h</a:t>
            </a:r>
            <a:endParaRPr/>
          </a:p>
          <a:p>
            <a:pPr indent="0" lvl="0" marL="0" rtl="0" algn="l">
              <a:lnSpc>
                <a:spcPct val="100000"/>
              </a:lnSpc>
              <a:spcBef>
                <a:spcPts val="160"/>
              </a:spcBef>
              <a:spcAft>
                <a:spcPts val="0"/>
              </a:spcAft>
              <a:buClr>
                <a:schemeClr val="dk1"/>
              </a:buClr>
              <a:buSzPct val="100000"/>
              <a:buNone/>
            </a:pPr>
            <a:r>
              <a:rPr lang="es-MX"/>
              <a:t>                    cmp ax, 0</a:t>
            </a:r>
            <a:endParaRPr/>
          </a:p>
          <a:p>
            <a:pPr indent="0" lvl="0" marL="0" rtl="0" algn="l">
              <a:lnSpc>
                <a:spcPct val="100000"/>
              </a:lnSpc>
              <a:spcBef>
                <a:spcPts val="160"/>
              </a:spcBef>
              <a:spcAft>
                <a:spcPts val="0"/>
              </a:spcAft>
              <a:buClr>
                <a:schemeClr val="dk1"/>
              </a:buClr>
              <a:buSzPct val="100000"/>
              <a:buNone/>
            </a:pPr>
            <a:r>
              <a:rPr lang="es-MX"/>
              <a:t>check_mouse_button: mov ax, 3       ; Leer el estado de los botones y la posicion</a:t>
            </a:r>
            <a:endParaRPr/>
          </a:p>
          <a:p>
            <a:pPr indent="0" lvl="0" marL="0" rtl="0" algn="l">
              <a:lnSpc>
                <a:spcPct val="100000"/>
              </a:lnSpc>
              <a:spcBef>
                <a:spcPts val="160"/>
              </a:spcBef>
              <a:spcAft>
                <a:spcPts val="0"/>
              </a:spcAft>
              <a:buClr>
                <a:schemeClr val="dk1"/>
              </a:buClr>
              <a:buSzPct val="100000"/>
              <a:buNone/>
            </a:pPr>
            <a:r>
              <a:rPr lang="es-MX"/>
              <a:t>                                    ; del cursor (Devuelve la posición del cursor </a:t>
            </a:r>
            <a:endParaRPr/>
          </a:p>
          <a:p>
            <a:pPr indent="0" lvl="0" marL="0" rtl="0" algn="l">
              <a:lnSpc>
                <a:spcPct val="100000"/>
              </a:lnSpc>
              <a:spcBef>
                <a:spcPts val="160"/>
              </a:spcBef>
              <a:spcAft>
                <a:spcPts val="0"/>
              </a:spcAft>
              <a:buClr>
                <a:schemeClr val="dk1"/>
              </a:buClr>
              <a:buSzPct val="100000"/>
              <a:buNone/>
            </a:pPr>
            <a:r>
              <a:rPr lang="es-MX"/>
              <a:t>                                    ; y el estado de sus botones)      </a:t>
            </a:r>
            <a:endParaRPr/>
          </a:p>
          <a:p>
            <a:pPr indent="0" lvl="0" marL="0" rtl="0" algn="l">
              <a:lnSpc>
                <a:spcPct val="100000"/>
              </a:lnSpc>
              <a:spcBef>
                <a:spcPts val="160"/>
              </a:spcBef>
              <a:spcAft>
                <a:spcPts val="0"/>
              </a:spcAft>
              <a:buClr>
                <a:schemeClr val="dk1"/>
              </a:buClr>
              <a:buSzPct val="100000"/>
              <a:buNone/>
            </a:pPr>
            <a:r>
              <a:rPr lang="es-MX"/>
              <a:t>                                    ; cx = posicion columna (H) y dx = posicion fila (V)</a:t>
            </a:r>
            <a:endParaRPr/>
          </a:p>
          <a:p>
            <a:pPr indent="0" lvl="0" marL="0" rtl="0" algn="l">
              <a:lnSpc>
                <a:spcPct val="100000"/>
              </a:lnSpc>
              <a:spcBef>
                <a:spcPts val="160"/>
              </a:spcBef>
              <a:spcAft>
                <a:spcPts val="0"/>
              </a:spcAft>
              <a:buClr>
                <a:schemeClr val="dk1"/>
              </a:buClr>
              <a:buSzPct val="100000"/>
              <a:buNone/>
            </a:pPr>
            <a:r>
              <a:rPr lang="es-MX"/>
              <a:t>                    int 33h </a:t>
            </a:r>
            <a:endParaRPr/>
          </a:p>
          <a:p>
            <a:pPr indent="0" lvl="0" marL="0" rtl="0" algn="l">
              <a:lnSpc>
                <a:spcPct val="100000"/>
              </a:lnSpc>
              <a:spcBef>
                <a:spcPts val="160"/>
              </a:spcBef>
              <a:spcAft>
                <a:spcPts val="0"/>
              </a:spcAft>
              <a:buClr>
                <a:schemeClr val="dk1"/>
              </a:buClr>
              <a:buSzPct val="100000"/>
              <a:buNone/>
            </a:pPr>
            <a:r>
              <a:rPr lang="es-MX"/>
              <a:t>                    shr cx, 1       ; x/2 - en este modo se reduce el valor de CX a la mitad.</a:t>
            </a:r>
            <a:endParaRPr/>
          </a:p>
          <a:p>
            <a:pPr indent="0" lvl="0" marL="0" rtl="0" algn="l">
              <a:lnSpc>
                <a:spcPct val="100000"/>
              </a:lnSpc>
              <a:spcBef>
                <a:spcPts val="160"/>
              </a:spcBef>
              <a:spcAft>
                <a:spcPts val="0"/>
              </a:spcAft>
              <a:buClr>
                <a:schemeClr val="dk1"/>
              </a:buClr>
              <a:buSzPct val="100000"/>
              <a:buNone/>
            </a:pPr>
            <a:r>
              <a:rPr lang="es-MX"/>
              <a:t>                    cmp bx, 1</a:t>
            </a:r>
            <a:endParaRPr/>
          </a:p>
          <a:p>
            <a:pPr indent="0" lvl="0" marL="0" rtl="0" algn="l">
              <a:lnSpc>
                <a:spcPct val="100000"/>
              </a:lnSpc>
              <a:spcBef>
                <a:spcPts val="160"/>
              </a:spcBef>
              <a:spcAft>
                <a:spcPts val="0"/>
              </a:spcAft>
              <a:buClr>
                <a:schemeClr val="dk1"/>
              </a:buClr>
              <a:buSzPct val="100000"/>
              <a:buNone/>
            </a:pPr>
            <a:r>
              <a:rPr lang="es-MX"/>
              <a:t>                    jne xor_cursor:</a:t>
            </a:r>
            <a:endParaRPr/>
          </a:p>
          <a:p>
            <a:pPr indent="0" lvl="0" marL="0" rtl="0" algn="l">
              <a:lnSpc>
                <a:spcPct val="100000"/>
              </a:lnSpc>
              <a:spcBef>
                <a:spcPts val="160"/>
              </a:spcBef>
              <a:spcAft>
                <a:spcPts val="0"/>
              </a:spcAft>
              <a:buClr>
                <a:schemeClr val="dk1"/>
              </a:buClr>
              <a:buSzPct val="100000"/>
              <a:buNone/>
            </a:pPr>
            <a:r>
              <a:rPr lang="es-MX"/>
              <a:t>                    mov al, 1010b   ; color de pixel (Verde Claro)</a:t>
            </a:r>
            <a:endParaRPr/>
          </a:p>
          <a:p>
            <a:pPr indent="0" lvl="0" marL="0" rtl="0" algn="l">
              <a:lnSpc>
                <a:spcPct val="100000"/>
              </a:lnSpc>
              <a:spcBef>
                <a:spcPts val="160"/>
              </a:spcBef>
              <a:spcAft>
                <a:spcPts val="0"/>
              </a:spcAft>
              <a:buClr>
                <a:schemeClr val="dk1"/>
              </a:buClr>
              <a:buSzPct val="100000"/>
              <a:buNone/>
            </a:pPr>
            <a:r>
              <a:rPr lang="es-MX"/>
              <a:t>                    jmp draw_pixel</a:t>
            </a:r>
            <a:endParaRPr/>
          </a:p>
          <a:p>
            <a:pPr indent="0" lvl="0" marL="0" rtl="0" algn="l">
              <a:lnSpc>
                <a:spcPct val="100000"/>
              </a:lnSpc>
              <a:spcBef>
                <a:spcPts val="160"/>
              </a:spcBef>
              <a:spcAft>
                <a:spcPts val="0"/>
              </a:spcAft>
              <a:buClr>
                <a:schemeClr val="dk1"/>
              </a:buClr>
              <a:buSzPct val="100000"/>
              <a:buNone/>
            </a:pPr>
            <a:r>
              <a:rPr lang="es-MX"/>
              <a:t>xor_cursor:         cmp oldX, -1</a:t>
            </a:r>
            <a:endParaRPr/>
          </a:p>
          <a:p>
            <a:pPr indent="0" lvl="0" marL="0" rtl="0" algn="l">
              <a:lnSpc>
                <a:spcPct val="100000"/>
              </a:lnSpc>
              <a:spcBef>
                <a:spcPts val="160"/>
              </a:spcBef>
              <a:spcAft>
                <a:spcPts val="0"/>
              </a:spcAft>
              <a:buClr>
                <a:schemeClr val="dk1"/>
              </a:buClr>
              <a:buSzPct val="100000"/>
              <a:buNone/>
            </a:pPr>
            <a:r>
              <a:rPr lang="es-MX"/>
              <a:t>                    je not_required</a:t>
            </a:r>
            <a:endParaRPr/>
          </a:p>
          <a:p>
            <a:pPr indent="0" lvl="0" marL="0" rtl="0" algn="l">
              <a:lnSpc>
                <a:spcPct val="100000"/>
              </a:lnSpc>
              <a:spcBef>
                <a:spcPts val="160"/>
              </a:spcBef>
              <a:spcAft>
                <a:spcPts val="0"/>
              </a:spcAft>
              <a:buClr>
                <a:schemeClr val="dk1"/>
              </a:buClr>
              <a:buSzPct val="100000"/>
              <a:buNone/>
            </a:pPr>
            <a:r>
              <a:rPr lang="es-MX"/>
              <a:t>                    push cx</a:t>
            </a:r>
            <a:endParaRPr/>
          </a:p>
          <a:p>
            <a:pPr indent="0" lvl="0" marL="0" rtl="0" algn="l">
              <a:lnSpc>
                <a:spcPct val="100000"/>
              </a:lnSpc>
              <a:spcBef>
                <a:spcPts val="160"/>
              </a:spcBef>
              <a:spcAft>
                <a:spcPts val="0"/>
              </a:spcAft>
              <a:buClr>
                <a:schemeClr val="dk1"/>
              </a:buClr>
              <a:buSzPct val="100000"/>
              <a:buNone/>
            </a:pPr>
            <a:r>
              <a:rPr lang="es-MX"/>
              <a:t>                    push dx</a:t>
            </a:r>
            <a:endParaRPr/>
          </a:p>
          <a:p>
            <a:pPr indent="0" lvl="0" marL="0" rtl="0" algn="l">
              <a:lnSpc>
                <a:spcPct val="100000"/>
              </a:lnSpc>
              <a:spcBef>
                <a:spcPts val="160"/>
              </a:spcBef>
              <a:spcAft>
                <a:spcPts val="0"/>
              </a:spcAft>
              <a:buClr>
                <a:schemeClr val="dk1"/>
              </a:buClr>
              <a:buSzPct val="100000"/>
              <a:buNone/>
            </a:pPr>
            <a:r>
              <a:rPr lang="es-MX"/>
              <a:t>                    mov cx, oldX</a:t>
            </a:r>
            <a:endParaRPr/>
          </a:p>
          <a:p>
            <a:pPr indent="0" lvl="0" marL="0" rtl="0" algn="l">
              <a:lnSpc>
                <a:spcPct val="100000"/>
              </a:lnSpc>
              <a:spcBef>
                <a:spcPts val="160"/>
              </a:spcBef>
              <a:spcAft>
                <a:spcPts val="0"/>
              </a:spcAft>
              <a:buClr>
                <a:schemeClr val="dk1"/>
              </a:buClr>
              <a:buSzPct val="100000"/>
              <a:buNone/>
            </a:pPr>
            <a:r>
              <a:rPr lang="es-MX"/>
              <a:t>                    mov dx, oldY</a:t>
            </a:r>
            <a:endParaRPr/>
          </a:p>
          <a:p>
            <a:pPr indent="0" lvl="0" marL="0" rtl="0" algn="l">
              <a:lnSpc>
                <a:spcPct val="100000"/>
              </a:lnSpc>
              <a:spcBef>
                <a:spcPts val="160"/>
              </a:spcBef>
              <a:spcAft>
                <a:spcPts val="0"/>
              </a:spcAft>
              <a:buClr>
                <a:schemeClr val="dk1"/>
              </a:buClr>
              <a:buSzPct val="100000"/>
              <a:buNone/>
            </a:pPr>
            <a:r>
              <a:rPr lang="es-MX"/>
              <a:t>                    mov ah, 0dh     ; Lectura de un punto   </a:t>
            </a:r>
            <a:endParaRPr/>
          </a:p>
          <a:p>
            <a:pPr indent="0" lvl="0" marL="0" rtl="0" algn="l">
              <a:lnSpc>
                <a:spcPct val="100000"/>
              </a:lnSpc>
              <a:spcBef>
                <a:spcPts val="160"/>
              </a:spcBef>
              <a:spcAft>
                <a:spcPts val="0"/>
              </a:spcAft>
              <a:buClr>
                <a:schemeClr val="dk1"/>
              </a:buClr>
              <a:buSzPct val="100000"/>
              <a:buNone/>
            </a:pPr>
            <a:r>
              <a:rPr lang="es-MX"/>
              <a:t>                                    ; DX = numero de region</a:t>
            </a:r>
            <a:endParaRPr/>
          </a:p>
          <a:p>
            <a:pPr indent="0" lvl="0" marL="0" rtl="0" algn="l">
              <a:lnSpc>
                <a:spcPct val="100000"/>
              </a:lnSpc>
              <a:spcBef>
                <a:spcPts val="160"/>
              </a:spcBef>
              <a:spcAft>
                <a:spcPts val="0"/>
              </a:spcAft>
              <a:buClr>
                <a:schemeClr val="dk1"/>
              </a:buClr>
              <a:buSzPct val="100000"/>
              <a:buNone/>
            </a:pPr>
            <a:r>
              <a:rPr lang="es-MX"/>
              <a:t>                                    ; CX = numero de columna</a:t>
            </a:r>
            <a:endParaRPr/>
          </a:p>
          <a:p>
            <a:pPr indent="0" lvl="0" marL="0" rtl="0" algn="l">
              <a:lnSpc>
                <a:spcPct val="100000"/>
              </a:lnSpc>
              <a:spcBef>
                <a:spcPts val="160"/>
              </a:spcBef>
              <a:spcAft>
                <a:spcPts val="0"/>
              </a:spcAft>
              <a:buClr>
                <a:schemeClr val="dk1"/>
              </a:buClr>
              <a:buSzPct val="100000"/>
              <a:buNone/>
            </a:pPr>
            <a:r>
              <a:rPr lang="es-MX"/>
              <a:t>                                    ; AL = punto leido</a:t>
            </a:r>
            <a:endParaRPr/>
          </a:p>
          <a:p>
            <a:pPr indent="0" lvl="0" marL="0" rtl="0" algn="l">
              <a:lnSpc>
                <a:spcPct val="100000"/>
              </a:lnSpc>
              <a:spcBef>
                <a:spcPts val="160"/>
              </a:spcBef>
              <a:spcAft>
                <a:spcPts val="0"/>
              </a:spcAft>
              <a:buClr>
                <a:schemeClr val="dk1"/>
              </a:buClr>
              <a:buSzPct val="100000"/>
              <a:buNone/>
            </a:pPr>
            <a:r>
              <a:rPr lang="es-MX"/>
              <a:t>                    int 10h</a:t>
            </a:r>
            <a:endParaRPr/>
          </a:p>
          <a:p>
            <a:pPr indent="0" lvl="0" marL="0" rtl="0" algn="l">
              <a:lnSpc>
                <a:spcPct val="100000"/>
              </a:lnSpc>
              <a:spcBef>
                <a:spcPts val="160"/>
              </a:spcBef>
              <a:spcAft>
                <a:spcPts val="0"/>
              </a:spcAft>
              <a:buClr>
                <a:schemeClr val="dk1"/>
              </a:buClr>
              <a:buSzPct val="100000"/>
              <a:buNone/>
            </a:pPr>
            <a:r>
              <a:rPr lang="es-MX"/>
              <a:t>                    xor al, 1111b   ; Color del pixel Blanco Brillante</a:t>
            </a:r>
            <a:endParaRPr/>
          </a:p>
          <a:p>
            <a:pPr indent="0" lvl="0" marL="0" rtl="0" algn="l">
              <a:lnSpc>
                <a:spcPct val="100000"/>
              </a:lnSpc>
              <a:spcBef>
                <a:spcPts val="160"/>
              </a:spcBef>
              <a:spcAft>
                <a:spcPts val="0"/>
              </a:spcAft>
              <a:buClr>
                <a:schemeClr val="dk1"/>
              </a:buClr>
              <a:buSzPct val="100000"/>
              <a:buNone/>
            </a:pPr>
            <a:r>
              <a:rPr lang="es-MX"/>
              <a:t>                    mov ah, 0ch     ; pon pixel</a:t>
            </a:r>
            <a:endParaRPr/>
          </a:p>
          <a:p>
            <a:pPr indent="0" lvl="0" marL="0" rtl="0" algn="l">
              <a:lnSpc>
                <a:spcPct val="100000"/>
              </a:lnSpc>
              <a:spcBef>
                <a:spcPts val="160"/>
              </a:spcBef>
              <a:spcAft>
                <a:spcPts val="0"/>
              </a:spcAft>
              <a:buClr>
                <a:schemeClr val="dk1"/>
              </a:buClr>
              <a:buSzPct val="100000"/>
              <a:buNone/>
            </a:pPr>
            <a:r>
              <a:rPr lang="es-MX"/>
              <a:t>                    int 10h</a:t>
            </a:r>
            <a:endParaRPr/>
          </a:p>
          <a:p>
            <a:pPr indent="0" lvl="0" marL="0" rtl="0" algn="l">
              <a:lnSpc>
                <a:spcPct val="100000"/>
              </a:lnSpc>
              <a:spcBef>
                <a:spcPts val="160"/>
              </a:spcBef>
              <a:spcAft>
                <a:spcPts val="0"/>
              </a:spcAft>
              <a:buClr>
                <a:schemeClr val="dk1"/>
              </a:buClr>
              <a:buSzPct val="100000"/>
              <a:buNone/>
            </a:pPr>
            <a:r>
              <a:rPr lang="es-MX"/>
              <a:t>                    pop dx</a:t>
            </a:r>
            <a:endParaRPr/>
          </a:p>
          <a:p>
            <a:pPr indent="0" lvl="0" marL="0" rtl="0" algn="l">
              <a:lnSpc>
                <a:spcPct val="100000"/>
              </a:lnSpc>
              <a:spcBef>
                <a:spcPts val="160"/>
              </a:spcBef>
              <a:spcAft>
                <a:spcPts val="0"/>
              </a:spcAft>
              <a:buClr>
                <a:schemeClr val="dk1"/>
              </a:buClr>
              <a:buSzPct val="100000"/>
              <a:buNone/>
            </a:pPr>
            <a:r>
              <a:rPr lang="es-MX"/>
              <a:t>                    pop cx</a:t>
            </a:r>
            <a:endParaRPr/>
          </a:p>
          <a:p>
            <a:pPr indent="0" lvl="0" marL="0" rtl="0" algn="l">
              <a:lnSpc>
                <a:spcPct val="100000"/>
              </a:lnSpc>
              <a:spcBef>
                <a:spcPts val="160"/>
              </a:spcBef>
              <a:spcAft>
                <a:spcPts val="0"/>
              </a:spcAft>
              <a:buClr>
                <a:schemeClr val="dk1"/>
              </a:buClr>
              <a:buSzPct val="100000"/>
              <a:buNone/>
            </a:pPr>
            <a:r>
              <a:rPr lang="es-MX"/>
              <a:t>not_required:       mov ah, 0dh     ; Lectura de un punto   </a:t>
            </a:r>
            <a:endParaRPr/>
          </a:p>
          <a:p>
            <a:pPr indent="0" lvl="0" marL="0" rtl="0" algn="l">
              <a:lnSpc>
                <a:spcPct val="100000"/>
              </a:lnSpc>
              <a:spcBef>
                <a:spcPts val="160"/>
              </a:spcBef>
              <a:spcAft>
                <a:spcPts val="0"/>
              </a:spcAft>
              <a:buClr>
                <a:schemeClr val="dk1"/>
              </a:buClr>
              <a:buSzPct val="100000"/>
              <a:buNone/>
            </a:pPr>
            <a:r>
              <a:rPr lang="es-MX"/>
              <a:t>                                    ; DX = numero de region</a:t>
            </a:r>
            <a:endParaRPr/>
          </a:p>
          <a:p>
            <a:pPr indent="0" lvl="0" marL="0" rtl="0" algn="l">
              <a:lnSpc>
                <a:spcPct val="100000"/>
              </a:lnSpc>
              <a:spcBef>
                <a:spcPts val="160"/>
              </a:spcBef>
              <a:spcAft>
                <a:spcPts val="0"/>
              </a:spcAft>
              <a:buClr>
                <a:schemeClr val="dk1"/>
              </a:buClr>
              <a:buSzPct val="100000"/>
              <a:buNone/>
            </a:pPr>
            <a:r>
              <a:rPr lang="es-MX"/>
              <a:t>                                    ; CX = numero de columna</a:t>
            </a:r>
            <a:endParaRPr/>
          </a:p>
          <a:p>
            <a:pPr indent="0" lvl="0" marL="0" rtl="0" algn="l">
              <a:lnSpc>
                <a:spcPct val="100000"/>
              </a:lnSpc>
              <a:spcBef>
                <a:spcPts val="160"/>
              </a:spcBef>
              <a:spcAft>
                <a:spcPts val="0"/>
              </a:spcAft>
              <a:buClr>
                <a:schemeClr val="dk1"/>
              </a:buClr>
              <a:buSzPct val="100000"/>
              <a:buNone/>
            </a:pPr>
            <a:r>
              <a:rPr lang="es-MX"/>
              <a:t>                                    ; AL = punto leido</a:t>
            </a:r>
            <a:endParaRPr/>
          </a:p>
          <a:p>
            <a:pPr indent="0" lvl="0" marL="0" rtl="0" algn="l">
              <a:lnSpc>
                <a:spcPct val="100000"/>
              </a:lnSpc>
              <a:spcBef>
                <a:spcPts val="160"/>
              </a:spcBef>
              <a:spcAft>
                <a:spcPts val="0"/>
              </a:spcAft>
              <a:buClr>
                <a:schemeClr val="dk1"/>
              </a:buClr>
              <a:buSzPct val="100000"/>
              <a:buNone/>
            </a:pPr>
            <a:r>
              <a:rPr lang="es-MX"/>
              <a:t>                    int 10h                         </a:t>
            </a:r>
            <a:endParaRPr/>
          </a:p>
          <a:p>
            <a:pPr indent="0" lvl="0" marL="0" rtl="0" algn="l">
              <a:lnSpc>
                <a:spcPct val="100000"/>
              </a:lnSpc>
              <a:spcBef>
                <a:spcPts val="160"/>
              </a:spcBef>
              <a:spcAft>
                <a:spcPts val="0"/>
              </a:spcAft>
              <a:buClr>
                <a:schemeClr val="dk1"/>
              </a:buClr>
              <a:buSzPct val="100000"/>
              <a:buNone/>
            </a:pPr>
            <a:r>
              <a:rPr lang="es-MX"/>
              <a:t>                    xor al, 1111b   ; Color del pixel Blanco Brillante</a:t>
            </a:r>
            <a:endParaRPr/>
          </a:p>
          <a:p>
            <a:pPr indent="0" lvl="0" marL="0" rtl="0" algn="l">
              <a:lnSpc>
                <a:spcPct val="100000"/>
              </a:lnSpc>
              <a:spcBef>
                <a:spcPts val="160"/>
              </a:spcBef>
              <a:spcAft>
                <a:spcPts val="0"/>
              </a:spcAft>
              <a:buClr>
                <a:schemeClr val="dk1"/>
              </a:buClr>
              <a:buSzPct val="100000"/>
              <a:buNone/>
            </a:pPr>
            <a:r>
              <a:rPr lang="es-MX"/>
              <a:t>                    mov oldX, cx</a:t>
            </a:r>
            <a:endParaRPr/>
          </a:p>
          <a:p>
            <a:pPr indent="0" lvl="0" marL="0" rtl="0" algn="l">
              <a:lnSpc>
                <a:spcPct val="100000"/>
              </a:lnSpc>
              <a:spcBef>
                <a:spcPts val="160"/>
              </a:spcBef>
              <a:spcAft>
                <a:spcPts val="0"/>
              </a:spcAft>
              <a:buClr>
                <a:schemeClr val="dk1"/>
              </a:buClr>
              <a:buSzPct val="100000"/>
              <a:buNone/>
            </a:pPr>
            <a:r>
              <a:rPr lang="es-MX"/>
              <a:t>                    mov oldY, dx</a:t>
            </a:r>
            <a:endParaRPr/>
          </a:p>
          <a:p>
            <a:pPr indent="0" lvl="0" marL="0" rtl="0" algn="l">
              <a:lnSpc>
                <a:spcPct val="100000"/>
              </a:lnSpc>
              <a:spcBef>
                <a:spcPts val="160"/>
              </a:spcBef>
              <a:spcAft>
                <a:spcPts val="0"/>
              </a:spcAft>
              <a:buClr>
                <a:schemeClr val="dk1"/>
              </a:buClr>
              <a:buSzPct val="100000"/>
              <a:buNone/>
            </a:pPr>
            <a:r>
              <a:rPr lang="es-MX"/>
              <a:t>draw_pixel:         mov ah, 0ch     ; pone pixel</a:t>
            </a:r>
            <a:endParaRPr/>
          </a:p>
          <a:p>
            <a:pPr indent="0" lvl="0" marL="0" rtl="0" algn="l">
              <a:lnSpc>
                <a:spcPct val="100000"/>
              </a:lnSpc>
              <a:spcBef>
                <a:spcPts val="160"/>
              </a:spcBef>
              <a:spcAft>
                <a:spcPts val="0"/>
              </a:spcAft>
              <a:buClr>
                <a:schemeClr val="dk1"/>
              </a:buClr>
              <a:buSzPct val="100000"/>
              <a:buNone/>
            </a:pPr>
            <a:r>
              <a:rPr lang="es-MX"/>
              <a:t>                    int 10h         ; DX = numero de renglon  (fila)</a:t>
            </a:r>
            <a:endParaRPr/>
          </a:p>
          <a:p>
            <a:pPr indent="0" lvl="0" marL="0" rtl="0" algn="l">
              <a:lnSpc>
                <a:spcPct val="100000"/>
              </a:lnSpc>
              <a:spcBef>
                <a:spcPts val="160"/>
              </a:spcBef>
              <a:spcAft>
                <a:spcPts val="0"/>
              </a:spcAft>
              <a:buClr>
                <a:schemeClr val="dk1"/>
              </a:buClr>
              <a:buSzPct val="100000"/>
              <a:buNone/>
            </a:pPr>
            <a:r>
              <a:rPr lang="es-MX"/>
              <a:t>                                    ; CX = numero de columna</a:t>
            </a:r>
            <a:endParaRPr/>
          </a:p>
          <a:p>
            <a:pPr indent="0" lvl="0" marL="0" rtl="0" algn="l">
              <a:lnSpc>
                <a:spcPct val="100000"/>
              </a:lnSpc>
              <a:spcBef>
                <a:spcPts val="160"/>
              </a:spcBef>
              <a:spcAft>
                <a:spcPts val="0"/>
              </a:spcAft>
              <a:buClr>
                <a:schemeClr val="dk1"/>
              </a:buClr>
              <a:buSzPct val="100000"/>
              <a:buNone/>
            </a:pPr>
            <a:r>
              <a:rPr lang="es-MX"/>
              <a:t>                                    ; AL = color</a:t>
            </a:r>
            <a:endParaRPr/>
          </a:p>
          <a:p>
            <a:pPr indent="0" lvl="0" marL="0" rtl="0" algn="l">
              <a:lnSpc>
                <a:spcPct val="100000"/>
              </a:lnSpc>
              <a:spcBef>
                <a:spcPts val="160"/>
              </a:spcBef>
              <a:spcAft>
                <a:spcPts val="0"/>
              </a:spcAft>
              <a:buClr>
                <a:schemeClr val="dk1"/>
              </a:buClr>
              <a:buSzPct val="100000"/>
              <a:buNone/>
            </a:pPr>
            <a:r>
              <a:rPr lang="es-MX"/>
              <a:t>check_esc_key:      mov dl, 255</a:t>
            </a:r>
            <a:endParaRPr/>
          </a:p>
          <a:p>
            <a:pPr indent="0" lvl="0" marL="0" rtl="0" algn="l">
              <a:lnSpc>
                <a:spcPct val="100000"/>
              </a:lnSpc>
              <a:spcBef>
                <a:spcPts val="160"/>
              </a:spcBef>
              <a:spcAft>
                <a:spcPts val="0"/>
              </a:spcAft>
              <a:buClr>
                <a:schemeClr val="dk1"/>
              </a:buClr>
              <a:buSzPct val="100000"/>
              <a:buNone/>
            </a:pPr>
            <a:r>
              <a:rPr lang="es-MX"/>
              <a:t>                    mov ah, 6       ; I/O directo de consola</a:t>
            </a:r>
            <a:endParaRPr/>
          </a:p>
          <a:p>
            <a:pPr indent="0" lvl="0" marL="0" rtl="0" algn="l">
              <a:lnSpc>
                <a:spcPct val="100000"/>
              </a:lnSpc>
              <a:spcBef>
                <a:spcPts val="160"/>
              </a:spcBef>
              <a:spcAft>
                <a:spcPts val="0"/>
              </a:spcAft>
              <a:buClr>
                <a:schemeClr val="dk1"/>
              </a:buClr>
              <a:buSzPct val="100000"/>
              <a:buNone/>
            </a:pPr>
            <a:r>
              <a:rPr lang="es-MX"/>
              <a:t>                    int 21h         ; Espera hasta recibir un carácter </a:t>
            </a:r>
            <a:endParaRPr/>
          </a:p>
          <a:p>
            <a:pPr indent="0" lvl="0" marL="0" rtl="0" algn="l">
              <a:lnSpc>
                <a:spcPct val="100000"/>
              </a:lnSpc>
              <a:spcBef>
                <a:spcPts val="160"/>
              </a:spcBef>
              <a:spcAft>
                <a:spcPts val="0"/>
              </a:spcAft>
              <a:buClr>
                <a:schemeClr val="dk1"/>
              </a:buClr>
              <a:buSzPct val="100000"/>
              <a:buNone/>
            </a:pPr>
            <a:r>
              <a:rPr lang="es-MX"/>
              <a:t>                                    ; proveniente del teclado</a:t>
            </a:r>
            <a:endParaRPr/>
          </a:p>
          <a:p>
            <a:pPr indent="0" lvl="0" marL="0" rtl="0" algn="l">
              <a:lnSpc>
                <a:spcPct val="100000"/>
              </a:lnSpc>
              <a:spcBef>
                <a:spcPts val="160"/>
              </a:spcBef>
              <a:spcAft>
                <a:spcPts val="0"/>
              </a:spcAft>
              <a:buClr>
                <a:schemeClr val="dk1"/>
              </a:buClr>
              <a:buSzPct val="100000"/>
              <a:buNone/>
            </a:pPr>
            <a:r>
              <a:rPr lang="es-MX"/>
              <a:t>                    cmp al, 27      ; esc?</a:t>
            </a:r>
            <a:endParaRPr/>
          </a:p>
          <a:p>
            <a:pPr indent="0" lvl="0" marL="0" rtl="0" algn="l">
              <a:lnSpc>
                <a:spcPct val="100000"/>
              </a:lnSpc>
              <a:spcBef>
                <a:spcPts val="160"/>
              </a:spcBef>
              <a:spcAft>
                <a:spcPts val="0"/>
              </a:spcAft>
              <a:buClr>
                <a:schemeClr val="dk1"/>
              </a:buClr>
              <a:buSzPct val="100000"/>
              <a:buNone/>
            </a:pPr>
            <a:r>
              <a:rPr lang="es-MX"/>
              <a:t>                    jne check_mouse_button</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rPr lang="es-MX"/>
              <a:t>stop:</a:t>
            </a:r>
            <a:endParaRPr/>
          </a:p>
          <a:p>
            <a:pPr indent="0" lvl="0" marL="0" rtl="0" algn="l">
              <a:lnSpc>
                <a:spcPct val="100000"/>
              </a:lnSpc>
              <a:spcBef>
                <a:spcPts val="160"/>
              </a:spcBef>
              <a:spcAft>
                <a:spcPts val="0"/>
              </a:spcAft>
              <a:buClr>
                <a:schemeClr val="dk1"/>
              </a:buClr>
              <a:buSzPct val="100000"/>
              <a:buNone/>
            </a:pPr>
            <a:r>
              <a:rPr lang="es-MX"/>
              <a:t>                    mov ax, 3       ; back to text mode: 80x25 </a:t>
            </a:r>
            <a:endParaRPr/>
          </a:p>
          <a:p>
            <a:pPr indent="0" lvl="0" marL="0" rtl="0" algn="l">
              <a:lnSpc>
                <a:spcPct val="100000"/>
              </a:lnSpc>
              <a:spcBef>
                <a:spcPts val="160"/>
              </a:spcBef>
              <a:spcAft>
                <a:spcPts val="0"/>
              </a:spcAft>
              <a:buClr>
                <a:schemeClr val="dk1"/>
              </a:buClr>
              <a:buSzPct val="100000"/>
              <a:buNone/>
            </a:pPr>
            <a:r>
              <a:rPr lang="es-MX"/>
              <a:t>                                    ; AL= 3-80 x 25 caracteres color,</a:t>
            </a:r>
            <a:endParaRPr/>
          </a:p>
          <a:p>
            <a:pPr indent="0" lvl="0" marL="0" rtl="0" algn="l">
              <a:lnSpc>
                <a:spcPct val="100000"/>
              </a:lnSpc>
              <a:spcBef>
                <a:spcPts val="160"/>
              </a:spcBef>
              <a:spcAft>
                <a:spcPts val="0"/>
              </a:spcAft>
              <a:buClr>
                <a:schemeClr val="dk1"/>
              </a:buClr>
              <a:buSzPct val="100000"/>
              <a:buNone/>
            </a:pPr>
            <a:r>
              <a:rPr lang="es-MX"/>
              <a:t>                    int 10h</a:t>
            </a:r>
            <a:endParaRPr/>
          </a:p>
          <a:p>
            <a:pPr indent="0" lvl="0" marL="0" rtl="0" algn="l">
              <a:lnSpc>
                <a:spcPct val="100000"/>
              </a:lnSpc>
              <a:spcBef>
                <a:spcPts val="160"/>
              </a:spcBef>
              <a:spcAft>
                <a:spcPts val="0"/>
              </a:spcAft>
              <a:buClr>
                <a:schemeClr val="dk1"/>
              </a:buClr>
              <a:buSzPct val="100000"/>
              <a:buNone/>
            </a:pPr>
            <a:r>
              <a:rPr lang="es-MX"/>
              <a:t>                                    ; mostrar el cursor de texto parpadeante</a:t>
            </a:r>
            <a:endParaRPr/>
          </a:p>
          <a:p>
            <a:pPr indent="0" lvl="0" marL="0" rtl="0" algn="l">
              <a:lnSpc>
                <a:spcPct val="100000"/>
              </a:lnSpc>
              <a:spcBef>
                <a:spcPts val="160"/>
              </a:spcBef>
              <a:spcAft>
                <a:spcPts val="0"/>
              </a:spcAft>
              <a:buClr>
                <a:schemeClr val="dk1"/>
              </a:buClr>
              <a:buSzPct val="100000"/>
              <a:buNone/>
            </a:pPr>
            <a:r>
              <a:rPr lang="es-MX"/>
              <a:t>                                    ; en forma de cuadro--&gt;</a:t>
            </a:r>
            <a:endParaRPr/>
          </a:p>
          <a:p>
            <a:pPr indent="0" lvl="0" marL="0" rtl="0" algn="l">
              <a:lnSpc>
                <a:spcPct val="100000"/>
              </a:lnSpc>
              <a:spcBef>
                <a:spcPts val="160"/>
              </a:spcBef>
              <a:spcAft>
                <a:spcPts val="0"/>
              </a:spcAft>
              <a:buClr>
                <a:schemeClr val="dk1"/>
              </a:buClr>
              <a:buSzPct val="100000"/>
              <a:buNone/>
            </a:pPr>
            <a:r>
              <a:rPr lang="es-MX"/>
              <a:t>                    mov ah, 1       ; Seleccion de tipo de cursor </a:t>
            </a:r>
            <a:endParaRPr/>
          </a:p>
          <a:p>
            <a:pPr indent="0" lvl="0" marL="0" rtl="0" algn="l">
              <a:lnSpc>
                <a:spcPct val="100000"/>
              </a:lnSpc>
              <a:spcBef>
                <a:spcPts val="160"/>
              </a:spcBef>
              <a:spcAft>
                <a:spcPts val="0"/>
              </a:spcAft>
              <a:buClr>
                <a:schemeClr val="dk1"/>
              </a:buClr>
              <a:buSzPct val="100000"/>
              <a:buNone/>
            </a:pPr>
            <a:r>
              <a:rPr lang="es-MX"/>
              <a:t>                                    ; Esta opcion utiliza los registros CH y CL. </a:t>
            </a:r>
            <a:endParaRPr/>
          </a:p>
          <a:p>
            <a:pPr indent="0" lvl="0" marL="0" rtl="0" algn="l">
              <a:lnSpc>
                <a:spcPct val="100000"/>
              </a:lnSpc>
              <a:spcBef>
                <a:spcPts val="160"/>
              </a:spcBef>
              <a:spcAft>
                <a:spcPts val="0"/>
              </a:spcAft>
              <a:buClr>
                <a:schemeClr val="dk1"/>
              </a:buClr>
              <a:buSzPct val="100000"/>
              <a:buNone/>
            </a:pPr>
            <a:r>
              <a:rPr lang="es-MX"/>
              <a:t>                                    ; Los bits 4 a 0 de CH indican la linea donde</a:t>
            </a:r>
            <a:endParaRPr/>
          </a:p>
          <a:p>
            <a:pPr indent="0" lvl="0" marL="0" rtl="0" algn="l">
              <a:lnSpc>
                <a:spcPct val="100000"/>
              </a:lnSpc>
              <a:spcBef>
                <a:spcPts val="160"/>
              </a:spcBef>
              <a:spcAft>
                <a:spcPts val="0"/>
              </a:spcAft>
              <a:buClr>
                <a:schemeClr val="dk1"/>
              </a:buClr>
              <a:buSzPct val="100000"/>
              <a:buNone/>
            </a:pPr>
            <a:r>
              <a:rPr lang="es-MX"/>
              <a:t>                                    ; comienzan el cursos mientras que </a:t>
            </a:r>
            <a:endParaRPr/>
          </a:p>
          <a:p>
            <a:pPr indent="0" lvl="0" marL="0" rtl="0" algn="l">
              <a:lnSpc>
                <a:spcPct val="100000"/>
              </a:lnSpc>
              <a:spcBef>
                <a:spcPts val="160"/>
              </a:spcBef>
              <a:spcAft>
                <a:spcPts val="0"/>
              </a:spcAft>
              <a:buClr>
                <a:schemeClr val="dk1"/>
              </a:buClr>
              <a:buSzPct val="100000"/>
              <a:buNone/>
            </a:pPr>
            <a:r>
              <a:rPr lang="es-MX"/>
              <a:t>                                    ; los bits 4 a 0 de CL senalan donde termina. </a:t>
            </a:r>
            <a:endParaRPr/>
          </a:p>
          <a:p>
            <a:pPr indent="0" lvl="0" marL="0" rtl="0" algn="l">
              <a:lnSpc>
                <a:spcPct val="100000"/>
              </a:lnSpc>
              <a:spcBef>
                <a:spcPts val="160"/>
              </a:spcBef>
              <a:spcAft>
                <a:spcPts val="0"/>
              </a:spcAft>
              <a:buClr>
                <a:schemeClr val="dk1"/>
              </a:buClr>
              <a:buSzPct val="100000"/>
              <a:buNone/>
            </a:pPr>
            <a:r>
              <a:rPr lang="es-MX"/>
              <a:t>                                    ; Los demás bits deben ponerse en cero </a:t>
            </a:r>
            <a:endParaRPr/>
          </a:p>
          <a:p>
            <a:pPr indent="0" lvl="0" marL="0" rtl="0" algn="l">
              <a:lnSpc>
                <a:spcPct val="100000"/>
              </a:lnSpc>
              <a:spcBef>
                <a:spcPts val="160"/>
              </a:spcBef>
              <a:spcAft>
                <a:spcPts val="0"/>
              </a:spcAft>
              <a:buClr>
                <a:schemeClr val="dk1"/>
              </a:buClr>
              <a:buSzPct val="100000"/>
              <a:buNone/>
            </a:pPr>
            <a:r>
              <a:rPr lang="es-MX"/>
              <a:t>                                    ; con el fin de evitar comportamientos erraticos.</a:t>
            </a:r>
            <a:endParaRPr/>
          </a:p>
          <a:p>
            <a:pPr indent="0" lvl="0" marL="0" rtl="0" algn="l">
              <a:lnSpc>
                <a:spcPct val="100000"/>
              </a:lnSpc>
              <a:spcBef>
                <a:spcPts val="160"/>
              </a:spcBef>
              <a:spcAft>
                <a:spcPts val="0"/>
              </a:spcAft>
              <a:buClr>
                <a:schemeClr val="dk1"/>
              </a:buClr>
              <a:buSzPct val="100000"/>
              <a:buNone/>
            </a:pPr>
            <a:r>
              <a:rPr lang="es-MX"/>
              <a:t>                    mov ch, 0</a:t>
            </a:r>
            <a:endParaRPr/>
          </a:p>
          <a:p>
            <a:pPr indent="0" lvl="0" marL="0" rtl="0" algn="l">
              <a:lnSpc>
                <a:spcPct val="100000"/>
              </a:lnSpc>
              <a:spcBef>
                <a:spcPts val="160"/>
              </a:spcBef>
              <a:spcAft>
                <a:spcPts val="0"/>
              </a:spcAft>
              <a:buClr>
                <a:schemeClr val="dk1"/>
              </a:buClr>
              <a:buSzPct val="100000"/>
              <a:buNone/>
            </a:pPr>
            <a:r>
              <a:rPr lang="es-MX"/>
              <a:t>                    mov cl, 8</a:t>
            </a:r>
            <a:endParaRPr/>
          </a:p>
          <a:p>
            <a:pPr indent="0" lvl="0" marL="0" rtl="0" algn="l">
              <a:lnSpc>
                <a:spcPct val="100000"/>
              </a:lnSpc>
              <a:spcBef>
                <a:spcPts val="160"/>
              </a:spcBef>
              <a:spcAft>
                <a:spcPts val="0"/>
              </a:spcAft>
              <a:buClr>
                <a:schemeClr val="dk1"/>
              </a:buClr>
              <a:buSzPct val="100000"/>
              <a:buNone/>
            </a:pPr>
            <a:r>
              <a:rPr lang="es-MX"/>
              <a:t>                    int 10h     </a:t>
            </a:r>
            <a:endParaRPr/>
          </a:p>
          <a:p>
            <a:pPr indent="0" lvl="0" marL="0" rtl="0" algn="l">
              <a:lnSpc>
                <a:spcPct val="100000"/>
              </a:lnSpc>
              <a:spcBef>
                <a:spcPts val="160"/>
              </a:spcBef>
              <a:spcAft>
                <a:spcPts val="0"/>
              </a:spcAft>
              <a:buClr>
                <a:schemeClr val="dk1"/>
              </a:buClr>
              <a:buSzPct val="100000"/>
              <a:buNone/>
            </a:pPr>
            <a:r>
              <a:rPr lang="es-MX"/>
              <a:t>                    </a:t>
            </a:r>
            <a:endParaRPr/>
          </a:p>
          <a:p>
            <a:pPr indent="0" lvl="0" marL="0" rtl="0" algn="l">
              <a:lnSpc>
                <a:spcPct val="100000"/>
              </a:lnSpc>
              <a:spcBef>
                <a:spcPts val="160"/>
              </a:spcBef>
              <a:spcAft>
                <a:spcPts val="0"/>
              </a:spcAft>
              <a:buClr>
                <a:schemeClr val="dk1"/>
              </a:buClr>
              <a:buSzPct val="100000"/>
              <a:buNone/>
            </a:pPr>
            <a:r>
              <a:rPr lang="es-MX"/>
              <a:t>                    mov dx, offset msg</a:t>
            </a:r>
            <a:endParaRPr/>
          </a:p>
          <a:p>
            <a:pPr indent="0" lvl="0" marL="0" rtl="0" algn="l">
              <a:lnSpc>
                <a:spcPct val="100000"/>
              </a:lnSpc>
              <a:spcBef>
                <a:spcPts val="160"/>
              </a:spcBef>
              <a:spcAft>
                <a:spcPts val="0"/>
              </a:spcAft>
              <a:buClr>
                <a:schemeClr val="dk1"/>
              </a:buClr>
              <a:buSzPct val="100000"/>
              <a:buNone/>
            </a:pPr>
            <a:r>
              <a:rPr lang="es-MX"/>
              <a:t>                    mov ah, 9</a:t>
            </a:r>
            <a:endParaRPr/>
          </a:p>
          <a:p>
            <a:pPr indent="0" lvl="0" marL="0" rtl="0" algn="l">
              <a:lnSpc>
                <a:spcPct val="100000"/>
              </a:lnSpc>
              <a:spcBef>
                <a:spcPts val="160"/>
              </a:spcBef>
              <a:spcAft>
                <a:spcPts val="0"/>
              </a:spcAft>
              <a:buClr>
                <a:schemeClr val="dk1"/>
              </a:buClr>
              <a:buSzPct val="100000"/>
              <a:buNone/>
            </a:pPr>
            <a:r>
              <a:rPr lang="es-MX"/>
              <a:t>                    int 21h</a:t>
            </a:r>
            <a:endParaRPr/>
          </a:p>
          <a:p>
            <a:pPr indent="0" lvl="0" marL="0" rtl="0" algn="l">
              <a:lnSpc>
                <a:spcPct val="100000"/>
              </a:lnSpc>
              <a:spcBef>
                <a:spcPts val="160"/>
              </a:spcBef>
              <a:spcAft>
                <a:spcPts val="0"/>
              </a:spcAft>
              <a:buClr>
                <a:schemeClr val="dk1"/>
              </a:buClr>
              <a:buSzPct val="100000"/>
              <a:buNone/>
            </a:pPr>
            <a:r>
              <a:rPr lang="es-MX"/>
              <a:t>                    mov ah, 0</a:t>
            </a:r>
            <a:endParaRPr/>
          </a:p>
          <a:p>
            <a:pPr indent="0" lvl="0" marL="0" rtl="0" algn="l">
              <a:lnSpc>
                <a:spcPct val="100000"/>
              </a:lnSpc>
              <a:spcBef>
                <a:spcPts val="160"/>
              </a:spcBef>
              <a:spcAft>
                <a:spcPts val="0"/>
              </a:spcAft>
              <a:buClr>
                <a:schemeClr val="dk1"/>
              </a:buClr>
              <a:buSzPct val="100000"/>
              <a:buNone/>
            </a:pPr>
            <a:r>
              <a:rPr lang="es-MX"/>
              <a:t>                    int 16h</a:t>
            </a:r>
            <a:endParaRPr/>
          </a:p>
          <a:p>
            <a:pPr indent="0" lvl="0" marL="0" rtl="0" algn="l">
              <a:lnSpc>
                <a:spcPct val="100000"/>
              </a:lnSpc>
              <a:spcBef>
                <a:spcPts val="160"/>
              </a:spcBef>
              <a:spcAft>
                <a:spcPts val="0"/>
              </a:spcAft>
              <a:buClr>
                <a:schemeClr val="dk1"/>
              </a:buClr>
              <a:buSzPct val="100000"/>
              <a:buNone/>
            </a:pPr>
            <a:r>
              <a:rPr lang="es-MX"/>
              <a:t>                    ret</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t/>
            </a:r>
            <a:endParaRPr/>
          </a:p>
        </p:txBody>
      </p:sp>
      <p:sp>
        <p:nvSpPr>
          <p:cNvPr id="1945" name="Google Shape;1945;p2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46" name="Google Shape;1946;p2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0" name="Shape 1950"/>
        <p:cNvGrpSpPr/>
        <p:nvPr/>
      </p:nvGrpSpPr>
      <p:grpSpPr>
        <a:xfrm>
          <a:off x="0" y="0"/>
          <a:ext cx="0" cy="0"/>
          <a:chOff x="0" y="0"/>
          <a:chExt cx="0" cy="0"/>
        </a:xfrm>
      </p:grpSpPr>
      <p:sp>
        <p:nvSpPr>
          <p:cNvPr id="1951" name="Google Shape;1951;p2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Bibliografía</a:t>
            </a:r>
            <a:endParaRPr/>
          </a:p>
        </p:txBody>
      </p:sp>
      <p:sp>
        <p:nvSpPr>
          <p:cNvPr id="1952" name="Google Shape;1952;p2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u="sng">
                <a:solidFill>
                  <a:schemeClr val="hlink"/>
                </a:solidFill>
                <a:hlinkClick r:id="rId3"/>
              </a:rPr>
              <a:t>http://mimosa.pntic.mec.es/~flarrosa/raton.pdf</a:t>
            </a:r>
            <a:endParaRPr/>
          </a:p>
          <a:p>
            <a:pPr indent="-342900" lvl="0" marL="342900" rtl="0" algn="l">
              <a:lnSpc>
                <a:spcPct val="100000"/>
              </a:lnSpc>
              <a:spcBef>
                <a:spcPts val="640"/>
              </a:spcBef>
              <a:spcAft>
                <a:spcPts val="0"/>
              </a:spcAft>
              <a:buClr>
                <a:schemeClr val="dk1"/>
              </a:buClr>
              <a:buSzPts val="3200"/>
              <a:buChar char="•"/>
            </a:pPr>
            <a:r>
              <a:rPr lang="es-MX" u="sng">
                <a:solidFill>
                  <a:schemeClr val="hlink"/>
                </a:solidFill>
                <a:hlinkClick r:id="rId4"/>
              </a:rPr>
              <a:t>http://abreojosensamblador.epizy.com/?Tarea=1&amp;SubTarea=15</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1953" name="Google Shape;1953;p2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54" name="Google Shape;1954;p2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8" name="Shape 1958"/>
        <p:cNvGrpSpPr/>
        <p:nvPr/>
      </p:nvGrpSpPr>
      <p:grpSpPr>
        <a:xfrm>
          <a:off x="0" y="0"/>
          <a:ext cx="0" cy="0"/>
          <a:chOff x="0" y="0"/>
          <a:chExt cx="0" cy="0"/>
        </a:xfrm>
      </p:grpSpPr>
      <p:sp>
        <p:nvSpPr>
          <p:cNvPr id="1959" name="Google Shape;1959;p2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960" name="Google Shape;1960;p2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 org 100h  </a:t>
            </a:r>
            <a:endParaRPr/>
          </a:p>
          <a:p>
            <a:pPr indent="0" lvl="0" marL="0" rtl="0" algn="l">
              <a:lnSpc>
                <a:spcPct val="100000"/>
              </a:lnSpc>
              <a:spcBef>
                <a:spcPts val="448"/>
              </a:spcBef>
              <a:spcAft>
                <a:spcPts val="0"/>
              </a:spcAft>
              <a:buClr>
                <a:schemeClr val="dk1"/>
              </a:buClr>
              <a:buSzPct val="100000"/>
              <a:buNone/>
            </a:pPr>
            <a:r>
              <a:rPr lang="es-MX"/>
              <a:t>        jmp inicio</a:t>
            </a:r>
            <a:endParaRPr/>
          </a:p>
          <a:p>
            <a:pPr indent="0" lvl="0" marL="0" rtl="0" algn="l">
              <a:lnSpc>
                <a:spcPct val="100000"/>
              </a:lnSpc>
              <a:spcBef>
                <a:spcPts val="448"/>
              </a:spcBef>
              <a:spcAft>
                <a:spcPts val="0"/>
              </a:spcAft>
              <a:buClr>
                <a:schemeClr val="dk1"/>
              </a:buClr>
              <a:buSzPct val="100000"/>
              <a:buNone/>
            </a:pPr>
            <a:r>
              <a:rPr lang="es-MX"/>
              <a:t>inicio: mov ax, 00h     ; activa el raton</a:t>
            </a:r>
            <a:endParaRPr/>
          </a:p>
          <a:p>
            <a:pPr indent="0" lvl="0" marL="0" rtl="0" algn="l">
              <a:lnSpc>
                <a:spcPct val="100000"/>
              </a:lnSpc>
              <a:spcBef>
                <a:spcPts val="448"/>
              </a:spcBef>
              <a:spcAft>
                <a:spcPts val="0"/>
              </a:spcAft>
              <a:buClr>
                <a:schemeClr val="dk1"/>
              </a:buClr>
              <a:buSzPct val="100000"/>
              <a:buNone/>
            </a:pPr>
            <a:r>
              <a:rPr lang="es-MX"/>
              <a:t>        int 33h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ax, 01h     ; ver el cursor</a:t>
            </a:r>
            <a:endParaRPr/>
          </a:p>
          <a:p>
            <a:pPr indent="0" lvl="0" marL="0" rtl="0" algn="l">
              <a:lnSpc>
                <a:spcPct val="100000"/>
              </a:lnSpc>
              <a:spcBef>
                <a:spcPts val="448"/>
              </a:spcBef>
              <a:spcAft>
                <a:spcPts val="0"/>
              </a:spcAft>
              <a:buClr>
                <a:schemeClr val="dk1"/>
              </a:buClr>
              <a:buSzPct val="100000"/>
              <a:buNone/>
            </a:pPr>
            <a:r>
              <a:rPr lang="es-MX"/>
              <a:t>        int 33h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ax, 02h     ; se oculta el cursor</a:t>
            </a:r>
            <a:endParaRPr/>
          </a:p>
          <a:p>
            <a:pPr indent="0" lvl="0" marL="0" rtl="0" algn="l">
              <a:lnSpc>
                <a:spcPct val="100000"/>
              </a:lnSpc>
              <a:spcBef>
                <a:spcPts val="448"/>
              </a:spcBef>
              <a:spcAft>
                <a:spcPts val="0"/>
              </a:spcAft>
              <a:buClr>
                <a:schemeClr val="dk1"/>
              </a:buClr>
              <a:buSzPct val="100000"/>
              <a:buNone/>
            </a:pPr>
            <a:r>
              <a:rPr lang="es-MX"/>
              <a:t>        int 33h</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ret</a:t>
            </a:r>
            <a:endParaRPr/>
          </a:p>
        </p:txBody>
      </p:sp>
      <p:sp>
        <p:nvSpPr>
          <p:cNvPr id="1961" name="Google Shape;1961;p2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62" name="Google Shape;1962;p2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6" name="Shape 1966"/>
        <p:cNvGrpSpPr/>
        <p:nvPr/>
      </p:nvGrpSpPr>
      <p:grpSpPr>
        <a:xfrm>
          <a:off x="0" y="0"/>
          <a:ext cx="0" cy="0"/>
          <a:chOff x="0" y="0"/>
          <a:chExt cx="0" cy="0"/>
        </a:xfrm>
      </p:grpSpPr>
      <p:sp>
        <p:nvSpPr>
          <p:cNvPr id="1967" name="Google Shape;1967;p2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968" name="Google Shape;1968;p25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 org 100h  </a:t>
            </a:r>
            <a:endParaRPr/>
          </a:p>
          <a:p>
            <a:pPr indent="0" lvl="0" marL="0" rtl="0" algn="l">
              <a:lnSpc>
                <a:spcPct val="100000"/>
              </a:lnSpc>
              <a:spcBef>
                <a:spcPts val="544"/>
              </a:spcBef>
              <a:spcAft>
                <a:spcPts val="0"/>
              </a:spcAft>
              <a:buClr>
                <a:schemeClr val="dk1"/>
              </a:buClr>
              <a:buSzPct val="100000"/>
              <a:buNone/>
            </a:pPr>
            <a:r>
              <a:rPr lang="es-MX"/>
              <a:t>        jmp inicio</a:t>
            </a:r>
            <a:endParaRPr/>
          </a:p>
          <a:p>
            <a:pPr indent="0" lvl="0" marL="0" rtl="0" algn="l">
              <a:lnSpc>
                <a:spcPct val="100000"/>
              </a:lnSpc>
              <a:spcBef>
                <a:spcPts val="544"/>
              </a:spcBef>
              <a:spcAft>
                <a:spcPts val="0"/>
              </a:spcAft>
              <a:buClr>
                <a:schemeClr val="dk1"/>
              </a:buClr>
              <a:buSzPct val="100000"/>
              <a:buNone/>
            </a:pPr>
            <a:r>
              <a:rPr lang="es-MX"/>
              <a:t>inicio: mov ax, 00h     ; activa el raton</a:t>
            </a:r>
            <a:endParaRPr/>
          </a:p>
          <a:p>
            <a:pPr indent="0" lvl="0" marL="0" rtl="0" algn="l">
              <a:lnSpc>
                <a:spcPct val="100000"/>
              </a:lnSpc>
              <a:spcBef>
                <a:spcPts val="544"/>
              </a:spcBef>
              <a:spcAft>
                <a:spcPts val="0"/>
              </a:spcAft>
              <a:buClr>
                <a:schemeClr val="dk1"/>
              </a:buClr>
              <a:buSzPct val="100000"/>
              <a:buNone/>
            </a:pPr>
            <a:r>
              <a:rPr lang="es-MX"/>
              <a:t>        int 33h </a:t>
            </a:r>
            <a:endParaRPr/>
          </a:p>
          <a:p>
            <a:pPr indent="0" lvl="0" marL="0" rtl="0" algn="l">
              <a:lnSpc>
                <a:spcPct val="100000"/>
              </a:lnSpc>
              <a:spcBef>
                <a:spcPts val="544"/>
              </a:spcBef>
              <a:spcAft>
                <a:spcPts val="0"/>
              </a:spcAft>
              <a:buClr>
                <a:schemeClr val="dk1"/>
              </a:buClr>
              <a:buSzPct val="100000"/>
              <a:buNone/>
            </a:pPr>
            <a:r>
              <a:rPr lang="es-MX"/>
              <a:t>        </a:t>
            </a:r>
            <a:endParaRPr/>
          </a:p>
          <a:p>
            <a:pPr indent="0" lvl="0" marL="0" rtl="0" algn="l">
              <a:lnSpc>
                <a:spcPct val="100000"/>
              </a:lnSpc>
              <a:spcBef>
                <a:spcPts val="544"/>
              </a:spcBef>
              <a:spcAft>
                <a:spcPts val="0"/>
              </a:spcAft>
              <a:buClr>
                <a:schemeClr val="dk1"/>
              </a:buClr>
              <a:buSzPct val="100000"/>
              <a:buNone/>
            </a:pPr>
            <a:r>
              <a:rPr lang="es-MX"/>
              <a:t>        mov ax, 01h     ; ver el cursor</a:t>
            </a:r>
            <a:endParaRPr/>
          </a:p>
          <a:p>
            <a:pPr indent="0" lvl="0" marL="0" rtl="0" algn="l">
              <a:lnSpc>
                <a:spcPct val="100000"/>
              </a:lnSpc>
              <a:spcBef>
                <a:spcPts val="544"/>
              </a:spcBef>
              <a:spcAft>
                <a:spcPts val="0"/>
              </a:spcAft>
              <a:buClr>
                <a:schemeClr val="dk1"/>
              </a:buClr>
              <a:buSzPct val="100000"/>
              <a:buNone/>
            </a:pPr>
            <a:r>
              <a:rPr lang="es-MX"/>
              <a:t>        int 33h </a:t>
            </a:r>
            <a:endParaRPr/>
          </a:p>
          <a:p>
            <a:pPr indent="0" lvl="0" marL="0" rtl="0" algn="l">
              <a:lnSpc>
                <a:spcPct val="100000"/>
              </a:lnSpc>
              <a:spcBef>
                <a:spcPts val="544"/>
              </a:spcBef>
              <a:spcAft>
                <a:spcPts val="0"/>
              </a:spcAft>
              <a:buClr>
                <a:schemeClr val="dk1"/>
              </a:buClr>
              <a:buSzPct val="100000"/>
              <a:buNone/>
            </a:pPr>
            <a:r>
              <a:rPr lang="es-MX"/>
              <a:t>        </a:t>
            </a:r>
            <a:endParaRPr/>
          </a:p>
          <a:p>
            <a:pPr indent="0" lvl="0" marL="0" rtl="0" algn="l">
              <a:lnSpc>
                <a:spcPct val="100000"/>
              </a:lnSpc>
              <a:spcBef>
                <a:spcPts val="544"/>
              </a:spcBef>
              <a:spcAft>
                <a:spcPts val="0"/>
              </a:spcAft>
              <a:buClr>
                <a:schemeClr val="dk1"/>
              </a:buClr>
              <a:buSzPct val="100000"/>
              <a:buNone/>
            </a:pPr>
            <a:r>
              <a:rPr lang="es-MX"/>
              <a:t>        jmp inicio</a:t>
            </a:r>
            <a:endParaRPr/>
          </a:p>
          <a:p>
            <a:pPr indent="0" lvl="0" marL="0" rtl="0" algn="l">
              <a:lnSpc>
                <a:spcPct val="100000"/>
              </a:lnSpc>
              <a:spcBef>
                <a:spcPts val="544"/>
              </a:spcBef>
              <a:spcAft>
                <a:spcPts val="0"/>
              </a:spcAft>
              <a:buClr>
                <a:schemeClr val="dk1"/>
              </a:buClr>
              <a:buSzPct val="100000"/>
              <a:buNone/>
            </a:pPr>
            <a:r>
              <a:rPr lang="es-MX"/>
              <a:t>        ret</a:t>
            </a:r>
            <a:endParaRPr/>
          </a:p>
        </p:txBody>
      </p:sp>
      <p:sp>
        <p:nvSpPr>
          <p:cNvPr id="1969" name="Google Shape;1969;p2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70" name="Google Shape;1970;p2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4" name="Shape 1974"/>
        <p:cNvGrpSpPr/>
        <p:nvPr/>
      </p:nvGrpSpPr>
      <p:grpSpPr>
        <a:xfrm>
          <a:off x="0" y="0"/>
          <a:ext cx="0" cy="0"/>
          <a:chOff x="0" y="0"/>
          <a:chExt cx="0" cy="0"/>
        </a:xfrm>
      </p:grpSpPr>
      <p:sp>
        <p:nvSpPr>
          <p:cNvPr id="1975" name="Google Shape;1975;p2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Calibri"/>
              <a:buNone/>
            </a:pPr>
            <a:r>
              <a:rPr lang="es-MX"/>
              <a:t>Obtiene el estado del botón y la posición del puntero del mouse</a:t>
            </a:r>
            <a:endParaRPr/>
          </a:p>
        </p:txBody>
      </p:sp>
      <p:sp>
        <p:nvSpPr>
          <p:cNvPr id="1976" name="Google Shape;1976;p2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Servicio utilizado Ax=03h, retorna información útil para el manejo del mouse.</a:t>
            </a:r>
            <a:endParaRPr/>
          </a:p>
          <a:p>
            <a:pPr indent="-139700" lvl="0" marL="342900" rtl="0" algn="just">
              <a:lnSpc>
                <a:spcPct val="100000"/>
              </a:lnSpc>
              <a:spcBef>
                <a:spcPts val="640"/>
              </a:spcBef>
              <a:spcAft>
                <a:spcPts val="0"/>
              </a:spcAft>
              <a:buClr>
                <a:schemeClr val="dk1"/>
              </a:buClr>
              <a:buSzPts val="3200"/>
              <a:buNone/>
            </a:pPr>
            <a:r>
              <a:t/>
            </a:r>
            <a:endParaRPr/>
          </a:p>
          <a:p>
            <a:pPr indent="-342900" lvl="0" marL="342900" rtl="0" algn="just">
              <a:lnSpc>
                <a:spcPct val="100000"/>
              </a:lnSpc>
              <a:spcBef>
                <a:spcPts val="640"/>
              </a:spcBef>
              <a:spcAft>
                <a:spcPts val="0"/>
              </a:spcAft>
              <a:buClr>
                <a:schemeClr val="dk1"/>
              </a:buClr>
              <a:buSzPts val="3200"/>
              <a:buChar char="•"/>
            </a:pPr>
            <a:r>
              <a:rPr lang="es-MX"/>
              <a:t>Nota: Las coordenadas son expresadas en términos de píxeles, aun en modo texto (8 x byte para modo video 03)</a:t>
            </a:r>
            <a:endParaRPr/>
          </a:p>
          <a:p>
            <a:pPr indent="-139700" lvl="0" marL="342900" rtl="0" algn="just">
              <a:lnSpc>
                <a:spcPct val="100000"/>
              </a:lnSpc>
              <a:spcBef>
                <a:spcPts val="64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1977" name="Google Shape;1977;p2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78" name="Google Shape;1978;p2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2" name="Shape 1982"/>
        <p:cNvGrpSpPr/>
        <p:nvPr/>
      </p:nvGrpSpPr>
      <p:grpSpPr>
        <a:xfrm>
          <a:off x="0" y="0"/>
          <a:ext cx="0" cy="0"/>
          <a:chOff x="0" y="0"/>
          <a:chExt cx="0" cy="0"/>
        </a:xfrm>
      </p:grpSpPr>
      <p:sp>
        <p:nvSpPr>
          <p:cNvPr id="1983" name="Google Shape;1983;p2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graphicFrame>
        <p:nvGraphicFramePr>
          <p:cNvPr id="1984" name="Google Shape;1984;p255"/>
          <p:cNvGraphicFramePr/>
          <p:nvPr/>
        </p:nvGraphicFramePr>
        <p:xfrm>
          <a:off x="457200" y="1600200"/>
          <a:ext cx="3000000" cy="3000000"/>
        </p:xfrm>
        <a:graphic>
          <a:graphicData uri="http://schemas.openxmlformats.org/drawingml/2006/table">
            <a:tbl>
              <a:tblPr bandRow="1" firstRow="1">
                <a:noFill/>
                <a:tableStyleId>{7BCB561C-A8D9-4940-A105-9EE0E4D35472}</a:tableStyleId>
              </a:tblPr>
              <a:tblGrid>
                <a:gridCol w="1090475"/>
                <a:gridCol w="936100"/>
                <a:gridCol w="62030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lt1"/>
                          </a:solidFill>
                          <a:latin typeface="Calibri"/>
                          <a:ea typeface="Calibri"/>
                          <a:cs typeface="Calibri"/>
                          <a:sym typeface="Calibri"/>
                        </a:rPr>
                        <a:t>Registro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MX" sz="1800" u="none" cap="none" strike="noStrike"/>
                        <a:t>Valor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lt1"/>
                          </a:solidFill>
                          <a:latin typeface="Calibri"/>
                          <a:ea typeface="Calibri"/>
                          <a:cs typeface="Calibri"/>
                          <a:sym typeface="Calibri"/>
                        </a:rPr>
                        <a:t>Retorna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MX" sz="1800" u="none" cap="none" strike="noStrike"/>
                        <a:t>AX</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MX" sz="1800" u="none" cap="none" strike="noStrike"/>
                        <a:t>03h</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BX</a:t>
                      </a:r>
                      <a:endParaRPr sz="1400" u="none" cap="none" strike="noStrike"/>
                    </a:p>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Calibri"/>
                          <a:ea typeface="Calibri"/>
                          <a:cs typeface="Calibri"/>
                          <a:sym typeface="Calibri"/>
                        </a:rPr>
                        <a:t>Estado de los botones de acuerdo a la posición del bit, como sigue: </a:t>
                      </a:r>
                      <a:endParaRPr sz="1400" u="none" cap="none" strike="noStrike"/>
                    </a:p>
                    <a:p>
                      <a:pPr indent="-285750" lvl="1" marL="7429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Calibri"/>
                          <a:ea typeface="Calibri"/>
                          <a:cs typeface="Calibri"/>
                          <a:sym typeface="Calibri"/>
                        </a:rPr>
                        <a:t>Bit 0: botón izquierdo, donde 0= arriba, 1= abajo </a:t>
                      </a:r>
                      <a:endParaRPr sz="1400" u="none" cap="none" strike="noStrike"/>
                    </a:p>
                    <a:p>
                      <a:pPr indent="-285750" lvl="1" marL="7429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Calibri"/>
                          <a:ea typeface="Calibri"/>
                          <a:cs typeface="Calibri"/>
                          <a:sym typeface="Calibri"/>
                        </a:rPr>
                        <a:t>Bit 1: botón derecho, donde 0= arriba, 1= abajo </a:t>
                      </a:r>
                      <a:endParaRPr sz="1400" u="none" cap="none" strike="noStrike"/>
                    </a:p>
                    <a:p>
                      <a:pPr indent="-285750" lvl="1" marL="7429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Calibri"/>
                          <a:ea typeface="Calibri"/>
                          <a:cs typeface="Calibri"/>
                          <a:sym typeface="Calibri"/>
                        </a:rPr>
                        <a:t>Bit 2: botón central, donde 0= arriba, 1= abajo </a:t>
                      </a:r>
                      <a:endParaRPr sz="1400" u="none" cap="none" strike="noStrike"/>
                    </a:p>
                    <a:p>
                      <a:pPr indent="-285750" lvl="1" marL="7429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Calibri"/>
                          <a:ea typeface="Calibri"/>
                          <a:cs typeface="Calibri"/>
                          <a:sym typeface="Calibri"/>
                        </a:rPr>
                        <a:t>Bits 3-15: reservados</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CX: Coordenada horizontal: x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DX: Coordenada vertical: y</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1" marL="4572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txBody>
                  <a:tcPr marT="45725" marB="45725" marR="91450" marL="91450"/>
                </a:tc>
              </a:tr>
            </a:tbl>
          </a:graphicData>
        </a:graphic>
      </p:graphicFrame>
      <p:sp>
        <p:nvSpPr>
          <p:cNvPr id="1985" name="Google Shape;1985;p2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86" name="Google Shape;1986;p2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0" name="Shape 1990"/>
        <p:cNvGrpSpPr/>
        <p:nvPr/>
      </p:nvGrpSpPr>
      <p:grpSpPr>
        <a:xfrm>
          <a:off x="0" y="0"/>
          <a:ext cx="0" cy="0"/>
          <a:chOff x="0" y="0"/>
          <a:chExt cx="0" cy="0"/>
        </a:xfrm>
      </p:grpSpPr>
      <p:sp>
        <p:nvSpPr>
          <p:cNvPr id="1991" name="Google Shape;1991;p2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992" name="Google Shape;1992;p2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org 100h  </a:t>
            </a:r>
            <a:endParaRPr/>
          </a:p>
          <a:p>
            <a:pPr indent="0" lvl="0" marL="0" rtl="0" algn="l">
              <a:lnSpc>
                <a:spcPct val="100000"/>
              </a:lnSpc>
              <a:spcBef>
                <a:spcPts val="304"/>
              </a:spcBef>
              <a:spcAft>
                <a:spcPts val="0"/>
              </a:spcAft>
              <a:buClr>
                <a:schemeClr val="dk1"/>
              </a:buClr>
              <a:buSzPct val="100000"/>
              <a:buNone/>
            </a:pPr>
            <a:r>
              <a:rPr lang="es-MX"/>
              <a:t>        jmp inicio</a:t>
            </a:r>
            <a:endParaRPr/>
          </a:p>
          <a:p>
            <a:pPr indent="0" lvl="0" marL="0" rtl="0" algn="l">
              <a:lnSpc>
                <a:spcPct val="100000"/>
              </a:lnSpc>
              <a:spcBef>
                <a:spcPts val="304"/>
              </a:spcBef>
              <a:spcAft>
                <a:spcPts val="0"/>
              </a:spcAft>
              <a:buClr>
                <a:schemeClr val="dk1"/>
              </a:buClr>
              <a:buSzPct val="100000"/>
              <a:buNone/>
            </a:pPr>
            <a:r>
              <a:rPr lang="es-MX"/>
              <a:t>inicio: mov ax,0013h</a:t>
            </a:r>
            <a:endParaRPr/>
          </a:p>
          <a:p>
            <a:pPr indent="0" lvl="0" marL="0" rtl="0" algn="l">
              <a:lnSpc>
                <a:spcPct val="100000"/>
              </a:lnSpc>
              <a:spcBef>
                <a:spcPts val="304"/>
              </a:spcBef>
              <a:spcAft>
                <a:spcPts val="0"/>
              </a:spcAft>
              <a:buClr>
                <a:schemeClr val="dk1"/>
              </a:buClr>
              <a:buSzPct val="100000"/>
              <a:buNone/>
            </a:pPr>
            <a:r>
              <a:rPr lang="es-MX"/>
              <a:t>        int 10h</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        mov ax, 00h     ; activa el raton</a:t>
            </a:r>
            <a:endParaRPr/>
          </a:p>
          <a:p>
            <a:pPr indent="0" lvl="0" marL="0" rtl="0" algn="l">
              <a:lnSpc>
                <a:spcPct val="100000"/>
              </a:lnSpc>
              <a:spcBef>
                <a:spcPts val="304"/>
              </a:spcBef>
              <a:spcAft>
                <a:spcPts val="0"/>
              </a:spcAft>
              <a:buClr>
                <a:schemeClr val="dk1"/>
              </a:buClr>
              <a:buSzPct val="100000"/>
              <a:buNone/>
            </a:pPr>
            <a:r>
              <a:rPr lang="es-MX"/>
              <a:t>        int 33h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ax, 02h     ; ocultar pixel</a:t>
            </a:r>
            <a:endParaRPr/>
          </a:p>
          <a:p>
            <a:pPr indent="0" lvl="0" marL="0" rtl="0" algn="l">
              <a:lnSpc>
                <a:spcPct val="100000"/>
              </a:lnSpc>
              <a:spcBef>
                <a:spcPts val="304"/>
              </a:spcBef>
              <a:spcAft>
                <a:spcPts val="0"/>
              </a:spcAft>
              <a:buClr>
                <a:schemeClr val="dk1"/>
              </a:buClr>
              <a:buSzPct val="100000"/>
              <a:buNone/>
            </a:pPr>
            <a:r>
              <a:rPr lang="es-MX"/>
              <a:t>        int 33h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ax, 03h     ; CX: Coordenada horizontal: x </a:t>
            </a:r>
            <a:endParaRPr/>
          </a:p>
          <a:p>
            <a:pPr indent="0" lvl="0" marL="0" rtl="0" algn="l">
              <a:lnSpc>
                <a:spcPct val="100000"/>
              </a:lnSpc>
              <a:spcBef>
                <a:spcPts val="304"/>
              </a:spcBef>
              <a:spcAft>
                <a:spcPts val="0"/>
              </a:spcAft>
              <a:buClr>
                <a:schemeClr val="dk1"/>
              </a:buClr>
              <a:buSzPct val="100000"/>
              <a:buNone/>
            </a:pPr>
            <a:r>
              <a:rPr lang="es-MX"/>
              <a:t>                        ;DX: Coordenada vertical: y</a:t>
            </a:r>
            <a:endParaRPr/>
          </a:p>
          <a:p>
            <a:pPr indent="0" lvl="0" marL="0" rtl="0" algn="l">
              <a:lnSpc>
                <a:spcPct val="100000"/>
              </a:lnSpc>
              <a:spcBef>
                <a:spcPts val="304"/>
              </a:spcBef>
              <a:spcAft>
                <a:spcPts val="0"/>
              </a:spcAft>
              <a:buClr>
                <a:schemeClr val="dk1"/>
              </a:buClr>
              <a:buSzPct val="100000"/>
              <a:buNone/>
            </a:pPr>
            <a:r>
              <a:rPr lang="es-MX"/>
              <a:t>                        ; BX: Estado de los botones de acuerdo a la posición del bit</a:t>
            </a:r>
            <a:endParaRPr/>
          </a:p>
          <a:p>
            <a:pPr indent="0" lvl="0" marL="0" rtl="0" algn="l">
              <a:lnSpc>
                <a:spcPct val="100000"/>
              </a:lnSpc>
              <a:spcBef>
                <a:spcPts val="304"/>
              </a:spcBef>
              <a:spcAft>
                <a:spcPts val="0"/>
              </a:spcAft>
              <a:buClr>
                <a:schemeClr val="dk1"/>
              </a:buClr>
              <a:buSzPct val="100000"/>
              <a:buNone/>
            </a:pPr>
            <a:r>
              <a:rPr lang="es-MX"/>
              <a:t>        int 33h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jmp inicio</a:t>
            </a:r>
            <a:endParaRPr/>
          </a:p>
          <a:p>
            <a:pPr indent="0" lvl="0" marL="0" rtl="0" algn="l">
              <a:lnSpc>
                <a:spcPct val="100000"/>
              </a:lnSpc>
              <a:spcBef>
                <a:spcPts val="304"/>
              </a:spcBef>
              <a:spcAft>
                <a:spcPts val="0"/>
              </a:spcAft>
              <a:buClr>
                <a:schemeClr val="dk1"/>
              </a:buClr>
              <a:buSzPct val="100000"/>
              <a:buNone/>
            </a:pPr>
            <a:r>
              <a:rPr lang="es-MX"/>
              <a:t>        ret</a:t>
            </a:r>
            <a:endParaRPr/>
          </a:p>
        </p:txBody>
      </p:sp>
      <p:sp>
        <p:nvSpPr>
          <p:cNvPr id="1993" name="Google Shape;1993;p2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1994" name="Google Shape;1994;p2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8" name="Shape 1998"/>
        <p:cNvGrpSpPr/>
        <p:nvPr/>
      </p:nvGrpSpPr>
      <p:grpSpPr>
        <a:xfrm>
          <a:off x="0" y="0"/>
          <a:ext cx="0" cy="0"/>
          <a:chOff x="0" y="0"/>
          <a:chExt cx="0" cy="0"/>
        </a:xfrm>
      </p:grpSpPr>
      <p:sp>
        <p:nvSpPr>
          <p:cNvPr id="1999" name="Google Shape;1999;p2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Calibri"/>
              <a:buNone/>
            </a:pPr>
            <a:r>
              <a:rPr lang="es-MX" sz="3000"/>
              <a:t>Establece la posición del puntero del mouse </a:t>
            </a:r>
            <a:endParaRPr/>
          </a:p>
        </p:txBody>
      </p:sp>
      <p:sp>
        <p:nvSpPr>
          <p:cNvPr id="2000" name="Google Shape;2000;p2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Servicio utilizado AH=04h, coloca el puntero en la nueva posición, ajustando como sea necesario si está fuera de los límites mínimo y máximo.</a:t>
            </a:r>
            <a:endParaRPr/>
          </a:p>
          <a:p>
            <a:pPr indent="-342900" lvl="0" marL="342900" rtl="0" algn="just">
              <a:lnSpc>
                <a:spcPct val="100000"/>
              </a:lnSpc>
              <a:spcBef>
                <a:spcPts val="640"/>
              </a:spcBef>
              <a:spcAft>
                <a:spcPts val="0"/>
              </a:spcAft>
              <a:buClr>
                <a:schemeClr val="dk1"/>
              </a:buClr>
              <a:buSzPts val="3200"/>
              <a:buChar char="•"/>
            </a:pPr>
            <a:r>
              <a:rPr lang="es-MX"/>
              <a:t>Descripción del servicio:</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2001" name="Google Shape;2001;p257"/>
          <p:cNvPicPr preferRelativeResize="0"/>
          <p:nvPr/>
        </p:nvPicPr>
        <p:blipFill rotWithShape="1">
          <a:blip r:embed="rId3">
            <a:alphaModFix/>
          </a:blip>
          <a:srcRect b="0" l="0" r="0" t="0"/>
          <a:stretch/>
        </p:blipFill>
        <p:spPr>
          <a:xfrm>
            <a:off x="1835696" y="4365104"/>
            <a:ext cx="5324475" cy="1266825"/>
          </a:xfrm>
          <a:prstGeom prst="rect">
            <a:avLst/>
          </a:prstGeom>
          <a:noFill/>
          <a:ln>
            <a:noFill/>
          </a:ln>
        </p:spPr>
      </p:pic>
      <p:sp>
        <p:nvSpPr>
          <p:cNvPr id="2002" name="Google Shape;2002;p2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003" name="Google Shape;2003;p2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7" name="Shape 2007"/>
        <p:cNvGrpSpPr/>
        <p:nvPr/>
      </p:nvGrpSpPr>
      <p:grpSpPr>
        <a:xfrm>
          <a:off x="0" y="0"/>
          <a:ext cx="0" cy="0"/>
          <a:chOff x="0" y="0"/>
          <a:chExt cx="0" cy="0"/>
        </a:xfrm>
      </p:grpSpPr>
      <p:sp>
        <p:nvSpPr>
          <p:cNvPr id="2008" name="Google Shape;2008;p2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Calibri"/>
              <a:buNone/>
            </a:pPr>
            <a:r>
              <a:rPr lang="es-MX" sz="3300"/>
              <a:t>Obtiene información de la pulsación de los botones </a:t>
            </a:r>
            <a:br>
              <a:rPr lang="es-MX" sz="3300"/>
            </a:br>
            <a:r>
              <a:rPr lang="es-MX" sz="3300"/>
              <a:t>del mouse</a:t>
            </a:r>
            <a:endParaRPr/>
          </a:p>
        </p:txBody>
      </p:sp>
      <p:sp>
        <p:nvSpPr>
          <p:cNvPr id="2009" name="Google Shape;2009;p258"/>
          <p:cNvSpPr txBox="1"/>
          <p:nvPr>
            <p:ph idx="1" type="body"/>
          </p:nvPr>
        </p:nvSpPr>
        <p:spPr>
          <a:xfrm>
            <a:off x="457200" y="1600201"/>
            <a:ext cx="8229600" cy="1396752"/>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just">
              <a:lnSpc>
                <a:spcPct val="100000"/>
              </a:lnSpc>
              <a:spcBef>
                <a:spcPts val="0"/>
              </a:spcBef>
              <a:spcAft>
                <a:spcPts val="0"/>
              </a:spcAft>
              <a:buClr>
                <a:schemeClr val="dk1"/>
              </a:buClr>
              <a:buSzPct val="100000"/>
              <a:buChar char="•"/>
            </a:pPr>
            <a:r>
              <a:rPr lang="es-MX"/>
              <a:t>Servicio utilizado AH=05, retorna el estado arriba-debajo de todos los botones, el conteo de las presiones y posición del botón requerido. </a:t>
            </a:r>
            <a:endParaRPr/>
          </a:p>
          <a:p>
            <a:pPr indent="-342900" lvl="0" marL="342900" rtl="0" algn="l">
              <a:lnSpc>
                <a:spcPct val="100000"/>
              </a:lnSpc>
              <a:spcBef>
                <a:spcPts val="496"/>
              </a:spcBef>
              <a:spcAft>
                <a:spcPts val="0"/>
              </a:spcAft>
              <a:buClr>
                <a:schemeClr val="dk1"/>
              </a:buClr>
              <a:buSzPct val="100000"/>
              <a:buChar char="•"/>
            </a:pPr>
            <a:r>
              <a:rPr lang="es-MX"/>
              <a:t>Descripción del servicio: </a:t>
            </a:r>
            <a:endParaRPr/>
          </a:p>
          <a:p>
            <a:pPr indent="-185420" lvl="0" marL="342900" rtl="0" algn="l">
              <a:lnSpc>
                <a:spcPct val="100000"/>
              </a:lnSpc>
              <a:spcBef>
                <a:spcPts val="496"/>
              </a:spcBef>
              <a:spcAft>
                <a:spcPts val="0"/>
              </a:spcAft>
              <a:buClr>
                <a:schemeClr val="dk1"/>
              </a:buClr>
              <a:buSzPct val="100000"/>
              <a:buNone/>
            </a:pPr>
            <a:r>
              <a:t/>
            </a:r>
            <a:endParaRPr/>
          </a:p>
        </p:txBody>
      </p:sp>
      <p:pic>
        <p:nvPicPr>
          <p:cNvPr id="2010" name="Google Shape;2010;p258"/>
          <p:cNvPicPr preferRelativeResize="0"/>
          <p:nvPr/>
        </p:nvPicPr>
        <p:blipFill rotWithShape="1">
          <a:blip r:embed="rId3">
            <a:alphaModFix/>
          </a:blip>
          <a:srcRect b="0" l="0" r="0" t="0"/>
          <a:stretch/>
        </p:blipFill>
        <p:spPr>
          <a:xfrm>
            <a:off x="1423987" y="2924944"/>
            <a:ext cx="6296025" cy="3634755"/>
          </a:xfrm>
          <a:prstGeom prst="rect">
            <a:avLst/>
          </a:prstGeom>
          <a:noFill/>
          <a:ln>
            <a:noFill/>
          </a:ln>
        </p:spPr>
      </p:pic>
      <p:sp>
        <p:nvSpPr>
          <p:cNvPr id="2011" name="Google Shape;2011;p2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012" name="Google Shape;2012;p2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6" name="Shape 2016"/>
        <p:cNvGrpSpPr/>
        <p:nvPr/>
      </p:nvGrpSpPr>
      <p:grpSpPr>
        <a:xfrm>
          <a:off x="0" y="0"/>
          <a:ext cx="0" cy="0"/>
          <a:chOff x="0" y="0"/>
          <a:chExt cx="0" cy="0"/>
        </a:xfrm>
      </p:grpSpPr>
      <p:sp>
        <p:nvSpPr>
          <p:cNvPr id="2017" name="Google Shape;2017;p2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018" name="Google Shape;2018;p2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u="sng">
                <a:solidFill>
                  <a:schemeClr val="hlink"/>
                </a:solidFill>
                <a:hlinkClick r:id="rId3"/>
              </a:rPr>
              <a:t>http://docplayer.es/30484857-Iniciacion-del-mouse-el-servicio-utilizado-es-el-00-este-servicio-inicializa-el-controlador-del-mouse-como-sigue.html</a:t>
            </a:r>
            <a:endParaRPr/>
          </a:p>
          <a:p>
            <a:pPr indent="-139700" lvl="0" marL="342900" rtl="0" algn="just">
              <a:lnSpc>
                <a:spcPct val="100000"/>
              </a:lnSpc>
              <a:spcBef>
                <a:spcPts val="640"/>
              </a:spcBef>
              <a:spcAft>
                <a:spcPts val="0"/>
              </a:spcAft>
              <a:buClr>
                <a:schemeClr val="dk1"/>
              </a:buClr>
              <a:buSzPts val="3200"/>
              <a:buNone/>
            </a:pPr>
            <a:r>
              <a:t/>
            </a:r>
            <a:endParaRPr/>
          </a:p>
        </p:txBody>
      </p:sp>
      <p:sp>
        <p:nvSpPr>
          <p:cNvPr id="2019" name="Google Shape;2019;p2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020" name="Google Shape;2020;p2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4" name="Shape 2024"/>
        <p:cNvGrpSpPr/>
        <p:nvPr/>
      </p:nvGrpSpPr>
      <p:grpSpPr>
        <a:xfrm>
          <a:off x="0" y="0"/>
          <a:ext cx="0" cy="0"/>
          <a:chOff x="0" y="0"/>
          <a:chExt cx="0" cy="0"/>
        </a:xfrm>
      </p:grpSpPr>
      <p:sp>
        <p:nvSpPr>
          <p:cNvPr id="2025" name="Google Shape;2025;p2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Variables simples</a:t>
            </a:r>
            <a:endParaRPr/>
          </a:p>
        </p:txBody>
      </p:sp>
      <p:pic>
        <p:nvPicPr>
          <p:cNvPr id="2026" name="Google Shape;2026;p260"/>
          <p:cNvPicPr preferRelativeResize="0"/>
          <p:nvPr>
            <p:ph idx="1" type="body"/>
          </p:nvPr>
        </p:nvPicPr>
        <p:blipFill rotWithShape="1">
          <a:blip r:embed="rId3">
            <a:alphaModFix/>
          </a:blip>
          <a:srcRect b="0" l="0" r="0" t="0"/>
          <a:stretch/>
        </p:blipFill>
        <p:spPr>
          <a:xfrm>
            <a:off x="457200" y="1772816"/>
            <a:ext cx="8229600" cy="4248472"/>
          </a:xfrm>
          <a:prstGeom prst="rect">
            <a:avLst/>
          </a:prstGeom>
          <a:noFill/>
          <a:ln>
            <a:noFill/>
          </a:ln>
        </p:spPr>
      </p:pic>
      <p:sp>
        <p:nvSpPr>
          <p:cNvPr id="2027" name="Google Shape;2027;p2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028" name="Google Shape;2028;p2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2" name="Shape 2032"/>
        <p:cNvGrpSpPr/>
        <p:nvPr/>
      </p:nvGrpSpPr>
      <p:grpSpPr>
        <a:xfrm>
          <a:off x="0" y="0"/>
          <a:ext cx="0" cy="0"/>
          <a:chOff x="0" y="0"/>
          <a:chExt cx="0" cy="0"/>
        </a:xfrm>
      </p:grpSpPr>
      <p:sp>
        <p:nvSpPr>
          <p:cNvPr id="2033" name="Google Shape;2033;p2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034" name="Google Shape;2034;p2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Clr>
                <a:schemeClr val="dk1"/>
              </a:buClr>
              <a:buSzPts val="3200"/>
              <a:buNone/>
            </a:pPr>
            <a:r>
              <a:rPr lang="es-MX"/>
              <a:t> org 100h</a:t>
            </a:r>
            <a:endParaRPr/>
          </a:p>
          <a:p>
            <a:pPr indent="0" lvl="0" marL="0" rtl="0" algn="l">
              <a:lnSpc>
                <a:spcPct val="100000"/>
              </a:lnSpc>
              <a:spcBef>
                <a:spcPts val="640"/>
              </a:spcBef>
              <a:spcAft>
                <a:spcPts val="0"/>
              </a:spcAft>
              <a:buClr>
                <a:schemeClr val="dk1"/>
              </a:buClr>
              <a:buSzPts val="3200"/>
              <a:buNone/>
            </a:pPr>
            <a:r>
              <a:rPr lang="es-MX"/>
              <a:t>        jmp inicio</a:t>
            </a:r>
            <a:endParaRPr/>
          </a:p>
          <a:p>
            <a:pPr indent="0" lvl="0" marL="0" rtl="0" algn="l">
              <a:lnSpc>
                <a:spcPct val="100000"/>
              </a:lnSpc>
              <a:spcBef>
                <a:spcPts val="640"/>
              </a:spcBef>
              <a:spcAft>
                <a:spcPts val="0"/>
              </a:spcAft>
              <a:buClr>
                <a:schemeClr val="dk1"/>
              </a:buClr>
              <a:buSzPts val="3200"/>
              <a:buNone/>
            </a:pPr>
            <a:r>
              <a:rPr lang="es-MX"/>
              <a:t>        var1 db 1</a:t>
            </a:r>
            <a:endParaRPr/>
          </a:p>
          <a:p>
            <a:pPr indent="0" lvl="0" marL="0" rtl="0" algn="l">
              <a:lnSpc>
                <a:spcPct val="100000"/>
              </a:lnSpc>
              <a:spcBef>
                <a:spcPts val="640"/>
              </a:spcBef>
              <a:spcAft>
                <a:spcPts val="0"/>
              </a:spcAft>
              <a:buClr>
                <a:schemeClr val="dk1"/>
              </a:buClr>
              <a:buSzPts val="3200"/>
              <a:buNone/>
            </a:pPr>
            <a:r>
              <a:rPr lang="es-MX"/>
              <a:t>        var2 dw 2</a:t>
            </a:r>
            <a:endParaRPr/>
          </a:p>
          <a:p>
            <a:pPr indent="0" lvl="0" marL="0" rtl="0" algn="l">
              <a:lnSpc>
                <a:spcPct val="100000"/>
              </a:lnSpc>
              <a:spcBef>
                <a:spcPts val="640"/>
              </a:spcBef>
              <a:spcAft>
                <a:spcPts val="0"/>
              </a:spcAft>
              <a:buClr>
                <a:schemeClr val="dk1"/>
              </a:buClr>
              <a:buSzPts val="3200"/>
              <a:buNone/>
            </a:pPr>
            <a:r>
              <a:rPr lang="es-MX"/>
              <a:t>        var3 dd 3</a:t>
            </a:r>
            <a:endParaRPr/>
          </a:p>
          <a:p>
            <a:pPr indent="0" lvl="0" marL="0" rtl="0" algn="l">
              <a:lnSpc>
                <a:spcPct val="100000"/>
              </a:lnSpc>
              <a:spcBef>
                <a:spcPts val="640"/>
              </a:spcBef>
              <a:spcAft>
                <a:spcPts val="0"/>
              </a:spcAft>
              <a:buClr>
                <a:schemeClr val="dk1"/>
              </a:buClr>
              <a:buSzPts val="3200"/>
              <a:buNone/>
            </a:pPr>
            <a:r>
              <a:rPr lang="es-MX"/>
              <a:t>inicio: mov ax,var2</a:t>
            </a:r>
            <a:endParaRPr/>
          </a:p>
          <a:p>
            <a:pPr indent="0" lvl="0" marL="0" rtl="0" algn="l">
              <a:lnSpc>
                <a:spcPct val="100000"/>
              </a:lnSpc>
              <a:spcBef>
                <a:spcPts val="640"/>
              </a:spcBef>
              <a:spcAft>
                <a:spcPts val="0"/>
              </a:spcAft>
              <a:buClr>
                <a:schemeClr val="dk1"/>
              </a:buClr>
              <a:buSzPts val="3200"/>
              <a:buNone/>
            </a:pPr>
            <a:r>
              <a:rPr lang="es-MX"/>
              <a:t>        mov al,var1</a:t>
            </a:r>
            <a:endParaRPr/>
          </a:p>
          <a:p>
            <a:pPr indent="0" lvl="0" marL="0" rtl="0" algn="l">
              <a:lnSpc>
                <a:spcPct val="100000"/>
              </a:lnSpc>
              <a:spcBef>
                <a:spcPts val="640"/>
              </a:spcBef>
              <a:spcAft>
                <a:spcPts val="0"/>
              </a:spcAft>
              <a:buClr>
                <a:schemeClr val="dk1"/>
              </a:buClr>
              <a:buSzPts val="3200"/>
              <a:buNone/>
            </a:pPr>
            <a:r>
              <a:rPr lang="es-MX"/>
              <a:t>        ret</a:t>
            </a:r>
            <a:endParaRPr/>
          </a:p>
        </p:txBody>
      </p:sp>
      <p:sp>
        <p:nvSpPr>
          <p:cNvPr id="2035" name="Google Shape;2035;p2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036" name="Google Shape;2036;p2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0" name="Shape 2040"/>
        <p:cNvGrpSpPr/>
        <p:nvPr/>
      </p:nvGrpSpPr>
      <p:grpSpPr>
        <a:xfrm>
          <a:off x="0" y="0"/>
          <a:ext cx="0" cy="0"/>
          <a:chOff x="0" y="0"/>
          <a:chExt cx="0" cy="0"/>
        </a:xfrm>
      </p:grpSpPr>
      <p:sp>
        <p:nvSpPr>
          <p:cNvPr id="2041" name="Google Shape;2041;p2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2042" name="Google Shape;2042;p262"/>
          <p:cNvPicPr preferRelativeResize="0"/>
          <p:nvPr>
            <p:ph idx="1" type="body"/>
          </p:nvPr>
        </p:nvPicPr>
        <p:blipFill rotWithShape="1">
          <a:blip r:embed="rId3">
            <a:alphaModFix/>
          </a:blip>
          <a:srcRect b="0" l="0" r="0" t="0"/>
          <a:stretch/>
        </p:blipFill>
        <p:spPr>
          <a:xfrm>
            <a:off x="457200" y="1700808"/>
            <a:ext cx="8229600" cy="4464496"/>
          </a:xfrm>
          <a:prstGeom prst="rect">
            <a:avLst/>
          </a:prstGeom>
          <a:noFill/>
          <a:ln>
            <a:noFill/>
          </a:ln>
        </p:spPr>
      </p:pic>
      <p:sp>
        <p:nvSpPr>
          <p:cNvPr id="2043" name="Google Shape;2043;p2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044" name="Google Shape;2044;p2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9" name="Shape 2049"/>
        <p:cNvGrpSpPr/>
        <p:nvPr/>
      </p:nvGrpSpPr>
      <p:grpSpPr>
        <a:xfrm>
          <a:off x="0" y="0"/>
          <a:ext cx="0" cy="0"/>
          <a:chOff x="0" y="0"/>
          <a:chExt cx="0" cy="0"/>
        </a:xfrm>
      </p:grpSpPr>
      <p:sp>
        <p:nvSpPr>
          <p:cNvPr id="2050" name="Google Shape;2050;p263"/>
          <p:cNvSpPr txBox="1"/>
          <p:nvPr/>
        </p:nvSpPr>
        <p:spPr>
          <a:xfrm>
            <a:off x="0" y="0"/>
            <a:ext cx="75374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DE MANIPULACION DEL REGISTRO DE ESTADO. </a:t>
            </a:r>
            <a:endParaRPr b="0" i="0" sz="1400" u="none" cap="none" strike="noStrike">
              <a:solidFill>
                <a:srgbClr val="000000"/>
              </a:solidFill>
              <a:latin typeface="Arial"/>
              <a:ea typeface="Arial"/>
              <a:cs typeface="Arial"/>
              <a:sym typeface="Arial"/>
            </a:endParaRPr>
          </a:p>
        </p:txBody>
      </p:sp>
      <p:sp>
        <p:nvSpPr>
          <p:cNvPr id="2051" name="Google Shape;2051;p263"/>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052" name="Google Shape;2052;p263"/>
          <p:cNvSpPr/>
          <p:nvPr/>
        </p:nvSpPr>
        <p:spPr>
          <a:xfrm>
            <a:off x="250825" y="704850"/>
            <a:ext cx="8642350" cy="5584825"/>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CLI (baja indicador de interrupción)</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Arial"/>
                <a:ea typeface="Arial"/>
                <a:cs typeface="Arial"/>
                <a:sym typeface="Arial"/>
              </a:rPr>
              <a:t> </a:t>
            </a: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CLI</a:t>
            </a:r>
            <a:br>
              <a:rPr b="0" i="0" lang="es-MX" sz="1800" u="none" cap="none" strike="noStrike">
                <a:solidFill>
                  <a:srgbClr val="0000FF"/>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0    -    -    -     -    -     -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Borra el indicador de activación de interrupciones IF, lo que desactiva las interrupciones enmascarables.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CMC (complementa el indicador de acarreo)</a:t>
            </a:r>
            <a:br>
              <a:rPr b="0" i="0" lang="es-MX" sz="1800" u="none" cap="none" strike="noStrike">
                <a:solidFill>
                  <a:srgbClr val="FF0000"/>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CMC</a:t>
            </a:r>
            <a:br>
              <a:rPr b="0" i="0" lang="es-MX" sz="1800" u="none" cap="none" strike="noStrike">
                <a:solidFill>
                  <a:srgbClr val="0000FF"/>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    -    -    -    x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Complementa el indicador de acarreo CF invirtiendo su estado.</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p:txBody>
      </p:sp>
      <p:sp>
        <p:nvSpPr>
          <p:cNvPr id="2053" name="Google Shape;2053;p2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054" name="Google Shape;2054;p2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9" name="Shape 2059"/>
        <p:cNvGrpSpPr/>
        <p:nvPr/>
      </p:nvGrpSpPr>
      <p:grpSpPr>
        <a:xfrm>
          <a:off x="0" y="0"/>
          <a:ext cx="0" cy="0"/>
          <a:chOff x="0" y="0"/>
          <a:chExt cx="0" cy="0"/>
        </a:xfrm>
      </p:grpSpPr>
      <p:sp>
        <p:nvSpPr>
          <p:cNvPr id="2060" name="Google Shape;2060;p264"/>
          <p:cNvSpPr txBox="1"/>
          <p:nvPr/>
        </p:nvSpPr>
        <p:spPr>
          <a:xfrm>
            <a:off x="0" y="0"/>
            <a:ext cx="75374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DE MANIPULACION DEL REGISTRO DE ESTADO. </a:t>
            </a:r>
            <a:endParaRPr b="0" i="0" sz="1400" u="none" cap="none" strike="noStrike">
              <a:solidFill>
                <a:srgbClr val="000000"/>
              </a:solidFill>
              <a:latin typeface="Arial"/>
              <a:ea typeface="Arial"/>
              <a:cs typeface="Arial"/>
              <a:sym typeface="Arial"/>
            </a:endParaRPr>
          </a:p>
        </p:txBody>
      </p:sp>
      <p:sp>
        <p:nvSpPr>
          <p:cNvPr id="2061" name="Google Shape;2061;p264"/>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062" name="Google Shape;2062;p264"/>
          <p:cNvSpPr/>
          <p:nvPr/>
        </p:nvSpPr>
        <p:spPr>
          <a:xfrm>
            <a:off x="250825" y="431800"/>
            <a:ext cx="8642350" cy="6134100"/>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STC (pone a uno el indicador de acarreo)</a:t>
            </a:r>
            <a:br>
              <a:rPr b="0" i="0" lang="es-MX" sz="1800" u="none" cap="none" strike="noStrike">
                <a:solidFill>
                  <a:srgbClr val="FF0000"/>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STC</a:t>
            </a:r>
            <a:br>
              <a:rPr b="0" i="0" lang="es-MX" sz="1800" u="none" cap="none" strike="noStrike">
                <a:solidFill>
                  <a:srgbClr val="0000FF"/>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    -    -    -    1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Pone a 1 el indicador de acarreo CF sin afectar a ningún otro indicador.</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STD (pone a uno el indicador de dirección)</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Arial"/>
                <a:ea typeface="Arial"/>
                <a:cs typeface="Arial"/>
                <a:sym typeface="Arial"/>
              </a:rPr>
              <a:t> </a:t>
            </a: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STD</a:t>
            </a:r>
            <a:br>
              <a:rPr b="0" i="0" lang="es-MX" sz="1800" u="none" cap="none" strike="noStrike">
                <a:solidFill>
                  <a:srgbClr val="0000FF"/>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1    -    -    -    -    -    -     -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Pone a 1 el indicador de dirección DF, por lo que los registros SI y/o DI se autodecrementan en las operaciones de cadenas, sin afectar al resto de los indicadores. Es NECESARIO colocarlo antes de las instrucciones de manejo de cadenas si no se conoce con seguridad el estado de DF. </a:t>
            </a:r>
            <a:endParaRPr b="0" i="0" sz="1400" u="none" cap="none" strike="noStrike">
              <a:solidFill>
                <a:srgbClr val="000000"/>
              </a:solidFill>
              <a:latin typeface="Arial"/>
              <a:ea typeface="Arial"/>
              <a:cs typeface="Arial"/>
              <a:sym typeface="Arial"/>
            </a:endParaRPr>
          </a:p>
        </p:txBody>
      </p:sp>
      <p:sp>
        <p:nvSpPr>
          <p:cNvPr id="2063" name="Google Shape;2063;p2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064" name="Google Shape;2064;p2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9" name="Shape 2069"/>
        <p:cNvGrpSpPr/>
        <p:nvPr/>
      </p:nvGrpSpPr>
      <p:grpSpPr>
        <a:xfrm>
          <a:off x="0" y="0"/>
          <a:ext cx="0" cy="0"/>
          <a:chOff x="0" y="0"/>
          <a:chExt cx="0" cy="0"/>
        </a:xfrm>
      </p:grpSpPr>
      <p:sp>
        <p:nvSpPr>
          <p:cNvPr id="2070" name="Google Shape;2070;p265"/>
          <p:cNvSpPr txBox="1"/>
          <p:nvPr/>
        </p:nvSpPr>
        <p:spPr>
          <a:xfrm>
            <a:off x="0" y="0"/>
            <a:ext cx="75374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DE MANIPULACION DEL REGISTRO DE ESTADO. </a:t>
            </a:r>
            <a:endParaRPr b="0" i="0" sz="1400" u="none" cap="none" strike="noStrike">
              <a:solidFill>
                <a:srgbClr val="000000"/>
              </a:solidFill>
              <a:latin typeface="Arial"/>
              <a:ea typeface="Arial"/>
              <a:cs typeface="Arial"/>
              <a:sym typeface="Arial"/>
            </a:endParaRPr>
          </a:p>
        </p:txBody>
      </p:sp>
      <p:sp>
        <p:nvSpPr>
          <p:cNvPr id="2071" name="Google Shape;2071;p265"/>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072" name="Google Shape;2072;p265"/>
          <p:cNvSpPr/>
          <p:nvPr/>
        </p:nvSpPr>
        <p:spPr>
          <a:xfrm>
            <a:off x="179388" y="931863"/>
            <a:ext cx="8642350" cy="3113087"/>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STI (pone a uno el indicador de interrupción)</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Arial"/>
                <a:ea typeface="Arial"/>
                <a:cs typeface="Arial"/>
                <a:sym typeface="Arial"/>
              </a:rPr>
              <a:t> </a:t>
            </a: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STI</a:t>
            </a:r>
            <a:br>
              <a:rPr b="0" i="0" lang="es-MX" sz="1800" u="none" cap="none" strike="noStrike">
                <a:solidFill>
                  <a:srgbClr val="0000FF"/>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1   -    -    -    -    -     -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Pone a 1 la bandera de desactivación de interrupciones IF y activa las interrupciones enmascarables. Una interrupción pendiente no es reconocida, sin embargo, hasta después de ejecutar la instrucción que sigue a STI. </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p:txBody>
      </p:sp>
      <p:sp>
        <p:nvSpPr>
          <p:cNvPr id="2073" name="Google Shape;2073;p2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074" name="Google Shape;2074;p2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8" name="Shape 2078"/>
        <p:cNvGrpSpPr/>
        <p:nvPr/>
      </p:nvGrpSpPr>
      <p:grpSpPr>
        <a:xfrm>
          <a:off x="0" y="0"/>
          <a:ext cx="0" cy="0"/>
          <a:chOff x="0" y="0"/>
          <a:chExt cx="0" cy="0"/>
        </a:xfrm>
      </p:grpSpPr>
      <p:sp>
        <p:nvSpPr>
          <p:cNvPr id="2079" name="Google Shape;2079;p2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080" name="Google Shape;2080;p26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256"/>
              </a:spcBef>
              <a:spcAft>
                <a:spcPts val="0"/>
              </a:spcAft>
              <a:buClr>
                <a:schemeClr val="dk1"/>
              </a:buClr>
              <a:buSzPct val="100000"/>
              <a:buNone/>
            </a:pPr>
            <a:r>
              <a:rPr lang="es-MX"/>
              <a:t>        jmp inicio</a:t>
            </a:r>
            <a:endParaRPr/>
          </a:p>
          <a:p>
            <a:pPr indent="0" lvl="0" marL="0" rtl="0" algn="l">
              <a:lnSpc>
                <a:spcPct val="100000"/>
              </a:lnSpc>
              <a:spcBef>
                <a:spcPts val="256"/>
              </a:spcBef>
              <a:spcAft>
                <a:spcPts val="0"/>
              </a:spcAft>
              <a:buClr>
                <a:schemeClr val="dk1"/>
              </a:buClr>
              <a:buSzPct val="100000"/>
              <a:buNone/>
            </a:pPr>
            <a:r>
              <a:rPr lang="es-MX"/>
              <a:t>        var1 db 1</a:t>
            </a:r>
            <a:endParaRPr/>
          </a:p>
          <a:p>
            <a:pPr indent="0" lvl="0" marL="0" rtl="0" algn="l">
              <a:lnSpc>
                <a:spcPct val="100000"/>
              </a:lnSpc>
              <a:spcBef>
                <a:spcPts val="256"/>
              </a:spcBef>
              <a:spcAft>
                <a:spcPts val="0"/>
              </a:spcAft>
              <a:buClr>
                <a:schemeClr val="dk1"/>
              </a:buClr>
              <a:buSzPct val="100000"/>
              <a:buNone/>
            </a:pPr>
            <a:r>
              <a:rPr lang="es-MX"/>
              <a:t>        var2 dw 2</a:t>
            </a:r>
            <a:endParaRPr/>
          </a:p>
          <a:p>
            <a:pPr indent="0" lvl="0" marL="0" rtl="0" algn="l">
              <a:lnSpc>
                <a:spcPct val="100000"/>
              </a:lnSpc>
              <a:spcBef>
                <a:spcPts val="256"/>
              </a:spcBef>
              <a:spcAft>
                <a:spcPts val="0"/>
              </a:spcAft>
              <a:buClr>
                <a:schemeClr val="dk1"/>
              </a:buClr>
              <a:buSzPct val="100000"/>
              <a:buNone/>
            </a:pPr>
            <a:r>
              <a:rPr lang="es-MX"/>
              <a:t>        var3 dd 3</a:t>
            </a:r>
            <a:endParaRPr/>
          </a:p>
          <a:p>
            <a:pPr indent="0" lvl="0" marL="0" rtl="0" algn="l">
              <a:lnSpc>
                <a:spcPct val="100000"/>
              </a:lnSpc>
              <a:spcBef>
                <a:spcPts val="256"/>
              </a:spcBef>
              <a:spcAft>
                <a:spcPts val="0"/>
              </a:spcAft>
              <a:buClr>
                <a:schemeClr val="dk1"/>
              </a:buClr>
              <a:buSzPct val="100000"/>
              <a:buNone/>
            </a:pPr>
            <a:r>
              <a:rPr lang="es-MX"/>
              <a:t>inicio: mov ax,var2</a:t>
            </a:r>
            <a:endParaRPr/>
          </a:p>
          <a:p>
            <a:pPr indent="0" lvl="0" marL="0" rtl="0" algn="l">
              <a:lnSpc>
                <a:spcPct val="100000"/>
              </a:lnSpc>
              <a:spcBef>
                <a:spcPts val="256"/>
              </a:spcBef>
              <a:spcAft>
                <a:spcPts val="0"/>
              </a:spcAft>
              <a:buClr>
                <a:schemeClr val="dk1"/>
              </a:buClr>
              <a:buSzPct val="100000"/>
              <a:buNone/>
            </a:pPr>
            <a:r>
              <a:rPr lang="es-MX"/>
              <a:t>        mov al,var1</a:t>
            </a:r>
            <a:endParaRPr/>
          </a:p>
          <a:p>
            <a:pPr indent="0" lvl="0" marL="0" rtl="0" algn="l">
              <a:lnSpc>
                <a:spcPct val="100000"/>
              </a:lnSpc>
              <a:spcBef>
                <a:spcPts val="256"/>
              </a:spcBef>
              <a:spcAft>
                <a:spcPts val="0"/>
              </a:spcAft>
              <a:buClr>
                <a:schemeClr val="dk1"/>
              </a:buClr>
              <a:buSzPct val="100000"/>
              <a:buNone/>
            </a:pPr>
            <a:r>
              <a:rPr lang="es-MX"/>
              <a:t>        stc           ; c=1</a:t>
            </a:r>
            <a:endParaRPr/>
          </a:p>
          <a:p>
            <a:pPr indent="0" lvl="0" marL="0" rtl="0" algn="l">
              <a:lnSpc>
                <a:spcPct val="100000"/>
              </a:lnSpc>
              <a:spcBef>
                <a:spcPts val="256"/>
              </a:spcBef>
              <a:spcAft>
                <a:spcPts val="0"/>
              </a:spcAft>
              <a:buClr>
                <a:schemeClr val="dk1"/>
              </a:buClr>
              <a:buSzPct val="100000"/>
              <a:buNone/>
            </a:pPr>
            <a:r>
              <a:rPr lang="es-MX"/>
              <a:t>        clc           ; c=0</a:t>
            </a:r>
            <a:endParaRPr/>
          </a:p>
          <a:p>
            <a:pPr indent="0" lvl="0" marL="0" rtl="0" algn="l">
              <a:lnSpc>
                <a:spcPct val="100000"/>
              </a:lnSpc>
              <a:spcBef>
                <a:spcPts val="256"/>
              </a:spcBef>
              <a:spcAft>
                <a:spcPts val="0"/>
              </a:spcAft>
              <a:buClr>
                <a:schemeClr val="dk1"/>
              </a:buClr>
              <a:buSzPct val="100000"/>
              <a:buNone/>
            </a:pPr>
            <a:r>
              <a:rPr lang="es-MX"/>
              <a:t>        cmc           ; complementa c</a:t>
            </a:r>
            <a:endParaRPr/>
          </a:p>
          <a:p>
            <a:pPr indent="0" lvl="0" marL="0" rtl="0" algn="l">
              <a:lnSpc>
                <a:spcPct val="100000"/>
              </a:lnSpc>
              <a:spcBef>
                <a:spcPts val="256"/>
              </a:spcBef>
              <a:spcAft>
                <a:spcPts val="0"/>
              </a:spcAft>
              <a:buClr>
                <a:schemeClr val="dk1"/>
              </a:buClr>
              <a:buSzPct val="100000"/>
              <a:buNone/>
            </a:pPr>
            <a:r>
              <a:rPr lang="es-MX"/>
              <a:t>        cmc</a:t>
            </a:r>
            <a:endParaRPr/>
          </a:p>
          <a:p>
            <a:pPr indent="0" lvl="0" marL="0" rtl="0" algn="l">
              <a:lnSpc>
                <a:spcPct val="100000"/>
              </a:lnSpc>
              <a:spcBef>
                <a:spcPts val="256"/>
              </a:spcBef>
              <a:spcAft>
                <a:spcPts val="0"/>
              </a:spcAft>
              <a:buClr>
                <a:schemeClr val="dk1"/>
              </a:buClr>
              <a:buSzPct val="100000"/>
              <a:buNone/>
            </a:pPr>
            <a:r>
              <a:rPr lang="es-MX"/>
              <a:t>        std           ; d=1</a:t>
            </a:r>
            <a:endParaRPr/>
          </a:p>
          <a:p>
            <a:pPr indent="0" lvl="0" marL="0" rtl="0" algn="l">
              <a:lnSpc>
                <a:spcPct val="100000"/>
              </a:lnSpc>
              <a:spcBef>
                <a:spcPts val="256"/>
              </a:spcBef>
              <a:spcAft>
                <a:spcPts val="0"/>
              </a:spcAft>
              <a:buClr>
                <a:schemeClr val="dk1"/>
              </a:buClr>
              <a:buSzPct val="100000"/>
              <a:buNone/>
            </a:pPr>
            <a:r>
              <a:rPr lang="es-MX"/>
              <a:t>                      ; si d=1 entonces DI y SI autodecrementan</a:t>
            </a:r>
            <a:endParaRPr/>
          </a:p>
          <a:p>
            <a:pPr indent="0" lvl="0" marL="0" rtl="0" algn="l">
              <a:lnSpc>
                <a:spcPct val="100000"/>
              </a:lnSpc>
              <a:spcBef>
                <a:spcPts val="256"/>
              </a:spcBef>
              <a:spcAft>
                <a:spcPts val="0"/>
              </a:spcAft>
              <a:buClr>
                <a:schemeClr val="dk1"/>
              </a:buClr>
              <a:buSzPct val="100000"/>
              <a:buNone/>
            </a:pPr>
            <a:r>
              <a:rPr lang="es-MX"/>
              <a:t>                      ; di d=0 entonces DI y SI autoincrementan</a:t>
            </a:r>
            <a:endParaRPr/>
          </a:p>
          <a:p>
            <a:pPr indent="0" lvl="0" marL="0" rtl="0" algn="l">
              <a:lnSpc>
                <a:spcPct val="100000"/>
              </a:lnSpc>
              <a:spcBef>
                <a:spcPts val="256"/>
              </a:spcBef>
              <a:spcAft>
                <a:spcPts val="0"/>
              </a:spcAft>
              <a:buClr>
                <a:schemeClr val="dk1"/>
              </a:buClr>
              <a:buSzPct val="100000"/>
              <a:buNone/>
            </a:pPr>
            <a:r>
              <a:rPr lang="es-MX"/>
              <a:t>        cld           ; d=0</a:t>
            </a:r>
            <a:endParaRPr/>
          </a:p>
          <a:p>
            <a:pPr indent="0" lvl="0" marL="0" rtl="0" algn="l">
              <a:lnSpc>
                <a:spcPct val="100000"/>
              </a:lnSpc>
              <a:spcBef>
                <a:spcPts val="256"/>
              </a:spcBef>
              <a:spcAft>
                <a:spcPts val="0"/>
              </a:spcAft>
              <a:buClr>
                <a:schemeClr val="dk1"/>
              </a:buClr>
              <a:buSzPct val="100000"/>
              <a:buNone/>
            </a:pPr>
            <a:r>
              <a:rPr lang="es-MX"/>
              <a:t>        cli           ; i=0</a:t>
            </a:r>
            <a:endParaRPr/>
          </a:p>
          <a:p>
            <a:pPr indent="0" lvl="0" marL="0" rtl="0" algn="l">
              <a:lnSpc>
                <a:spcPct val="100000"/>
              </a:lnSpc>
              <a:spcBef>
                <a:spcPts val="256"/>
              </a:spcBef>
              <a:spcAft>
                <a:spcPts val="0"/>
              </a:spcAft>
              <a:buClr>
                <a:schemeClr val="dk1"/>
              </a:buClr>
              <a:buSzPct val="100000"/>
              <a:buNone/>
            </a:pPr>
            <a:r>
              <a:rPr lang="es-MX"/>
              <a:t>        sti           ; i=1</a:t>
            </a:r>
            <a:endParaRPr/>
          </a:p>
          <a:p>
            <a:pPr indent="0" lvl="0" marL="0" rtl="0" algn="l">
              <a:lnSpc>
                <a:spcPct val="100000"/>
              </a:lnSpc>
              <a:spcBef>
                <a:spcPts val="256"/>
              </a:spcBef>
              <a:spcAft>
                <a:spcPts val="0"/>
              </a:spcAft>
              <a:buClr>
                <a:schemeClr val="dk1"/>
              </a:buClr>
              <a:buSzPct val="100000"/>
              <a:buNone/>
            </a:pPr>
            <a:r>
              <a:rPr lang="es-MX"/>
              <a:t>                      ; si i=1 entonces acepta interrupciones mascarables</a:t>
            </a:r>
            <a:endParaRPr/>
          </a:p>
          <a:p>
            <a:pPr indent="0" lvl="0" marL="0" rtl="0" algn="l">
              <a:lnSpc>
                <a:spcPct val="100000"/>
              </a:lnSpc>
              <a:spcBef>
                <a:spcPts val="256"/>
              </a:spcBef>
              <a:spcAft>
                <a:spcPts val="0"/>
              </a:spcAft>
              <a:buClr>
                <a:schemeClr val="dk1"/>
              </a:buClr>
              <a:buSzPct val="100000"/>
              <a:buNone/>
            </a:pPr>
            <a:r>
              <a:rPr lang="es-MX"/>
              <a:t>                      ; si i=o entonces desabilita las interrupciones mascarables</a:t>
            </a:r>
            <a:endParaRPr/>
          </a:p>
          <a:p>
            <a:pPr indent="0" lvl="0" marL="0" rtl="0" algn="l">
              <a:lnSpc>
                <a:spcPct val="100000"/>
              </a:lnSpc>
              <a:spcBef>
                <a:spcPts val="256"/>
              </a:spcBef>
              <a:spcAft>
                <a:spcPts val="0"/>
              </a:spcAft>
              <a:buClr>
                <a:schemeClr val="dk1"/>
              </a:buClr>
              <a:buSzPct val="100000"/>
              <a:buNone/>
            </a:pPr>
            <a:r>
              <a:rPr lang="es-MX"/>
              <a:t>        ret</a:t>
            </a:r>
            <a:endParaRPr/>
          </a:p>
        </p:txBody>
      </p:sp>
      <p:sp>
        <p:nvSpPr>
          <p:cNvPr id="2081" name="Google Shape;2081;p2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082" name="Google Shape;2082;p2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6" name="Shape 2086"/>
        <p:cNvGrpSpPr/>
        <p:nvPr/>
      </p:nvGrpSpPr>
      <p:grpSpPr>
        <a:xfrm>
          <a:off x="0" y="0"/>
          <a:ext cx="0" cy="0"/>
          <a:chOff x="0" y="0"/>
          <a:chExt cx="0" cy="0"/>
        </a:xfrm>
      </p:grpSpPr>
      <p:sp>
        <p:nvSpPr>
          <p:cNvPr id="2087" name="Google Shape;2087;p2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088" name="Google Shape;2088;p26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Para crear grandes cantidades de espacio, se pueden unir varias db, dw u otras directivas de memoria, o se puede utilizar el operador DUP, el cual es normalmente más conveniente. DUP tiene la siguiente forma:</a:t>
            </a:r>
            <a:endParaRPr/>
          </a:p>
          <a:p>
            <a:pPr indent="0" lvl="0" marL="0" rtl="0" algn="l">
              <a:lnSpc>
                <a:spcPct val="100000"/>
              </a:lnSpc>
              <a:spcBef>
                <a:spcPts val="640"/>
              </a:spcBef>
              <a:spcAft>
                <a:spcPts val="0"/>
              </a:spcAft>
              <a:buClr>
                <a:schemeClr val="dk1"/>
              </a:buClr>
              <a:buSzPts val="3200"/>
              <a:buNone/>
            </a:pPr>
            <a:r>
              <a:rPr lang="es-MX"/>
              <a:t> </a:t>
            </a:r>
            <a:endParaRPr/>
          </a:p>
          <a:p>
            <a:pPr indent="0" lvl="0" marL="0" rtl="0" algn="l">
              <a:lnSpc>
                <a:spcPct val="100000"/>
              </a:lnSpc>
              <a:spcBef>
                <a:spcPts val="400"/>
              </a:spcBef>
              <a:spcAft>
                <a:spcPts val="0"/>
              </a:spcAft>
              <a:buClr>
                <a:schemeClr val="dk1"/>
              </a:buClr>
              <a:buSzPts val="2000"/>
              <a:buNone/>
            </a:pPr>
            <a:r>
              <a:rPr lang="es-MX" sz="2000"/>
              <a:t>[ETIQUETA]	directiva	contador	DUP (expresión,[expresión]..)</a:t>
            </a:r>
            <a:endParaRPr sz="2000"/>
          </a:p>
          <a:p>
            <a:pPr indent="-139700" lvl="0" marL="342900" rtl="0" algn="l">
              <a:lnSpc>
                <a:spcPct val="100000"/>
              </a:lnSpc>
              <a:spcBef>
                <a:spcPts val="640"/>
              </a:spcBef>
              <a:spcAft>
                <a:spcPts val="0"/>
              </a:spcAft>
              <a:buClr>
                <a:schemeClr val="dk1"/>
              </a:buClr>
              <a:buSzPts val="3200"/>
              <a:buNone/>
            </a:pPr>
            <a:r>
              <a:t/>
            </a:r>
            <a:endParaRPr/>
          </a:p>
        </p:txBody>
      </p:sp>
      <p:sp>
        <p:nvSpPr>
          <p:cNvPr id="2089" name="Google Shape;2089;p2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090" name="Google Shape;2090;p2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Google Shape;2095;p2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096" name="Google Shape;2096;p26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dk1"/>
              </a:buClr>
              <a:buSzPts val="2000"/>
              <a:buNone/>
            </a:pPr>
            <a:r>
              <a:rPr lang="es-MX" sz="2000"/>
              <a:t>Para crear un espacio multibyte, iniciar con una etiqueta opcional y una directiva de definición de memoria. Siguiendo a este por un contador igual al número de veces que se quiere duplicar una expresión, la cual debe están entre paréntesis. La palabra reservada DUP va entre el contador y la expresión. Por ejemplo, cada una de éstas directivas reservan un área de memoria de 10 bytes, inicializando todos los diez  bytes a 0:</a:t>
            </a:r>
            <a:endParaRPr/>
          </a:p>
          <a:p>
            <a:pPr indent="0" lvl="0" marL="0" rtl="0" algn="just">
              <a:lnSpc>
                <a:spcPct val="100000"/>
              </a:lnSpc>
              <a:spcBef>
                <a:spcPts val="400"/>
              </a:spcBef>
              <a:spcAft>
                <a:spcPts val="0"/>
              </a:spcAft>
              <a:buClr>
                <a:schemeClr val="dk1"/>
              </a:buClr>
              <a:buSzPts val="2000"/>
              <a:buNone/>
            </a:pPr>
            <a:r>
              <a:t/>
            </a:r>
            <a:endParaRPr sz="2000"/>
          </a:p>
          <a:p>
            <a:pPr indent="0" lvl="0" marL="0" rtl="0" algn="l">
              <a:lnSpc>
                <a:spcPct val="100000"/>
              </a:lnSpc>
              <a:spcBef>
                <a:spcPts val="400"/>
              </a:spcBef>
              <a:spcAft>
                <a:spcPts val="0"/>
              </a:spcAft>
              <a:buClr>
                <a:schemeClr val="dk1"/>
              </a:buClr>
              <a:buSzPts val="2000"/>
              <a:buNone/>
            </a:pPr>
            <a:r>
              <a:rPr lang="es-MX" sz="2000"/>
              <a:t>	Diez1		dt	0</a:t>
            </a:r>
            <a:endParaRPr sz="2000"/>
          </a:p>
          <a:p>
            <a:pPr indent="0" lvl="0" marL="0" rtl="0" algn="l">
              <a:lnSpc>
                <a:spcPct val="100000"/>
              </a:lnSpc>
              <a:spcBef>
                <a:spcPts val="400"/>
              </a:spcBef>
              <a:spcAft>
                <a:spcPts val="0"/>
              </a:spcAft>
              <a:buClr>
                <a:schemeClr val="dk1"/>
              </a:buClr>
              <a:buSzPts val="2000"/>
              <a:buNone/>
            </a:pPr>
            <a:r>
              <a:rPr lang="es-MX" sz="2000"/>
              <a:t>	Diez2		db	10 DUP(0)</a:t>
            </a:r>
            <a:endParaRPr sz="2000"/>
          </a:p>
          <a:p>
            <a:pPr indent="0" lvl="0" marL="0" rtl="0" algn="l">
              <a:lnSpc>
                <a:spcPct val="100000"/>
              </a:lnSpc>
              <a:spcBef>
                <a:spcPts val="640"/>
              </a:spcBef>
              <a:spcAft>
                <a:spcPts val="0"/>
              </a:spcAft>
              <a:buClr>
                <a:schemeClr val="dk1"/>
              </a:buClr>
              <a:buSzPts val="3200"/>
              <a:buNone/>
            </a:pPr>
            <a:r>
              <a:t/>
            </a:r>
            <a:endParaRPr/>
          </a:p>
        </p:txBody>
      </p:sp>
      <p:sp>
        <p:nvSpPr>
          <p:cNvPr id="2097" name="Google Shape;2097;p2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098" name="Google Shape;2098;p2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2" name="Shape 2102"/>
        <p:cNvGrpSpPr/>
        <p:nvPr/>
      </p:nvGrpSpPr>
      <p:grpSpPr>
        <a:xfrm>
          <a:off x="0" y="0"/>
          <a:ext cx="0" cy="0"/>
          <a:chOff x="0" y="0"/>
          <a:chExt cx="0" cy="0"/>
        </a:xfrm>
      </p:grpSpPr>
      <p:sp>
        <p:nvSpPr>
          <p:cNvPr id="2103" name="Google Shape;2103;p2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104" name="Google Shape;2104;p26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Separando múltiples expresiones o valores constantes con comas duplica cada valor en turno, incrementando el total de tamaño de espacio reservado, por el numero de veces el numero de elementos.</a:t>
            </a:r>
            <a:endParaRPr/>
          </a:p>
          <a:p>
            <a:pPr indent="-139700" lvl="0" marL="342900" rtl="0" algn="just">
              <a:lnSpc>
                <a:spcPct val="100000"/>
              </a:lnSpc>
              <a:spcBef>
                <a:spcPts val="640"/>
              </a:spcBef>
              <a:spcAft>
                <a:spcPts val="0"/>
              </a:spcAft>
              <a:buClr>
                <a:schemeClr val="dk1"/>
              </a:buClr>
              <a:buSzPts val="3200"/>
              <a:buNone/>
            </a:pPr>
            <a:r>
              <a:t/>
            </a:r>
            <a:endParaRPr/>
          </a:p>
          <a:p>
            <a:pPr indent="0" lvl="0" marL="0" rtl="0" algn="just">
              <a:lnSpc>
                <a:spcPct val="100000"/>
              </a:lnSpc>
              <a:spcBef>
                <a:spcPts val="400"/>
              </a:spcBef>
              <a:spcAft>
                <a:spcPts val="0"/>
              </a:spcAft>
              <a:buClr>
                <a:schemeClr val="dk1"/>
              </a:buClr>
              <a:buSzPts val="2000"/>
              <a:buNone/>
            </a:pPr>
            <a:r>
              <a:rPr lang="es-MX" sz="2000"/>
              <a:t>Veinte1	db	10 DUP(1,2)	; 20 bytes -- 1,2,1,2,1,2....1,2</a:t>
            </a:r>
            <a:endParaRPr sz="2000"/>
          </a:p>
          <a:p>
            <a:pPr indent="-139700" lvl="0" marL="342900" rtl="0" algn="just">
              <a:lnSpc>
                <a:spcPct val="100000"/>
              </a:lnSpc>
              <a:spcBef>
                <a:spcPts val="640"/>
              </a:spcBef>
              <a:spcAft>
                <a:spcPts val="0"/>
              </a:spcAft>
              <a:buClr>
                <a:schemeClr val="dk1"/>
              </a:buClr>
              <a:buSzPts val="3200"/>
              <a:buNone/>
            </a:pPr>
            <a:r>
              <a:t/>
            </a:r>
            <a:endParaRPr/>
          </a:p>
        </p:txBody>
      </p:sp>
      <p:sp>
        <p:nvSpPr>
          <p:cNvPr id="2105" name="Google Shape;2105;p2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106" name="Google Shape;2106;p2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0" name="Shape 2110"/>
        <p:cNvGrpSpPr/>
        <p:nvPr/>
      </p:nvGrpSpPr>
      <p:grpSpPr>
        <a:xfrm>
          <a:off x="0" y="0"/>
          <a:ext cx="0" cy="0"/>
          <a:chOff x="0" y="0"/>
          <a:chExt cx="0" cy="0"/>
        </a:xfrm>
      </p:grpSpPr>
      <p:sp>
        <p:nvSpPr>
          <p:cNvPr id="2111" name="Google Shape;2111;p2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112" name="Google Shape;2112;p27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También se pueden anidar expresiones DUP para crear buffers largos inicializados a valores constantes. Por ejemplo, cada una de las siguientes directivas reservan una área de 20 bytes con todos los bytes iguales a 255:</a:t>
            </a:r>
            <a:endParaRPr/>
          </a:p>
          <a:p>
            <a:pPr indent="-139700" lvl="0" marL="342900" rtl="0" algn="just">
              <a:lnSpc>
                <a:spcPct val="100000"/>
              </a:lnSpc>
              <a:spcBef>
                <a:spcPts val="640"/>
              </a:spcBef>
              <a:spcAft>
                <a:spcPts val="0"/>
              </a:spcAft>
              <a:buClr>
                <a:schemeClr val="dk1"/>
              </a:buClr>
              <a:buSzPts val="3200"/>
              <a:buNone/>
            </a:pPr>
            <a:r>
              <a:t/>
            </a:r>
            <a:endParaRPr/>
          </a:p>
          <a:p>
            <a:pPr indent="0" lvl="0" marL="0" rtl="0" algn="l">
              <a:lnSpc>
                <a:spcPct val="100000"/>
              </a:lnSpc>
              <a:spcBef>
                <a:spcPts val="640"/>
              </a:spcBef>
              <a:spcAft>
                <a:spcPts val="0"/>
              </a:spcAft>
              <a:buClr>
                <a:schemeClr val="dk1"/>
              </a:buClr>
              <a:buSzPts val="3200"/>
              <a:buNone/>
            </a:pPr>
            <a:r>
              <a:rPr lang="es-MX"/>
              <a:t>	Veinte2	db	10 DUP (2 DUP (255))</a:t>
            </a:r>
            <a:endParaRPr/>
          </a:p>
          <a:p>
            <a:pPr indent="0" lvl="0" marL="0" rtl="0" algn="l">
              <a:lnSpc>
                <a:spcPct val="100000"/>
              </a:lnSpc>
              <a:spcBef>
                <a:spcPts val="640"/>
              </a:spcBef>
              <a:spcAft>
                <a:spcPts val="0"/>
              </a:spcAft>
              <a:buClr>
                <a:schemeClr val="dk1"/>
              </a:buClr>
              <a:buSzPts val="3200"/>
              <a:buNone/>
            </a:pPr>
            <a:r>
              <a:rPr lang="es-MX"/>
              <a:t>	Veinte3	db	20 DUP (255)</a:t>
            </a:r>
            <a:endParaRPr/>
          </a:p>
          <a:p>
            <a:pPr indent="-139700" lvl="0" marL="342900" rtl="0" algn="just">
              <a:lnSpc>
                <a:spcPct val="100000"/>
              </a:lnSpc>
              <a:spcBef>
                <a:spcPts val="640"/>
              </a:spcBef>
              <a:spcAft>
                <a:spcPts val="0"/>
              </a:spcAft>
              <a:buClr>
                <a:schemeClr val="dk1"/>
              </a:buClr>
              <a:buSzPts val="3200"/>
              <a:buNone/>
            </a:pPr>
            <a:r>
              <a:t/>
            </a:r>
            <a:endParaRPr/>
          </a:p>
        </p:txBody>
      </p:sp>
      <p:sp>
        <p:nvSpPr>
          <p:cNvPr id="2113" name="Google Shape;2113;p2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114" name="Google Shape;2114;p2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8" name="Shape 2118"/>
        <p:cNvGrpSpPr/>
        <p:nvPr/>
      </p:nvGrpSpPr>
      <p:grpSpPr>
        <a:xfrm>
          <a:off x="0" y="0"/>
          <a:ext cx="0" cy="0"/>
          <a:chOff x="0" y="0"/>
          <a:chExt cx="0" cy="0"/>
        </a:xfrm>
      </p:grpSpPr>
      <p:sp>
        <p:nvSpPr>
          <p:cNvPr id="2119" name="Google Shape;2119;p2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2120" name="Google Shape;2120;p271"/>
          <p:cNvPicPr preferRelativeResize="0"/>
          <p:nvPr>
            <p:ph idx="1" type="body"/>
          </p:nvPr>
        </p:nvPicPr>
        <p:blipFill rotWithShape="1">
          <a:blip r:embed="rId3">
            <a:alphaModFix/>
          </a:blip>
          <a:srcRect b="0" l="0" r="0" t="0"/>
          <a:stretch/>
        </p:blipFill>
        <p:spPr>
          <a:xfrm>
            <a:off x="457200" y="1700808"/>
            <a:ext cx="8229600" cy="2095500"/>
          </a:xfrm>
          <a:prstGeom prst="rect">
            <a:avLst/>
          </a:prstGeom>
          <a:noFill/>
          <a:ln>
            <a:noFill/>
          </a:ln>
        </p:spPr>
      </p:pic>
      <p:sp>
        <p:nvSpPr>
          <p:cNvPr id="2121" name="Google Shape;2121;p2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122" name="Google Shape;2122;p2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6" name="Shape 2126"/>
        <p:cNvGrpSpPr/>
        <p:nvPr/>
      </p:nvGrpSpPr>
      <p:grpSpPr>
        <a:xfrm>
          <a:off x="0" y="0"/>
          <a:ext cx="0" cy="0"/>
          <a:chOff x="0" y="0"/>
          <a:chExt cx="0" cy="0"/>
        </a:xfrm>
      </p:grpSpPr>
      <p:sp>
        <p:nvSpPr>
          <p:cNvPr id="2127" name="Google Shape;2127;p2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2128" name="Google Shape;2128;p272"/>
          <p:cNvPicPr preferRelativeResize="0"/>
          <p:nvPr>
            <p:ph idx="1" type="body"/>
          </p:nvPr>
        </p:nvPicPr>
        <p:blipFill rotWithShape="1">
          <a:blip r:embed="rId3">
            <a:alphaModFix/>
          </a:blip>
          <a:srcRect b="0" l="0" r="0" t="0"/>
          <a:stretch/>
        </p:blipFill>
        <p:spPr>
          <a:xfrm>
            <a:off x="539552" y="1600200"/>
            <a:ext cx="8147248" cy="4525963"/>
          </a:xfrm>
          <a:prstGeom prst="rect">
            <a:avLst/>
          </a:prstGeom>
          <a:noFill/>
          <a:ln>
            <a:noFill/>
          </a:ln>
        </p:spPr>
      </p:pic>
      <p:sp>
        <p:nvSpPr>
          <p:cNvPr id="2129" name="Google Shape;2129;p2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130" name="Google Shape;2130;p2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4" name="Shape 2134"/>
        <p:cNvGrpSpPr/>
        <p:nvPr/>
      </p:nvGrpSpPr>
      <p:grpSpPr>
        <a:xfrm>
          <a:off x="0" y="0"/>
          <a:ext cx="0" cy="0"/>
          <a:chOff x="0" y="0"/>
          <a:chExt cx="0" cy="0"/>
        </a:xfrm>
      </p:grpSpPr>
      <p:sp>
        <p:nvSpPr>
          <p:cNvPr id="2135" name="Google Shape;2135;p27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2136" name="Google Shape;2136;p273"/>
          <p:cNvPicPr preferRelativeResize="0"/>
          <p:nvPr>
            <p:ph idx="1" type="body"/>
          </p:nvPr>
        </p:nvPicPr>
        <p:blipFill rotWithShape="1">
          <a:blip r:embed="rId3">
            <a:alphaModFix/>
          </a:blip>
          <a:srcRect b="0" l="0" r="0" t="0"/>
          <a:stretch/>
        </p:blipFill>
        <p:spPr>
          <a:xfrm>
            <a:off x="457200" y="1772816"/>
            <a:ext cx="8229600" cy="2828925"/>
          </a:xfrm>
          <a:prstGeom prst="rect">
            <a:avLst/>
          </a:prstGeom>
          <a:noFill/>
          <a:ln>
            <a:noFill/>
          </a:ln>
        </p:spPr>
      </p:pic>
      <p:sp>
        <p:nvSpPr>
          <p:cNvPr id="2137" name="Google Shape;2137;p2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138" name="Google Shape;2138;p2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2" name="Shape 2142"/>
        <p:cNvGrpSpPr/>
        <p:nvPr/>
      </p:nvGrpSpPr>
      <p:grpSpPr>
        <a:xfrm>
          <a:off x="0" y="0"/>
          <a:ext cx="0" cy="0"/>
          <a:chOff x="0" y="0"/>
          <a:chExt cx="0" cy="0"/>
        </a:xfrm>
      </p:grpSpPr>
      <p:sp>
        <p:nvSpPr>
          <p:cNvPr id="2143" name="Google Shape;2143;p2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2144" name="Google Shape;2144;p274"/>
          <p:cNvPicPr preferRelativeResize="0"/>
          <p:nvPr>
            <p:ph idx="1" type="body"/>
          </p:nvPr>
        </p:nvPicPr>
        <p:blipFill rotWithShape="1">
          <a:blip r:embed="rId3">
            <a:alphaModFix/>
          </a:blip>
          <a:srcRect b="0" l="0" r="0" t="0"/>
          <a:stretch/>
        </p:blipFill>
        <p:spPr>
          <a:xfrm>
            <a:off x="457200" y="1844824"/>
            <a:ext cx="8229600" cy="1914525"/>
          </a:xfrm>
          <a:prstGeom prst="rect">
            <a:avLst/>
          </a:prstGeom>
          <a:noFill/>
          <a:ln>
            <a:noFill/>
          </a:ln>
        </p:spPr>
      </p:pic>
      <p:sp>
        <p:nvSpPr>
          <p:cNvPr id="2145" name="Google Shape;2145;p2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146" name="Google Shape;2146;p2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0" name="Shape 2150"/>
        <p:cNvGrpSpPr/>
        <p:nvPr/>
      </p:nvGrpSpPr>
      <p:grpSpPr>
        <a:xfrm>
          <a:off x="0" y="0"/>
          <a:ext cx="0" cy="0"/>
          <a:chOff x="0" y="0"/>
          <a:chExt cx="0" cy="0"/>
        </a:xfrm>
      </p:grpSpPr>
      <p:sp>
        <p:nvSpPr>
          <p:cNvPr id="2151" name="Google Shape;2151;p2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Las principales interrupciones del 8086/8088 son las siguientes</a:t>
            </a:r>
            <a:endParaRPr/>
          </a:p>
        </p:txBody>
      </p:sp>
      <p:pic>
        <p:nvPicPr>
          <p:cNvPr id="2152" name="Google Shape;2152;p275"/>
          <p:cNvPicPr preferRelativeResize="0"/>
          <p:nvPr>
            <p:ph idx="1" type="body"/>
          </p:nvPr>
        </p:nvPicPr>
        <p:blipFill rotWithShape="1">
          <a:blip r:embed="rId3">
            <a:alphaModFix/>
          </a:blip>
          <a:srcRect b="0" l="0" r="0" t="0"/>
          <a:stretch/>
        </p:blipFill>
        <p:spPr>
          <a:xfrm>
            <a:off x="876868" y="1600200"/>
            <a:ext cx="7390264" cy="4525963"/>
          </a:xfrm>
          <a:prstGeom prst="rect">
            <a:avLst/>
          </a:prstGeom>
          <a:noFill/>
          <a:ln>
            <a:noFill/>
          </a:ln>
        </p:spPr>
      </p:pic>
      <p:sp>
        <p:nvSpPr>
          <p:cNvPr id="2153" name="Google Shape;2153;p2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154" name="Google Shape;2154;p2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Google Shape;2159;p2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Las principales interrupciones del 8086/8088 son las siguientes</a:t>
            </a:r>
            <a:endParaRPr/>
          </a:p>
        </p:txBody>
      </p:sp>
      <p:pic>
        <p:nvPicPr>
          <p:cNvPr id="2160" name="Google Shape;2160;p276"/>
          <p:cNvPicPr preferRelativeResize="0"/>
          <p:nvPr>
            <p:ph idx="1" type="body"/>
          </p:nvPr>
        </p:nvPicPr>
        <p:blipFill rotWithShape="1">
          <a:blip r:embed="rId3">
            <a:alphaModFix/>
          </a:blip>
          <a:srcRect b="0" l="0" r="0" t="0"/>
          <a:stretch/>
        </p:blipFill>
        <p:spPr>
          <a:xfrm>
            <a:off x="1066514" y="1600200"/>
            <a:ext cx="7010972" cy="4525963"/>
          </a:xfrm>
          <a:prstGeom prst="rect">
            <a:avLst/>
          </a:prstGeom>
          <a:noFill/>
          <a:ln>
            <a:noFill/>
          </a:ln>
        </p:spPr>
      </p:pic>
      <p:sp>
        <p:nvSpPr>
          <p:cNvPr id="2161" name="Google Shape;2161;p2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162" name="Google Shape;2162;p2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6" name="Shape 2166"/>
        <p:cNvGrpSpPr/>
        <p:nvPr/>
      </p:nvGrpSpPr>
      <p:grpSpPr>
        <a:xfrm>
          <a:off x="0" y="0"/>
          <a:ext cx="0" cy="0"/>
          <a:chOff x="0" y="0"/>
          <a:chExt cx="0" cy="0"/>
        </a:xfrm>
      </p:grpSpPr>
      <p:sp>
        <p:nvSpPr>
          <p:cNvPr id="2167" name="Google Shape;2167;p2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Las principales interrupciones del 8086/8088 son las siguientes</a:t>
            </a:r>
            <a:endParaRPr/>
          </a:p>
        </p:txBody>
      </p:sp>
      <p:pic>
        <p:nvPicPr>
          <p:cNvPr id="2168" name="Google Shape;2168;p277"/>
          <p:cNvPicPr preferRelativeResize="0"/>
          <p:nvPr>
            <p:ph idx="1" type="body"/>
          </p:nvPr>
        </p:nvPicPr>
        <p:blipFill rotWithShape="1">
          <a:blip r:embed="rId3">
            <a:alphaModFix/>
          </a:blip>
          <a:srcRect b="0" l="0" r="0" t="0"/>
          <a:stretch/>
        </p:blipFill>
        <p:spPr>
          <a:xfrm>
            <a:off x="775428" y="1600200"/>
            <a:ext cx="7593144" cy="4525963"/>
          </a:xfrm>
          <a:prstGeom prst="rect">
            <a:avLst/>
          </a:prstGeom>
          <a:noFill/>
          <a:ln>
            <a:noFill/>
          </a:ln>
        </p:spPr>
      </p:pic>
      <p:sp>
        <p:nvSpPr>
          <p:cNvPr id="2169" name="Google Shape;2169;p2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170" name="Google Shape;2170;p2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4" name="Shape 2174"/>
        <p:cNvGrpSpPr/>
        <p:nvPr/>
      </p:nvGrpSpPr>
      <p:grpSpPr>
        <a:xfrm>
          <a:off x="0" y="0"/>
          <a:ext cx="0" cy="0"/>
          <a:chOff x="0" y="0"/>
          <a:chExt cx="0" cy="0"/>
        </a:xfrm>
      </p:grpSpPr>
      <p:sp>
        <p:nvSpPr>
          <p:cNvPr id="2175" name="Google Shape;2175;p2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Las principales interrupciones del 8086/8088 son las siguientes</a:t>
            </a:r>
            <a:endParaRPr/>
          </a:p>
        </p:txBody>
      </p:sp>
      <p:pic>
        <p:nvPicPr>
          <p:cNvPr id="2176" name="Google Shape;2176;p278"/>
          <p:cNvPicPr preferRelativeResize="0"/>
          <p:nvPr>
            <p:ph idx="1" type="body"/>
          </p:nvPr>
        </p:nvPicPr>
        <p:blipFill rotWithShape="1">
          <a:blip r:embed="rId3">
            <a:alphaModFix/>
          </a:blip>
          <a:srcRect b="0" l="0" r="0" t="0"/>
          <a:stretch/>
        </p:blipFill>
        <p:spPr>
          <a:xfrm>
            <a:off x="1085205" y="1600200"/>
            <a:ext cx="6973590" cy="4525963"/>
          </a:xfrm>
          <a:prstGeom prst="rect">
            <a:avLst/>
          </a:prstGeom>
          <a:noFill/>
          <a:ln>
            <a:noFill/>
          </a:ln>
        </p:spPr>
      </p:pic>
      <p:sp>
        <p:nvSpPr>
          <p:cNvPr id="2177" name="Google Shape;2177;p2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178" name="Google Shape;2178;p2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2" name="Shape 2182"/>
        <p:cNvGrpSpPr/>
        <p:nvPr/>
      </p:nvGrpSpPr>
      <p:grpSpPr>
        <a:xfrm>
          <a:off x="0" y="0"/>
          <a:ext cx="0" cy="0"/>
          <a:chOff x="0" y="0"/>
          <a:chExt cx="0" cy="0"/>
        </a:xfrm>
      </p:grpSpPr>
      <p:sp>
        <p:nvSpPr>
          <p:cNvPr id="2183" name="Google Shape;2183;p2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Las principales interrupciones del 8086/8088 son las siguientes</a:t>
            </a:r>
            <a:endParaRPr/>
          </a:p>
        </p:txBody>
      </p:sp>
      <p:pic>
        <p:nvPicPr>
          <p:cNvPr id="2184" name="Google Shape;2184;p279"/>
          <p:cNvPicPr preferRelativeResize="0"/>
          <p:nvPr>
            <p:ph idx="1" type="body"/>
          </p:nvPr>
        </p:nvPicPr>
        <p:blipFill rotWithShape="1">
          <a:blip r:embed="rId3">
            <a:alphaModFix/>
          </a:blip>
          <a:srcRect b="0" l="0" r="0" t="0"/>
          <a:stretch/>
        </p:blipFill>
        <p:spPr>
          <a:xfrm>
            <a:off x="882159" y="1600200"/>
            <a:ext cx="7379682" cy="4525963"/>
          </a:xfrm>
          <a:prstGeom prst="rect">
            <a:avLst/>
          </a:prstGeom>
          <a:noFill/>
          <a:ln>
            <a:noFill/>
          </a:ln>
        </p:spPr>
      </p:pic>
      <p:sp>
        <p:nvSpPr>
          <p:cNvPr id="2185" name="Google Shape;2185;p2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186" name="Google Shape;2186;p2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0" name="Shape 2190"/>
        <p:cNvGrpSpPr/>
        <p:nvPr/>
      </p:nvGrpSpPr>
      <p:grpSpPr>
        <a:xfrm>
          <a:off x="0" y="0"/>
          <a:ext cx="0" cy="0"/>
          <a:chOff x="0" y="0"/>
          <a:chExt cx="0" cy="0"/>
        </a:xfrm>
      </p:grpSpPr>
      <p:sp>
        <p:nvSpPr>
          <p:cNvPr id="2191" name="Google Shape;2191;p2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Tabla de interrupciones</a:t>
            </a:r>
            <a:endParaRPr/>
          </a:p>
        </p:txBody>
      </p:sp>
      <p:sp>
        <p:nvSpPr>
          <p:cNvPr id="2192" name="Google Shape;2192;p28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u="sng">
                <a:solidFill>
                  <a:schemeClr val="hlink"/>
                </a:solidFill>
                <a:hlinkClick r:id="rId3"/>
              </a:rPr>
              <a:t>http://www.ctyme.com/intr/int.htm</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2193" name="Google Shape;2193;p2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194" name="Google Shape;2194;p2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8" name="Shape 2198"/>
        <p:cNvGrpSpPr/>
        <p:nvPr/>
      </p:nvGrpSpPr>
      <p:grpSpPr>
        <a:xfrm>
          <a:off x="0" y="0"/>
          <a:ext cx="0" cy="0"/>
          <a:chOff x="0" y="0"/>
          <a:chExt cx="0" cy="0"/>
        </a:xfrm>
      </p:grpSpPr>
      <p:pic>
        <p:nvPicPr>
          <p:cNvPr id="2199" name="Google Shape;2199;p281"/>
          <p:cNvPicPr preferRelativeResize="0"/>
          <p:nvPr>
            <p:ph idx="1" type="body"/>
          </p:nvPr>
        </p:nvPicPr>
        <p:blipFill rotWithShape="1">
          <a:blip r:embed="rId3">
            <a:alphaModFix/>
          </a:blip>
          <a:srcRect b="0" l="0" r="0" t="0"/>
          <a:stretch/>
        </p:blipFill>
        <p:spPr>
          <a:xfrm>
            <a:off x="457200" y="1767680"/>
            <a:ext cx="8229600" cy="4469631"/>
          </a:xfrm>
          <a:prstGeom prst="rect">
            <a:avLst/>
          </a:prstGeom>
          <a:noFill/>
          <a:ln>
            <a:noFill/>
          </a:ln>
        </p:spPr>
      </p:pic>
      <p:sp>
        <p:nvSpPr>
          <p:cNvPr id="2200" name="Google Shape;2200;p281"/>
          <p:cNvSpPr txBox="1"/>
          <p:nvPr>
            <p:ph type="title"/>
          </p:nvPr>
        </p:nvSpPr>
        <p:spPr>
          <a:xfrm>
            <a:off x="2806003" y="702183"/>
            <a:ext cx="3531993" cy="287910"/>
          </a:xfrm>
          <a:prstGeom prst="rect">
            <a:avLst/>
          </a:prstGeom>
          <a:solidFill>
            <a:srgbClr val="F8F9FA"/>
          </a:solid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222222"/>
              </a:buClr>
              <a:buSzPts val="2100"/>
              <a:buFont typeface="Arial"/>
              <a:buNone/>
            </a:pPr>
            <a:r>
              <a:rPr b="0" i="0" lang="es-MX" sz="2100" u="none" cap="none" strike="noStrike">
                <a:solidFill>
                  <a:srgbClr val="222222"/>
                </a:solidFill>
                <a:latin typeface="Arial"/>
                <a:ea typeface="Arial"/>
                <a:cs typeface="Arial"/>
                <a:sym typeface="Arial"/>
              </a:rPr>
              <a:t>Tabla de salto de interrupción</a:t>
            </a:r>
            <a:r>
              <a:rPr b="0" i="0" lang="es-MX" sz="800" u="none" cap="none" strike="noStrike">
                <a:solidFill>
                  <a:schemeClr val="dk1"/>
                </a:solidFill>
              </a:rPr>
              <a:t> </a:t>
            </a:r>
            <a:endParaRPr b="0" i="0" sz="1800" u="none" cap="none" strike="noStrike">
              <a:solidFill>
                <a:schemeClr val="dk1"/>
              </a:solidFill>
              <a:latin typeface="Arial"/>
              <a:ea typeface="Arial"/>
              <a:cs typeface="Arial"/>
              <a:sym typeface="Arial"/>
            </a:endParaRPr>
          </a:p>
        </p:txBody>
      </p:sp>
      <p:sp>
        <p:nvSpPr>
          <p:cNvPr id="2201" name="Google Shape;2201;p2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202" name="Google Shape;2202;p2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6" name="Shape 2206"/>
        <p:cNvGrpSpPr/>
        <p:nvPr/>
      </p:nvGrpSpPr>
      <p:grpSpPr>
        <a:xfrm>
          <a:off x="0" y="0"/>
          <a:ext cx="0" cy="0"/>
          <a:chOff x="0" y="0"/>
          <a:chExt cx="0" cy="0"/>
        </a:xfrm>
      </p:grpSpPr>
      <p:sp>
        <p:nvSpPr>
          <p:cNvPr id="2207" name="Google Shape;2207;p28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2208" name="Google Shape;2208;p282"/>
          <p:cNvPicPr preferRelativeResize="0"/>
          <p:nvPr>
            <p:ph idx="1" type="body"/>
          </p:nvPr>
        </p:nvPicPr>
        <p:blipFill rotWithShape="1">
          <a:blip r:embed="rId3">
            <a:alphaModFix/>
          </a:blip>
          <a:srcRect b="0" l="0" r="0" t="0"/>
          <a:stretch/>
        </p:blipFill>
        <p:spPr>
          <a:xfrm>
            <a:off x="457200" y="1600200"/>
            <a:ext cx="8229600" cy="4525963"/>
          </a:xfrm>
          <a:prstGeom prst="rect">
            <a:avLst/>
          </a:prstGeom>
          <a:noFill/>
          <a:ln>
            <a:noFill/>
          </a:ln>
        </p:spPr>
      </p:pic>
      <p:sp>
        <p:nvSpPr>
          <p:cNvPr id="2209" name="Google Shape;2209;p2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210" name="Google Shape;2210;p2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4" name="Shape 2214"/>
        <p:cNvGrpSpPr/>
        <p:nvPr/>
      </p:nvGrpSpPr>
      <p:grpSpPr>
        <a:xfrm>
          <a:off x="0" y="0"/>
          <a:ext cx="0" cy="0"/>
          <a:chOff x="0" y="0"/>
          <a:chExt cx="0" cy="0"/>
        </a:xfrm>
      </p:grpSpPr>
      <p:sp>
        <p:nvSpPr>
          <p:cNvPr id="2215" name="Google Shape;2215;p2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Constantes</a:t>
            </a:r>
            <a:endParaRPr/>
          </a:p>
        </p:txBody>
      </p:sp>
      <p:sp>
        <p:nvSpPr>
          <p:cNvPr id="2216" name="Google Shape;2216;p28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3200"/>
              <a:buChar char="•"/>
            </a:pPr>
            <a:r>
              <a:rPr lang="es-MX"/>
              <a:t>Binaria</a:t>
            </a:r>
            <a:endParaRPr/>
          </a:p>
          <a:p>
            <a:pPr indent="-285750" lvl="1" marL="742950" rtl="0" algn="l">
              <a:lnSpc>
                <a:spcPct val="100000"/>
              </a:lnSpc>
              <a:spcBef>
                <a:spcPts val="518"/>
              </a:spcBef>
              <a:spcAft>
                <a:spcPts val="0"/>
              </a:spcAft>
              <a:buClr>
                <a:schemeClr val="dk1"/>
              </a:buClr>
              <a:buSzPts val="2800"/>
              <a:buChar char="–"/>
            </a:pPr>
            <a:r>
              <a:rPr lang="es-MX"/>
              <a:t>EIGHT equ 00001000B</a:t>
            </a:r>
            <a:endParaRPr/>
          </a:p>
          <a:p>
            <a:pPr indent="-342900" lvl="0" marL="342900" rtl="0" algn="l">
              <a:lnSpc>
                <a:spcPct val="100000"/>
              </a:lnSpc>
              <a:spcBef>
                <a:spcPts val="592"/>
              </a:spcBef>
              <a:spcAft>
                <a:spcPts val="0"/>
              </a:spcAft>
              <a:buClr>
                <a:schemeClr val="dk1"/>
              </a:buClr>
              <a:buSzPts val="3200"/>
              <a:buChar char="•"/>
            </a:pPr>
            <a:r>
              <a:rPr lang="es-MX"/>
              <a:t>Decimal </a:t>
            </a:r>
            <a:endParaRPr/>
          </a:p>
          <a:p>
            <a:pPr indent="-285750" lvl="1" marL="742950" rtl="0" algn="l">
              <a:lnSpc>
                <a:spcPct val="100000"/>
              </a:lnSpc>
              <a:spcBef>
                <a:spcPts val="518"/>
              </a:spcBef>
              <a:spcAft>
                <a:spcPts val="0"/>
              </a:spcAft>
              <a:buClr>
                <a:schemeClr val="dk1"/>
              </a:buClr>
              <a:buSzPts val="2800"/>
              <a:buChar char="–"/>
            </a:pPr>
            <a:r>
              <a:rPr lang="es-MX"/>
              <a:t>FORTY EQU 40D</a:t>
            </a:r>
            <a:endParaRPr/>
          </a:p>
          <a:p>
            <a:pPr indent="-342900" lvl="0" marL="342900" rtl="0" algn="l">
              <a:lnSpc>
                <a:spcPct val="100000"/>
              </a:lnSpc>
              <a:spcBef>
                <a:spcPts val="592"/>
              </a:spcBef>
              <a:spcAft>
                <a:spcPts val="0"/>
              </a:spcAft>
              <a:buClr>
                <a:schemeClr val="dk1"/>
              </a:buClr>
              <a:buSzPts val="3200"/>
              <a:buChar char="•"/>
            </a:pPr>
            <a:r>
              <a:rPr lang="es-MX"/>
              <a:t>Hexadecimal</a:t>
            </a:r>
            <a:endParaRPr/>
          </a:p>
          <a:p>
            <a:pPr indent="-285750" lvl="1" marL="742950" rtl="0" algn="l">
              <a:lnSpc>
                <a:spcPct val="100000"/>
              </a:lnSpc>
              <a:spcBef>
                <a:spcPts val="518"/>
              </a:spcBef>
              <a:spcAft>
                <a:spcPts val="0"/>
              </a:spcAft>
              <a:buClr>
                <a:schemeClr val="dk1"/>
              </a:buClr>
              <a:buSzPts val="2800"/>
              <a:buChar char="–"/>
            </a:pPr>
            <a:r>
              <a:rPr lang="es-MX"/>
              <a:t>HEXNM EQU 0FFH</a:t>
            </a:r>
            <a:endParaRPr/>
          </a:p>
          <a:p>
            <a:pPr indent="-342900" lvl="0" marL="342900" rtl="0" algn="l">
              <a:lnSpc>
                <a:spcPct val="100000"/>
              </a:lnSpc>
              <a:spcBef>
                <a:spcPts val="592"/>
              </a:spcBef>
              <a:spcAft>
                <a:spcPts val="0"/>
              </a:spcAft>
              <a:buClr>
                <a:schemeClr val="dk1"/>
              </a:buClr>
              <a:buSzPts val="3200"/>
              <a:buChar char="•"/>
            </a:pPr>
            <a:r>
              <a:rPr lang="es-MX"/>
              <a:t>Octal</a:t>
            </a:r>
            <a:endParaRPr/>
          </a:p>
          <a:p>
            <a:pPr indent="-285750" lvl="1" marL="742950" rtl="0" algn="l">
              <a:lnSpc>
                <a:spcPct val="100000"/>
              </a:lnSpc>
              <a:spcBef>
                <a:spcPts val="518"/>
              </a:spcBef>
              <a:spcAft>
                <a:spcPts val="0"/>
              </a:spcAft>
              <a:buClr>
                <a:schemeClr val="dk1"/>
              </a:buClr>
              <a:buSzPts val="2800"/>
              <a:buChar char="–"/>
            </a:pPr>
            <a:r>
              <a:rPr lang="es-MX"/>
              <a:t>SIX   EQU 6o</a:t>
            </a:r>
            <a:endParaRPr/>
          </a:p>
          <a:p>
            <a:pPr indent="-285750" lvl="1" marL="742950" rtl="0" algn="l">
              <a:lnSpc>
                <a:spcPct val="100000"/>
              </a:lnSpc>
              <a:spcBef>
                <a:spcPts val="518"/>
              </a:spcBef>
              <a:spcAft>
                <a:spcPts val="0"/>
              </a:spcAft>
              <a:buClr>
                <a:schemeClr val="dk1"/>
              </a:buClr>
              <a:buSzPts val="2800"/>
              <a:buChar char="–"/>
            </a:pPr>
            <a:r>
              <a:rPr lang="es-MX"/>
              <a:t>SIX2  EQU 6Q</a:t>
            </a:r>
            <a:endParaRPr/>
          </a:p>
          <a:p>
            <a:pPr indent="-154940" lvl="0" marL="342900" rtl="0" algn="l">
              <a:lnSpc>
                <a:spcPct val="100000"/>
              </a:lnSpc>
              <a:spcBef>
                <a:spcPts val="592"/>
              </a:spcBef>
              <a:spcAft>
                <a:spcPts val="0"/>
              </a:spcAft>
              <a:buClr>
                <a:schemeClr val="dk1"/>
              </a:buClr>
              <a:buSzPts val="3200"/>
              <a:buNone/>
            </a:pPr>
            <a:r>
              <a:t/>
            </a:r>
            <a:endParaRPr/>
          </a:p>
        </p:txBody>
      </p:sp>
      <p:sp>
        <p:nvSpPr>
          <p:cNvPr id="2217" name="Google Shape;2217;p2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218" name="Google Shape;2218;p2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2" name="Shape 2222"/>
        <p:cNvGrpSpPr/>
        <p:nvPr/>
      </p:nvGrpSpPr>
      <p:grpSpPr>
        <a:xfrm>
          <a:off x="0" y="0"/>
          <a:ext cx="0" cy="0"/>
          <a:chOff x="0" y="0"/>
          <a:chExt cx="0" cy="0"/>
        </a:xfrm>
      </p:grpSpPr>
      <p:sp>
        <p:nvSpPr>
          <p:cNvPr id="2223" name="Google Shape;2223;p2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224" name="Google Shape;2224;p28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304"/>
              </a:spcBef>
              <a:spcAft>
                <a:spcPts val="0"/>
              </a:spcAft>
              <a:buClr>
                <a:schemeClr val="dk1"/>
              </a:buClr>
              <a:buSzPct val="100000"/>
              <a:buNone/>
            </a:pPr>
            <a:r>
              <a:rPr lang="es-MX"/>
              <a:t>      jmp start</a:t>
            </a:r>
            <a:endParaRPr/>
          </a:p>
          <a:p>
            <a:pPr indent="0" lvl="0" marL="0" rtl="0" algn="l">
              <a:lnSpc>
                <a:spcPct val="100000"/>
              </a:lnSpc>
              <a:spcBef>
                <a:spcPts val="304"/>
              </a:spcBef>
              <a:spcAft>
                <a:spcPts val="0"/>
              </a:spcAft>
              <a:buClr>
                <a:schemeClr val="dk1"/>
              </a:buClr>
              <a:buSzPct val="100000"/>
              <a:buNone/>
            </a:pPr>
            <a:r>
              <a:rPr lang="es-MX"/>
              <a:t>EIGHT equ 00001000B    ; Constante binaria</a:t>
            </a:r>
            <a:endParaRPr/>
          </a:p>
          <a:p>
            <a:pPr indent="0" lvl="0" marL="0" rtl="0" algn="l">
              <a:lnSpc>
                <a:spcPct val="100000"/>
              </a:lnSpc>
              <a:spcBef>
                <a:spcPts val="304"/>
              </a:spcBef>
              <a:spcAft>
                <a:spcPts val="0"/>
              </a:spcAft>
              <a:buClr>
                <a:schemeClr val="dk1"/>
              </a:buClr>
              <a:buSzPct val="100000"/>
              <a:buNone/>
            </a:pPr>
            <a:r>
              <a:rPr lang="es-MX"/>
              <a:t>FORTY EQU 40D          ; Constante Decimal</a:t>
            </a:r>
            <a:endParaRPr/>
          </a:p>
          <a:p>
            <a:pPr indent="0" lvl="0" marL="0" rtl="0" algn="l">
              <a:lnSpc>
                <a:spcPct val="100000"/>
              </a:lnSpc>
              <a:spcBef>
                <a:spcPts val="304"/>
              </a:spcBef>
              <a:spcAft>
                <a:spcPts val="0"/>
              </a:spcAft>
              <a:buClr>
                <a:schemeClr val="dk1"/>
              </a:buClr>
              <a:buSzPct val="100000"/>
              <a:buNone/>
            </a:pPr>
            <a:r>
              <a:rPr lang="es-MX"/>
              <a:t>HEXNM EQU 0FFH         ; Constante Hexadecimal </a:t>
            </a:r>
            <a:endParaRPr/>
          </a:p>
          <a:p>
            <a:pPr indent="0" lvl="0" marL="0" rtl="0" algn="l">
              <a:lnSpc>
                <a:spcPct val="100000"/>
              </a:lnSpc>
              <a:spcBef>
                <a:spcPts val="304"/>
              </a:spcBef>
              <a:spcAft>
                <a:spcPts val="0"/>
              </a:spcAft>
              <a:buClr>
                <a:schemeClr val="dk1"/>
              </a:buClr>
              <a:buSzPct val="100000"/>
              <a:buNone/>
            </a:pPr>
            <a:r>
              <a:rPr lang="es-MX"/>
              <a:t>SIX   EQU 6o           ; Constante Octal</a:t>
            </a:r>
            <a:endParaRPr/>
          </a:p>
          <a:p>
            <a:pPr indent="0" lvl="0" marL="0" rtl="0" algn="l">
              <a:lnSpc>
                <a:spcPct val="100000"/>
              </a:lnSpc>
              <a:spcBef>
                <a:spcPts val="304"/>
              </a:spcBef>
              <a:spcAft>
                <a:spcPts val="0"/>
              </a:spcAft>
              <a:buClr>
                <a:schemeClr val="dk1"/>
              </a:buClr>
              <a:buSzPct val="100000"/>
              <a:buNone/>
            </a:pPr>
            <a:r>
              <a:rPr lang="es-MX"/>
              <a:t>SIX2  EQU 6Q           ; Constante Octal </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start:  mov ax,EIGHT  </a:t>
            </a:r>
            <a:endParaRPr/>
          </a:p>
          <a:p>
            <a:pPr indent="0" lvl="0" marL="0" rtl="0" algn="l">
              <a:lnSpc>
                <a:spcPct val="100000"/>
              </a:lnSpc>
              <a:spcBef>
                <a:spcPts val="304"/>
              </a:spcBef>
              <a:spcAft>
                <a:spcPts val="0"/>
              </a:spcAft>
              <a:buClr>
                <a:schemeClr val="dk1"/>
              </a:buClr>
              <a:buSzPct val="100000"/>
              <a:buNone/>
            </a:pPr>
            <a:r>
              <a:rPr lang="es-MX"/>
              <a:t>        mov bx,FORTY</a:t>
            </a:r>
            <a:endParaRPr/>
          </a:p>
          <a:p>
            <a:pPr indent="0" lvl="0" marL="0" rtl="0" algn="l">
              <a:lnSpc>
                <a:spcPct val="100000"/>
              </a:lnSpc>
              <a:spcBef>
                <a:spcPts val="304"/>
              </a:spcBef>
              <a:spcAft>
                <a:spcPts val="0"/>
              </a:spcAft>
              <a:buClr>
                <a:schemeClr val="dk1"/>
              </a:buClr>
              <a:buSzPct val="100000"/>
              <a:buNone/>
            </a:pPr>
            <a:r>
              <a:rPr lang="es-MX"/>
              <a:t>        mov cx,HEXNM</a:t>
            </a:r>
            <a:endParaRPr/>
          </a:p>
          <a:p>
            <a:pPr indent="0" lvl="0" marL="0" rtl="0" algn="l">
              <a:lnSpc>
                <a:spcPct val="100000"/>
              </a:lnSpc>
              <a:spcBef>
                <a:spcPts val="304"/>
              </a:spcBef>
              <a:spcAft>
                <a:spcPts val="0"/>
              </a:spcAft>
              <a:buClr>
                <a:schemeClr val="dk1"/>
              </a:buClr>
              <a:buSzPct val="100000"/>
              <a:buNone/>
            </a:pPr>
            <a:r>
              <a:rPr lang="es-MX"/>
              <a:t>        mov dx,SIX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ah, 0 </a:t>
            </a:r>
            <a:endParaRPr/>
          </a:p>
          <a:p>
            <a:pPr indent="0" lvl="0" marL="0" rtl="0" algn="l">
              <a:lnSpc>
                <a:spcPct val="100000"/>
              </a:lnSpc>
              <a:spcBef>
                <a:spcPts val="304"/>
              </a:spcBef>
              <a:spcAft>
                <a:spcPts val="0"/>
              </a:spcAft>
              <a:buClr>
                <a:schemeClr val="dk1"/>
              </a:buClr>
              <a:buSzPct val="100000"/>
              <a:buNone/>
            </a:pPr>
            <a:r>
              <a:rPr lang="es-MX"/>
              <a:t>        int     16h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ret </a:t>
            </a:r>
            <a:endParaRPr/>
          </a:p>
        </p:txBody>
      </p:sp>
      <p:sp>
        <p:nvSpPr>
          <p:cNvPr id="2225" name="Google Shape;2225;p2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226" name="Google Shape;2226;p2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0" name="Shape 2230"/>
        <p:cNvGrpSpPr/>
        <p:nvPr/>
      </p:nvGrpSpPr>
      <p:grpSpPr>
        <a:xfrm>
          <a:off x="0" y="0"/>
          <a:ext cx="0" cy="0"/>
          <a:chOff x="0" y="0"/>
          <a:chExt cx="0" cy="0"/>
        </a:xfrm>
      </p:grpSpPr>
      <p:sp>
        <p:nvSpPr>
          <p:cNvPr id="2231" name="Google Shape;2231;p2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CMP</a:t>
            </a:r>
            <a:endParaRPr/>
          </a:p>
        </p:txBody>
      </p:sp>
      <p:sp>
        <p:nvSpPr>
          <p:cNvPr id="2232" name="Google Shape;2232;p28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Compara dos operandos</a:t>
            </a:r>
            <a:endParaRPr/>
          </a:p>
          <a:p>
            <a:pPr indent="-342900" lvl="0" marL="342900" rtl="0" algn="l">
              <a:lnSpc>
                <a:spcPct val="100000"/>
              </a:lnSpc>
              <a:spcBef>
                <a:spcPts val="640"/>
              </a:spcBef>
              <a:spcAft>
                <a:spcPts val="0"/>
              </a:spcAft>
              <a:buClr>
                <a:schemeClr val="dk1"/>
              </a:buClr>
              <a:buSzPts val="3200"/>
              <a:buChar char="•"/>
            </a:pPr>
            <a:r>
              <a:rPr lang="es-MX"/>
              <a:t>La operación CMP resta el operando fuente del operando destino, haciendo que se alteren los señalizadores. No altera operandos</a:t>
            </a:r>
            <a:endParaRPr/>
          </a:p>
        </p:txBody>
      </p:sp>
      <p:sp>
        <p:nvSpPr>
          <p:cNvPr id="2233" name="Google Shape;2233;p2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234" name="Google Shape;2234;p2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8" name="Shape 2238"/>
        <p:cNvGrpSpPr/>
        <p:nvPr/>
      </p:nvGrpSpPr>
      <p:grpSpPr>
        <a:xfrm>
          <a:off x="0" y="0"/>
          <a:ext cx="0" cy="0"/>
          <a:chOff x="0" y="0"/>
          <a:chExt cx="0" cy="0"/>
        </a:xfrm>
      </p:grpSpPr>
      <p:sp>
        <p:nvSpPr>
          <p:cNvPr id="2239" name="Google Shape;2239;p2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240" name="Google Shape;2240;p28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592"/>
              </a:spcBef>
              <a:spcAft>
                <a:spcPts val="0"/>
              </a:spcAft>
              <a:buClr>
                <a:schemeClr val="dk1"/>
              </a:buClr>
              <a:buSzPct val="100000"/>
              <a:buNone/>
            </a:pPr>
            <a:r>
              <a:rPr lang="es-MX"/>
              <a:t>      jmp start</a:t>
            </a:r>
            <a:endParaRPr/>
          </a:p>
          <a:p>
            <a:pPr indent="0" lvl="0" marL="0" rtl="0" algn="l">
              <a:lnSpc>
                <a:spcPct val="100000"/>
              </a:lnSpc>
              <a:spcBef>
                <a:spcPts val="592"/>
              </a:spcBef>
              <a:spcAft>
                <a:spcPts val="0"/>
              </a:spcAft>
              <a:buClr>
                <a:schemeClr val="dk1"/>
              </a:buClr>
              <a:buSzPct val="100000"/>
              <a:buNone/>
            </a:pPr>
            <a:r>
              <a:rPr lang="es-MX"/>
              <a:t> start:  mov ax,0002h</a:t>
            </a:r>
            <a:endParaRPr/>
          </a:p>
          <a:p>
            <a:pPr indent="0" lvl="0" marL="0" rtl="0" algn="l">
              <a:lnSpc>
                <a:spcPct val="100000"/>
              </a:lnSpc>
              <a:spcBef>
                <a:spcPts val="592"/>
              </a:spcBef>
              <a:spcAft>
                <a:spcPts val="0"/>
              </a:spcAft>
              <a:buClr>
                <a:schemeClr val="dk1"/>
              </a:buClr>
              <a:buSzPct val="100000"/>
              <a:buNone/>
            </a:pPr>
            <a:r>
              <a:rPr lang="es-MX"/>
              <a:t>        cmp ax,0002h</a:t>
            </a:r>
            <a:endParaRPr/>
          </a:p>
          <a:p>
            <a:pPr indent="0" lvl="0" marL="0" rtl="0" algn="l">
              <a:lnSpc>
                <a:spcPct val="100000"/>
              </a:lnSpc>
              <a:spcBef>
                <a:spcPts val="592"/>
              </a:spcBef>
              <a:spcAft>
                <a:spcPts val="0"/>
              </a:spcAft>
              <a:buClr>
                <a:schemeClr val="dk1"/>
              </a:buClr>
              <a:buSzPct val="100000"/>
              <a:buNone/>
            </a:pPr>
            <a:r>
              <a:rPr lang="es-MX"/>
              <a:t>        </a:t>
            </a:r>
            <a:endParaRPr/>
          </a:p>
          <a:p>
            <a:pPr indent="0" lvl="0" marL="0" rtl="0" algn="l">
              <a:lnSpc>
                <a:spcPct val="100000"/>
              </a:lnSpc>
              <a:spcBef>
                <a:spcPts val="592"/>
              </a:spcBef>
              <a:spcAft>
                <a:spcPts val="0"/>
              </a:spcAft>
              <a:buClr>
                <a:schemeClr val="dk1"/>
              </a:buClr>
              <a:buSzPct val="100000"/>
              <a:buNone/>
            </a:pPr>
            <a:r>
              <a:rPr lang="es-MX"/>
              <a:t>        mov     ah, 0 </a:t>
            </a:r>
            <a:endParaRPr/>
          </a:p>
          <a:p>
            <a:pPr indent="0" lvl="0" marL="0" rtl="0" algn="l">
              <a:lnSpc>
                <a:spcPct val="100000"/>
              </a:lnSpc>
              <a:spcBef>
                <a:spcPts val="592"/>
              </a:spcBef>
              <a:spcAft>
                <a:spcPts val="0"/>
              </a:spcAft>
              <a:buClr>
                <a:schemeClr val="dk1"/>
              </a:buClr>
              <a:buSzPct val="100000"/>
              <a:buNone/>
            </a:pPr>
            <a:r>
              <a:rPr lang="es-MX"/>
              <a:t>        int     16h </a:t>
            </a:r>
            <a:endParaRPr/>
          </a:p>
          <a:p>
            <a:pPr indent="0" lvl="0" marL="0" rtl="0" algn="l">
              <a:lnSpc>
                <a:spcPct val="100000"/>
              </a:lnSpc>
              <a:spcBef>
                <a:spcPts val="592"/>
              </a:spcBef>
              <a:spcAft>
                <a:spcPts val="0"/>
              </a:spcAft>
              <a:buClr>
                <a:schemeClr val="dk1"/>
              </a:buClr>
              <a:buSzPct val="100000"/>
              <a:buNone/>
            </a:pPr>
            <a:r>
              <a:rPr lang="es-MX"/>
              <a:t>        </a:t>
            </a:r>
            <a:endParaRPr/>
          </a:p>
          <a:p>
            <a:pPr indent="0" lvl="0" marL="0" rtl="0" algn="l">
              <a:lnSpc>
                <a:spcPct val="100000"/>
              </a:lnSpc>
              <a:spcBef>
                <a:spcPts val="592"/>
              </a:spcBef>
              <a:spcAft>
                <a:spcPts val="0"/>
              </a:spcAft>
              <a:buClr>
                <a:schemeClr val="dk1"/>
              </a:buClr>
              <a:buSzPct val="100000"/>
              <a:buNone/>
            </a:pPr>
            <a:r>
              <a:rPr lang="es-MX"/>
              <a:t>ret </a:t>
            </a:r>
            <a:endParaRPr/>
          </a:p>
        </p:txBody>
      </p:sp>
      <p:sp>
        <p:nvSpPr>
          <p:cNvPr id="2241" name="Google Shape;2241;p2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242" name="Google Shape;2242;p2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6" name="Shape 2246"/>
        <p:cNvGrpSpPr/>
        <p:nvPr/>
      </p:nvGrpSpPr>
      <p:grpSpPr>
        <a:xfrm>
          <a:off x="0" y="0"/>
          <a:ext cx="0" cy="0"/>
          <a:chOff x="0" y="0"/>
          <a:chExt cx="0" cy="0"/>
        </a:xfrm>
      </p:grpSpPr>
      <p:sp>
        <p:nvSpPr>
          <p:cNvPr id="2247" name="Google Shape;2247;p28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s-MX" sz="3600"/>
              <a:t>Instrucciones de salto: Saltos condicionales</a:t>
            </a:r>
            <a:endParaRPr/>
          </a:p>
        </p:txBody>
      </p:sp>
      <p:sp>
        <p:nvSpPr>
          <p:cNvPr id="2248" name="Google Shape;2248;p28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457200" rtl="0" algn="just">
              <a:lnSpc>
                <a:spcPct val="100000"/>
              </a:lnSpc>
              <a:spcBef>
                <a:spcPts val="360"/>
              </a:spcBef>
              <a:spcAft>
                <a:spcPts val="0"/>
              </a:spcAft>
              <a:buSzPts val="1800"/>
              <a:buChar char="•"/>
            </a:pPr>
            <a:r>
              <a:rPr lang="es-MX" sz="2000"/>
              <a:t>Saltos condicionales estas instrucciones realizan el salto a la dirección especificada en función de si se cumple o no una condición. Para evaluar la condición se considera el registro de estado, esto quiere decir que la condición depende directamente de la instrucción anterior</a:t>
            </a:r>
            <a:endParaRPr/>
          </a:p>
        </p:txBody>
      </p:sp>
      <p:sp>
        <p:nvSpPr>
          <p:cNvPr id="2249" name="Google Shape;2249;p2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4" name="Shape 2254"/>
        <p:cNvGrpSpPr/>
        <p:nvPr/>
      </p:nvGrpSpPr>
      <p:grpSpPr>
        <a:xfrm>
          <a:off x="0" y="0"/>
          <a:ext cx="0" cy="0"/>
          <a:chOff x="0" y="0"/>
          <a:chExt cx="0" cy="0"/>
        </a:xfrm>
      </p:grpSpPr>
      <p:sp>
        <p:nvSpPr>
          <p:cNvPr id="2255" name="Google Shape;2255;p288"/>
          <p:cNvSpPr txBox="1"/>
          <p:nvPr/>
        </p:nvSpPr>
        <p:spPr>
          <a:xfrm>
            <a:off x="0" y="0"/>
            <a:ext cx="74866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DE TRANSFERENCIA DE CONTROL (Condicional) </a:t>
            </a:r>
            <a:endParaRPr b="0" i="0" sz="1400" u="none" cap="none" strike="noStrike">
              <a:solidFill>
                <a:srgbClr val="000000"/>
              </a:solidFill>
              <a:latin typeface="Arial"/>
              <a:ea typeface="Arial"/>
              <a:cs typeface="Arial"/>
              <a:sym typeface="Arial"/>
            </a:endParaRPr>
          </a:p>
        </p:txBody>
      </p:sp>
      <p:sp>
        <p:nvSpPr>
          <p:cNvPr id="2256" name="Google Shape;2256;p288"/>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257" name="Google Shape;2257;p288"/>
          <p:cNvSpPr/>
          <p:nvPr/>
        </p:nvSpPr>
        <p:spPr>
          <a:xfrm>
            <a:off x="539750" y="700088"/>
            <a:ext cx="8064500" cy="5584825"/>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Las siguientes instrucciones son de transferencia condicional de control a la instrucción que se encuentra en la posición IP + desplazamiento (desplazamiento comprendido entre -128 y +127) si se cumple la condición. Algunas condiciones se pueden denotar de varias maneras. Todos los saltos son cortos. </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JA/JNBE</a:t>
            </a:r>
            <a:r>
              <a:rPr b="0" i="0" lang="es-MX" sz="1800" u="none" cap="none" strike="noStrike">
                <a:solidFill>
                  <a:srgbClr val="0000FF"/>
                </a:solidFill>
                <a:latin typeface="Arial"/>
                <a:ea typeface="Arial"/>
                <a:cs typeface="Arial"/>
                <a:sym typeface="Arial"/>
              </a:rPr>
              <a:t> Salto si mayor , si no menor o igual , si CF=0 y ZF=0.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JAE/JNB</a:t>
            </a:r>
            <a:r>
              <a:rPr b="0" i="0" lang="es-MX" sz="1800" u="none" cap="none" strike="noStrike">
                <a:solidFill>
                  <a:srgbClr val="0000FF"/>
                </a:solidFill>
                <a:latin typeface="Arial"/>
                <a:ea typeface="Arial"/>
                <a:cs typeface="Arial"/>
                <a:sym typeface="Arial"/>
              </a:rPr>
              <a:t> Salto si mayor o igual, si no menor, si CF=0.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JB/JNAE/JC</a:t>
            </a:r>
            <a:r>
              <a:rPr b="0" i="0" lang="es-MX" sz="1800" u="none" cap="none" strike="noStrike">
                <a:solidFill>
                  <a:srgbClr val="0000FF"/>
                </a:solidFill>
                <a:latin typeface="Arial"/>
                <a:ea typeface="Arial"/>
                <a:cs typeface="Arial"/>
                <a:sym typeface="Arial"/>
              </a:rPr>
              <a:t> Salto si menor , si no superior ni igual , si acarreo, si CF=1.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JBE/JNA</a:t>
            </a:r>
            <a:r>
              <a:rPr b="0" i="0" lang="es-MX" sz="1800" u="none" cap="none" strike="noStrike">
                <a:solidFill>
                  <a:srgbClr val="0000FF"/>
                </a:solidFill>
                <a:latin typeface="Arial"/>
                <a:ea typeface="Arial"/>
                <a:cs typeface="Arial"/>
                <a:sym typeface="Arial"/>
              </a:rPr>
              <a:t> Salto si menor o igual, si no mayor, si CF=1.</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JCXZ</a:t>
            </a:r>
            <a:r>
              <a:rPr b="0" i="0" lang="es-MX" sz="1800" u="none" cap="none" strike="noStrike">
                <a:solidFill>
                  <a:srgbClr val="0000FF"/>
                </a:solidFill>
                <a:latin typeface="Arial"/>
                <a:ea typeface="Arial"/>
                <a:cs typeface="Arial"/>
                <a:sym typeface="Arial"/>
              </a:rPr>
              <a:t> Salto si CX=0. JE/JZ Salto si igual, si cero , si ZF=1.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JG/JNLE</a:t>
            </a:r>
            <a:r>
              <a:rPr b="0" i="0" lang="es-MX" sz="1800" u="none" cap="none" strike="noStrike">
                <a:solidFill>
                  <a:srgbClr val="0000FF"/>
                </a:solidFill>
                <a:latin typeface="Arial"/>
                <a:ea typeface="Arial"/>
                <a:cs typeface="Arial"/>
                <a:sym typeface="Arial"/>
              </a:rPr>
              <a:t> Salto si mayor, si no menor ni igual, si ZF=0 y SF=0.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JGE/JNL</a:t>
            </a:r>
            <a:r>
              <a:rPr b="0" i="0" lang="es-MX" sz="1800" u="none" cap="none" strike="noStrike">
                <a:solidFill>
                  <a:srgbClr val="0000FF"/>
                </a:solidFill>
                <a:latin typeface="Arial"/>
                <a:ea typeface="Arial"/>
                <a:cs typeface="Arial"/>
                <a:sym typeface="Arial"/>
              </a:rPr>
              <a:t> Salto si mayor o igual, si no menor, si SF=0.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p:txBody>
      </p:sp>
      <p:sp>
        <p:nvSpPr>
          <p:cNvPr id="2258" name="Google Shape;2258;p2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259" name="Google Shape;2259;p2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4" name="Shape 2264"/>
        <p:cNvGrpSpPr/>
        <p:nvPr/>
      </p:nvGrpSpPr>
      <p:grpSpPr>
        <a:xfrm>
          <a:off x="0" y="0"/>
          <a:ext cx="0" cy="0"/>
          <a:chOff x="0" y="0"/>
          <a:chExt cx="0" cy="0"/>
        </a:xfrm>
      </p:grpSpPr>
      <p:sp>
        <p:nvSpPr>
          <p:cNvPr id="2265" name="Google Shape;2265;p289"/>
          <p:cNvSpPr txBox="1"/>
          <p:nvPr/>
        </p:nvSpPr>
        <p:spPr>
          <a:xfrm>
            <a:off x="0" y="0"/>
            <a:ext cx="74866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DE TRANSFERENCIA DE CONTROL (Condicional) </a:t>
            </a:r>
            <a:endParaRPr b="0" i="0" sz="1400" u="none" cap="none" strike="noStrike">
              <a:solidFill>
                <a:srgbClr val="000000"/>
              </a:solidFill>
              <a:latin typeface="Arial"/>
              <a:ea typeface="Arial"/>
              <a:cs typeface="Arial"/>
              <a:sym typeface="Arial"/>
            </a:endParaRPr>
          </a:p>
        </p:txBody>
      </p:sp>
      <p:sp>
        <p:nvSpPr>
          <p:cNvPr id="2266" name="Google Shape;2266;p289"/>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267" name="Google Shape;2267;p289"/>
          <p:cNvSpPr/>
          <p:nvPr/>
        </p:nvSpPr>
        <p:spPr>
          <a:xfrm>
            <a:off x="395288" y="537052"/>
            <a:ext cx="8351837" cy="5909310"/>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JL/JNGE</a:t>
            </a:r>
            <a:r>
              <a:rPr b="0" i="0" lang="es-MX" sz="1800" u="none" cap="none" strike="noStrike">
                <a:solidFill>
                  <a:srgbClr val="0000FF"/>
                </a:solidFill>
                <a:latin typeface="Arial"/>
                <a:ea typeface="Arial"/>
                <a:cs typeface="Arial"/>
                <a:sym typeface="Arial"/>
              </a:rPr>
              <a:t> Salto si menor , si no mayor ni igual , si SF&lt;&gt;OF.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JLE/JNG </a:t>
            </a:r>
            <a:r>
              <a:rPr b="0" i="0" lang="es-MX" sz="1800" u="none" cap="none" strike="noStrike">
                <a:solidFill>
                  <a:srgbClr val="0000FF"/>
                </a:solidFill>
                <a:latin typeface="Arial"/>
                <a:ea typeface="Arial"/>
                <a:cs typeface="Arial"/>
                <a:sym typeface="Arial"/>
              </a:rPr>
              <a:t>Salto si menor o igual , si no mayor , si ZF=0 y SF&lt;&gt;OF.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JNC</a:t>
            </a:r>
            <a:r>
              <a:rPr b="0" i="0" lang="es-MX" sz="1800" u="none" cap="none" strike="noStrike">
                <a:solidFill>
                  <a:srgbClr val="0000FF"/>
                </a:solidFill>
                <a:latin typeface="Arial"/>
                <a:ea typeface="Arial"/>
                <a:cs typeface="Arial"/>
                <a:sym typeface="Arial"/>
              </a:rPr>
              <a:t> Salto si no acarreo, si CF=0.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JNE/JNZ</a:t>
            </a:r>
            <a:r>
              <a:rPr b="0" i="0" lang="es-MX" sz="1800" u="none" cap="none" strike="noStrike">
                <a:solidFill>
                  <a:srgbClr val="0000FF"/>
                </a:solidFill>
                <a:latin typeface="Arial"/>
                <a:ea typeface="Arial"/>
                <a:cs typeface="Arial"/>
                <a:sym typeface="Arial"/>
              </a:rPr>
              <a:t> Salto si no igual, si no cero, si ZF=0.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JNO</a:t>
            </a:r>
            <a:r>
              <a:rPr b="0" i="0" lang="es-MX" sz="1800" u="none" cap="none" strike="noStrike">
                <a:solidFill>
                  <a:srgbClr val="0000FF"/>
                </a:solidFill>
                <a:latin typeface="Arial"/>
                <a:ea typeface="Arial"/>
                <a:cs typeface="Arial"/>
                <a:sym typeface="Arial"/>
              </a:rPr>
              <a:t> Salto si no desbordamiento, si OF=0.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JNP/JPO</a:t>
            </a:r>
            <a:r>
              <a:rPr b="0" i="0" lang="es-MX" sz="1800" u="none" cap="none" strike="noStrike">
                <a:solidFill>
                  <a:srgbClr val="0000FF"/>
                </a:solidFill>
                <a:latin typeface="Arial"/>
                <a:ea typeface="Arial"/>
                <a:cs typeface="Arial"/>
                <a:sym typeface="Arial"/>
              </a:rPr>
              <a:t> Salto si no paridad, si paridad impar, si PF=0.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JNS</a:t>
            </a:r>
            <a:r>
              <a:rPr b="0" i="0" lang="es-MX" sz="1800" u="none" cap="none" strike="noStrike">
                <a:solidFill>
                  <a:srgbClr val="0000FF"/>
                </a:solidFill>
                <a:latin typeface="Arial"/>
                <a:ea typeface="Arial"/>
                <a:cs typeface="Arial"/>
                <a:sym typeface="Arial"/>
              </a:rPr>
              <a:t> Salto si no signo, si positivo, si SF=0.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JO</a:t>
            </a:r>
            <a:r>
              <a:rPr b="0" i="0" lang="es-MX" sz="1800" u="none" cap="none" strike="noStrike">
                <a:solidFill>
                  <a:srgbClr val="0000FF"/>
                </a:solidFill>
                <a:latin typeface="Arial"/>
                <a:ea typeface="Arial"/>
                <a:cs typeface="Arial"/>
                <a:sym typeface="Arial"/>
              </a:rPr>
              <a:t> Salto si desbordamiento, si OF=1.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JP/JPE</a:t>
            </a:r>
            <a:r>
              <a:rPr b="0" i="0" lang="es-MX" sz="1800" u="none" cap="none" strike="noStrike">
                <a:solidFill>
                  <a:srgbClr val="0000FF"/>
                </a:solidFill>
                <a:latin typeface="Arial"/>
                <a:ea typeface="Arial"/>
                <a:cs typeface="Arial"/>
                <a:sym typeface="Arial"/>
              </a:rPr>
              <a:t> Salto si paridad, si paridad par, si PF=1.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JS</a:t>
            </a:r>
            <a:r>
              <a:rPr b="0" i="0" lang="es-MX" sz="1800" u="none" cap="none" strike="noStrike">
                <a:solidFill>
                  <a:srgbClr val="0000FF"/>
                </a:solidFill>
                <a:latin typeface="Arial"/>
                <a:ea typeface="Arial"/>
                <a:cs typeface="Arial"/>
                <a:sym typeface="Arial"/>
              </a:rPr>
              <a:t> Salto si signo, si SF=1.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JE, JZ</a:t>
            </a:r>
            <a:r>
              <a:rPr b="0" i="0" lang="es-MX" sz="1800" u="none" cap="none" strike="noStrike">
                <a:solidFill>
                  <a:srgbClr val="0000FF"/>
                </a:solidFill>
                <a:latin typeface="Arial"/>
                <a:ea typeface="Arial"/>
                <a:cs typeface="Arial"/>
                <a:sym typeface="Arial"/>
              </a:rPr>
              <a:t> salta si es igual ZF=1</a:t>
            </a:r>
            <a:endParaRPr b="0" i="0" sz="1400" u="none" cap="none" strike="noStrike">
              <a:solidFill>
                <a:srgbClr val="000000"/>
              </a:solidFill>
              <a:latin typeface="Arial"/>
              <a:ea typeface="Arial"/>
              <a:cs typeface="Arial"/>
              <a:sym typeface="Arial"/>
            </a:endParaRPr>
          </a:p>
        </p:txBody>
      </p:sp>
      <p:sp>
        <p:nvSpPr>
          <p:cNvPr id="2268" name="Google Shape;2268;p2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269" name="Google Shape;2269;p2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3" name="Shape 2273"/>
        <p:cNvGrpSpPr/>
        <p:nvPr/>
      </p:nvGrpSpPr>
      <p:grpSpPr>
        <a:xfrm>
          <a:off x="0" y="0"/>
          <a:ext cx="0" cy="0"/>
          <a:chOff x="0" y="0"/>
          <a:chExt cx="0" cy="0"/>
        </a:xfrm>
      </p:grpSpPr>
      <p:sp>
        <p:nvSpPr>
          <p:cNvPr id="2274" name="Google Shape;2274;p2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2275" name="Google Shape;2275;p29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114300" rtl="0" algn="l">
              <a:lnSpc>
                <a:spcPct val="100000"/>
              </a:lnSpc>
              <a:spcBef>
                <a:spcPts val="360"/>
              </a:spcBef>
              <a:spcAft>
                <a:spcPts val="0"/>
              </a:spcAft>
              <a:buSzPts val="1800"/>
              <a:buNone/>
            </a:pPr>
            <a:r>
              <a:t/>
            </a:r>
            <a:endParaRPr/>
          </a:p>
        </p:txBody>
      </p:sp>
      <p:sp>
        <p:nvSpPr>
          <p:cNvPr id="2276" name="Google Shape;2276;p2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graphicFrame>
        <p:nvGraphicFramePr>
          <p:cNvPr id="2277" name="Google Shape;2277;p290"/>
          <p:cNvGraphicFramePr/>
          <p:nvPr/>
        </p:nvGraphicFramePr>
        <p:xfrm>
          <a:off x="1524000" y="2478454"/>
          <a:ext cx="3000000" cy="3000000"/>
        </p:xfrm>
        <a:graphic>
          <a:graphicData uri="http://schemas.openxmlformats.org/drawingml/2006/table">
            <a:tbl>
              <a:tblPr bandRow="1" firstRow="1">
                <a:noFill/>
                <a:tableStyleId>{7BCB561C-A8D9-4940-A105-9EE0E4D35472}</a:tableStyleId>
              </a:tblPr>
              <a:tblGrid>
                <a:gridCol w="2032000"/>
                <a:gridCol w="2032000"/>
                <a:gridCol w="2032000"/>
              </a:tblGrid>
              <a:tr h="370850">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Condición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Sin signo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Con signo</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JE/JZ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JE/JZ </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&gt;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JA/JNBE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JG</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&lt;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JB/JNAE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JL</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JAE/JNB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JGE</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JBE/JNA</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JLE</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JNE/JNZ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JNE/JNZ</a:t>
                      </a:r>
                      <a:endParaRPr sz="1400" u="none" cap="none" strike="noStrike"/>
                    </a:p>
                  </a:txBody>
                  <a:tcPr marT="45725" marB="45725" marR="91450" marL="91450"/>
                </a:tc>
              </a:tr>
            </a:tbl>
          </a:graphicData>
        </a:graphic>
      </p:graphicFrame>
    </p:spTree>
  </p:cSld>
  <p:clrMapOvr>
    <a:masterClrMapping/>
  </p:clrMapOvr>
</p:sld>
</file>

<file path=ppt/slides/slide2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1" name="Shape 2281"/>
        <p:cNvGrpSpPr/>
        <p:nvPr/>
      </p:nvGrpSpPr>
      <p:grpSpPr>
        <a:xfrm>
          <a:off x="0" y="0"/>
          <a:ext cx="0" cy="0"/>
          <a:chOff x="0" y="0"/>
          <a:chExt cx="0" cy="0"/>
        </a:xfrm>
      </p:grpSpPr>
      <p:sp>
        <p:nvSpPr>
          <p:cNvPr id="2282" name="Google Shape;2282;p2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2283" name="Google Shape;2283;p29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360"/>
              </a:spcBef>
              <a:spcAft>
                <a:spcPts val="0"/>
              </a:spcAft>
              <a:buClr>
                <a:schemeClr val="dk1"/>
              </a:buClr>
              <a:buSzPts val="1800"/>
              <a:buNone/>
            </a:pPr>
            <a:r>
              <a:t/>
            </a:r>
            <a:endParaRPr/>
          </a:p>
        </p:txBody>
      </p:sp>
      <p:sp>
        <p:nvSpPr>
          <p:cNvPr id="2284" name="Google Shape;2284;p2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graphicFrame>
        <p:nvGraphicFramePr>
          <p:cNvPr id="2285" name="Google Shape;2285;p291"/>
          <p:cNvGraphicFramePr/>
          <p:nvPr/>
        </p:nvGraphicFramePr>
        <p:xfrm>
          <a:off x="1524000" y="2750661"/>
          <a:ext cx="3000000" cy="3000000"/>
        </p:xfrm>
        <a:graphic>
          <a:graphicData uri="http://schemas.openxmlformats.org/drawingml/2006/table">
            <a:tbl>
              <a:tblPr bandRow="1" firstRow="1">
                <a:noFill/>
                <a:tableStyleId>{7BCB561C-A8D9-4940-A105-9EE0E4D35472}</a:tableStyleId>
              </a:tblPr>
              <a:tblGrid>
                <a:gridCol w="2032000"/>
                <a:gridCol w="2032000"/>
                <a:gridCol w="2032000"/>
              </a:tblGrid>
              <a:tr h="370850">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BIT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 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 1 </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ZF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JZ</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JNZ </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CF</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JC</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JNC</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OF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JNO</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SF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JS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JNS </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SP</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JP</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s-MX" sz="1400" u="none" cap="none" strike="noStrike"/>
                        <a:t>JNP </a:t>
                      </a:r>
                      <a:endParaRPr sz="1400" u="none" cap="none" strike="noStrike"/>
                    </a:p>
                  </a:txBody>
                  <a:tcPr marT="45725" marB="45725" marR="91450" marL="91450"/>
                </a:tc>
              </a:tr>
            </a:tbl>
          </a:graphicData>
        </a:graphic>
      </p:graphicFrame>
    </p:spTree>
  </p:cSld>
  <p:clrMapOvr>
    <a:masterClrMapping/>
  </p:clrMapOvr>
</p:sld>
</file>

<file path=ppt/slides/slide2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9" name="Shape 2289"/>
        <p:cNvGrpSpPr/>
        <p:nvPr/>
      </p:nvGrpSpPr>
      <p:grpSpPr>
        <a:xfrm>
          <a:off x="0" y="0"/>
          <a:ext cx="0" cy="0"/>
          <a:chOff x="0" y="0"/>
          <a:chExt cx="0" cy="0"/>
        </a:xfrm>
      </p:grpSpPr>
      <p:sp>
        <p:nvSpPr>
          <p:cNvPr id="2290" name="Google Shape;2290;p292"/>
          <p:cNvSpPr txBox="1"/>
          <p:nvPr>
            <p:ph idx="1" type="body"/>
          </p:nvPr>
        </p:nvSpPr>
        <p:spPr>
          <a:xfrm>
            <a:off x="457200" y="0"/>
            <a:ext cx="8229600" cy="6858000"/>
          </a:xfrm>
          <a:prstGeom prst="rect">
            <a:avLst/>
          </a:prstGeom>
          <a:noFill/>
          <a:ln>
            <a:noFill/>
          </a:ln>
        </p:spPr>
        <p:txBody>
          <a:bodyPr anchorCtr="0" anchor="t" bIns="45700" lIns="91425" spcFirstLastPara="1" rIns="91425" wrap="square" tIns="45700">
            <a:normAutofit fontScale="25000" lnSpcReduction="20000"/>
          </a:bodyPr>
          <a:lstStyle/>
          <a:p>
            <a:pPr indent="0" lvl="0" marL="114300" rtl="0" algn="l">
              <a:lnSpc>
                <a:spcPct val="100000"/>
              </a:lnSpc>
              <a:spcBef>
                <a:spcPts val="360"/>
              </a:spcBef>
              <a:spcAft>
                <a:spcPts val="0"/>
              </a:spcAft>
              <a:buSzPct val="225000"/>
              <a:buNone/>
            </a:pPr>
            <a:r>
              <a:rPr lang="es-MX"/>
              <a:t>org 100h</a:t>
            </a:r>
            <a:endParaRPr/>
          </a:p>
          <a:p>
            <a:pPr indent="0" lvl="0" marL="114300" rtl="0" algn="l">
              <a:lnSpc>
                <a:spcPct val="100000"/>
              </a:lnSpc>
              <a:spcBef>
                <a:spcPts val="360"/>
              </a:spcBef>
              <a:spcAft>
                <a:spcPts val="0"/>
              </a:spcAft>
              <a:buSzPct val="225000"/>
              <a:buNone/>
            </a:pPr>
            <a:r>
              <a:rPr lang="es-MX"/>
              <a:t>jmp start</a:t>
            </a:r>
            <a:endParaRPr/>
          </a:p>
          <a:p>
            <a:pPr indent="0" lvl="0" marL="114300" rtl="0" algn="l">
              <a:lnSpc>
                <a:spcPct val="100000"/>
              </a:lnSpc>
              <a:spcBef>
                <a:spcPts val="360"/>
              </a:spcBef>
              <a:spcAft>
                <a:spcPts val="0"/>
              </a:spcAft>
              <a:buSzPct val="225000"/>
              <a:buNone/>
            </a:pPr>
            <a:r>
              <a:rPr lang="es-MX"/>
              <a:t>X       EQU 50      ; Coordenada X inicial</a:t>
            </a:r>
            <a:endParaRPr/>
          </a:p>
          <a:p>
            <a:pPr indent="0" lvl="0" marL="114300" rtl="0" algn="l">
              <a:lnSpc>
                <a:spcPct val="100000"/>
              </a:lnSpc>
              <a:spcBef>
                <a:spcPts val="360"/>
              </a:spcBef>
              <a:spcAft>
                <a:spcPts val="0"/>
              </a:spcAft>
              <a:buSzPct val="225000"/>
              <a:buNone/>
            </a:pPr>
            <a:r>
              <a:rPr lang="es-MX"/>
              <a:t>Y       EQU 50      ; Coordenada Y inicial</a:t>
            </a:r>
            <a:endParaRPr/>
          </a:p>
          <a:p>
            <a:pPr indent="0" lvl="0" marL="114300" rtl="0" algn="l">
              <a:lnSpc>
                <a:spcPct val="100000"/>
              </a:lnSpc>
              <a:spcBef>
                <a:spcPts val="360"/>
              </a:spcBef>
              <a:spcAft>
                <a:spcPts val="0"/>
              </a:spcAft>
              <a:buSzPct val="225000"/>
              <a:buNone/>
            </a:pPr>
            <a:r>
              <a:rPr lang="es-MX"/>
              <a:t>ANCHO   EQU 100     ; Ancho del rectángulo</a:t>
            </a:r>
            <a:endParaRPr/>
          </a:p>
          <a:p>
            <a:pPr indent="0" lvl="0" marL="114300" rtl="0" algn="l">
              <a:lnSpc>
                <a:spcPct val="100000"/>
              </a:lnSpc>
              <a:spcBef>
                <a:spcPts val="360"/>
              </a:spcBef>
              <a:spcAft>
                <a:spcPts val="0"/>
              </a:spcAft>
              <a:buSzPct val="225000"/>
              <a:buNone/>
            </a:pPr>
            <a:r>
              <a:rPr lang="es-MX"/>
              <a:t>ALTO    EQU 60      ; Alto del rectángulo</a:t>
            </a:r>
            <a:endParaRPr/>
          </a:p>
          <a:p>
            <a:pPr indent="0" lvl="0" marL="114300" rtl="0" algn="l">
              <a:lnSpc>
                <a:spcPct val="100000"/>
              </a:lnSpc>
              <a:spcBef>
                <a:spcPts val="360"/>
              </a:spcBef>
              <a:spcAft>
                <a:spcPts val="0"/>
              </a:spcAft>
              <a:buSzPct val="225000"/>
              <a:buNone/>
            </a:pPr>
            <a:r>
              <a:rPr lang="es-MX"/>
              <a:t>COLOR   EQU 0Fh     ; Color blanco (modo 13h)</a:t>
            </a:r>
            <a:endParaRPr/>
          </a:p>
          <a:p>
            <a:pPr indent="0" lvl="0" marL="114300" rtl="0" algn="l">
              <a:lnSpc>
                <a:spcPct val="100000"/>
              </a:lnSpc>
              <a:spcBef>
                <a:spcPts val="360"/>
              </a:spcBef>
              <a:spcAft>
                <a:spcPts val="0"/>
              </a:spcAft>
              <a:buSzPct val="225000"/>
              <a:buNone/>
            </a:pPr>
            <a:r>
              <a:rPr lang="es-MX"/>
              <a:t>start:    </a:t>
            </a:r>
            <a:endParaRPr/>
          </a:p>
          <a:p>
            <a:pPr indent="0" lvl="0" marL="114300" rtl="0" algn="l">
              <a:lnSpc>
                <a:spcPct val="100000"/>
              </a:lnSpc>
              <a:spcBef>
                <a:spcPts val="360"/>
              </a:spcBef>
              <a:spcAft>
                <a:spcPts val="0"/>
              </a:spcAft>
              <a:buSzPct val="225000"/>
              <a:buNone/>
            </a:pPr>
            <a:r>
              <a:rPr lang="es-MX"/>
              <a:t>    mov ah, 00h     ; 1. Establecer modo de video 13h (320 x 200 píxeles)</a:t>
            </a:r>
            <a:endParaRPr/>
          </a:p>
          <a:p>
            <a:pPr indent="0" lvl="0" marL="114300" rtl="0" algn="l">
              <a:lnSpc>
                <a:spcPct val="100000"/>
              </a:lnSpc>
              <a:spcBef>
                <a:spcPts val="360"/>
              </a:spcBef>
              <a:spcAft>
                <a:spcPts val="0"/>
              </a:spcAft>
              <a:buSzPct val="225000"/>
              <a:buNone/>
            </a:pPr>
            <a:r>
              <a:rPr lang="es-MX"/>
              <a:t>    mov al, 13h</a:t>
            </a:r>
            <a:endParaRPr/>
          </a:p>
          <a:p>
            <a:pPr indent="0" lvl="0" marL="114300" rtl="0" algn="l">
              <a:lnSpc>
                <a:spcPct val="100000"/>
              </a:lnSpc>
              <a:spcBef>
                <a:spcPts val="360"/>
              </a:spcBef>
              <a:spcAft>
                <a:spcPts val="0"/>
              </a:spcAft>
              <a:buSzPct val="225000"/>
              <a:buNone/>
            </a:pPr>
            <a:r>
              <a:rPr lang="es-MX"/>
              <a:t>    int 10h</a:t>
            </a:r>
            <a:endParaRPr/>
          </a:p>
          <a:p>
            <a:pPr indent="0" lvl="0" marL="114300" rtl="0" algn="l">
              <a:lnSpc>
                <a:spcPct val="100000"/>
              </a:lnSpc>
              <a:spcBef>
                <a:spcPts val="360"/>
              </a:spcBef>
              <a:spcAft>
                <a:spcPts val="0"/>
              </a:spcAft>
              <a:buSzPct val="225000"/>
              <a:buNone/>
            </a:pPr>
            <a:r>
              <a:rPr lang="es-MX"/>
              <a:t>    ; 2. BORDES HORIZONTALES (Línea superior e inferior)</a:t>
            </a:r>
            <a:endParaRPr/>
          </a:p>
          <a:p>
            <a:pPr indent="0" lvl="0" marL="114300" rtl="0" algn="l">
              <a:lnSpc>
                <a:spcPct val="100000"/>
              </a:lnSpc>
              <a:spcBef>
                <a:spcPts val="360"/>
              </a:spcBef>
              <a:spcAft>
                <a:spcPts val="0"/>
              </a:spcAft>
              <a:buSzPct val="225000"/>
              <a:buNone/>
            </a:pPr>
            <a:r>
              <a:rPr lang="es-MX"/>
              <a:t>    mov cx, X           ; Iniciar CX en X</a:t>
            </a:r>
            <a:endParaRPr/>
          </a:p>
          <a:p>
            <a:pPr indent="0" lvl="0" marL="114300" rtl="0" algn="l">
              <a:lnSpc>
                <a:spcPct val="100000"/>
              </a:lnSpc>
              <a:spcBef>
                <a:spcPts val="360"/>
              </a:spcBef>
              <a:spcAft>
                <a:spcPts val="0"/>
              </a:spcAft>
              <a:buSzPct val="225000"/>
              <a:buNone/>
            </a:pPr>
            <a:r>
              <a:rPr lang="es-MX"/>
              <a:t>loop_horizontal:</a:t>
            </a:r>
            <a:endParaRPr/>
          </a:p>
          <a:p>
            <a:pPr indent="0" lvl="0" marL="114300" rtl="0" algn="l">
              <a:lnSpc>
                <a:spcPct val="100000"/>
              </a:lnSpc>
              <a:spcBef>
                <a:spcPts val="360"/>
              </a:spcBef>
              <a:spcAft>
                <a:spcPts val="0"/>
              </a:spcAft>
              <a:buSzPct val="225000"/>
              <a:buNone/>
            </a:pPr>
            <a:r>
              <a:rPr lang="es-MX"/>
              <a:t>    mov dx, Y           ; Borde superior (Y)</a:t>
            </a:r>
            <a:endParaRPr/>
          </a:p>
          <a:p>
            <a:pPr indent="0" lvl="0" marL="114300" rtl="0" algn="l">
              <a:lnSpc>
                <a:spcPct val="100000"/>
              </a:lnSpc>
              <a:spcBef>
                <a:spcPts val="360"/>
              </a:spcBef>
              <a:spcAft>
                <a:spcPts val="0"/>
              </a:spcAft>
              <a:buSzPct val="225000"/>
              <a:buNone/>
            </a:pPr>
            <a:r>
              <a:rPr lang="es-MX"/>
              <a:t>    mov ah, 0Ch</a:t>
            </a:r>
            <a:endParaRPr/>
          </a:p>
          <a:p>
            <a:pPr indent="0" lvl="0" marL="114300" rtl="0" algn="l">
              <a:lnSpc>
                <a:spcPct val="100000"/>
              </a:lnSpc>
              <a:spcBef>
                <a:spcPts val="360"/>
              </a:spcBef>
              <a:spcAft>
                <a:spcPts val="0"/>
              </a:spcAft>
              <a:buSzPct val="225000"/>
              <a:buNone/>
            </a:pPr>
            <a:r>
              <a:rPr lang="es-MX"/>
              <a:t>    mov al, COLOR</a:t>
            </a:r>
            <a:endParaRPr/>
          </a:p>
          <a:p>
            <a:pPr indent="0" lvl="0" marL="114300" rtl="0" algn="l">
              <a:lnSpc>
                <a:spcPct val="100000"/>
              </a:lnSpc>
              <a:spcBef>
                <a:spcPts val="360"/>
              </a:spcBef>
              <a:spcAft>
                <a:spcPts val="0"/>
              </a:spcAft>
              <a:buSzPct val="225000"/>
              <a:buNone/>
            </a:pPr>
            <a:r>
              <a:rPr lang="es-MX"/>
              <a:t>    int 10h</a:t>
            </a:r>
            <a:endParaRPr/>
          </a:p>
          <a:p>
            <a:pPr indent="0" lvl="0" marL="114300" rtl="0" algn="l">
              <a:lnSpc>
                <a:spcPct val="100000"/>
              </a:lnSpc>
              <a:spcBef>
                <a:spcPts val="360"/>
              </a:spcBef>
              <a:spcAft>
                <a:spcPts val="0"/>
              </a:spcAft>
              <a:buSzPct val="225000"/>
              <a:buNone/>
            </a:pPr>
            <a:r>
              <a:rPr lang="es-MX"/>
              <a:t>    mov dx, Y + ALTO        ; Borde inferior (Y + ALTO)</a:t>
            </a:r>
            <a:endParaRPr/>
          </a:p>
          <a:p>
            <a:pPr indent="0" lvl="0" marL="114300" rtl="0" algn="l">
              <a:lnSpc>
                <a:spcPct val="100000"/>
              </a:lnSpc>
              <a:spcBef>
                <a:spcPts val="360"/>
              </a:spcBef>
              <a:spcAft>
                <a:spcPts val="0"/>
              </a:spcAft>
              <a:buSzPct val="225000"/>
              <a:buNone/>
            </a:pPr>
            <a:r>
              <a:rPr lang="es-MX"/>
              <a:t>    mov ah, 0Ch</a:t>
            </a:r>
            <a:endParaRPr/>
          </a:p>
          <a:p>
            <a:pPr indent="0" lvl="0" marL="114300" rtl="0" algn="l">
              <a:lnSpc>
                <a:spcPct val="100000"/>
              </a:lnSpc>
              <a:spcBef>
                <a:spcPts val="360"/>
              </a:spcBef>
              <a:spcAft>
                <a:spcPts val="0"/>
              </a:spcAft>
              <a:buSzPct val="225000"/>
              <a:buNone/>
            </a:pPr>
            <a:r>
              <a:rPr lang="es-MX"/>
              <a:t>    mov al, COLOR</a:t>
            </a:r>
            <a:endParaRPr/>
          </a:p>
          <a:p>
            <a:pPr indent="0" lvl="0" marL="114300" rtl="0" algn="l">
              <a:lnSpc>
                <a:spcPct val="100000"/>
              </a:lnSpc>
              <a:spcBef>
                <a:spcPts val="360"/>
              </a:spcBef>
              <a:spcAft>
                <a:spcPts val="0"/>
              </a:spcAft>
              <a:buSzPct val="225000"/>
              <a:buNone/>
            </a:pPr>
            <a:r>
              <a:rPr lang="es-MX"/>
              <a:t>    int 10h</a:t>
            </a:r>
            <a:endParaRPr/>
          </a:p>
          <a:p>
            <a:pPr indent="0" lvl="0" marL="114300" rtl="0" algn="l">
              <a:lnSpc>
                <a:spcPct val="100000"/>
              </a:lnSpc>
              <a:spcBef>
                <a:spcPts val="360"/>
              </a:spcBef>
              <a:spcAft>
                <a:spcPts val="0"/>
              </a:spcAft>
              <a:buSzPct val="225000"/>
              <a:buNone/>
            </a:pPr>
            <a:r>
              <a:rPr lang="es-MX"/>
              <a:t>    inc cx</a:t>
            </a:r>
            <a:endParaRPr/>
          </a:p>
          <a:p>
            <a:pPr indent="0" lvl="0" marL="114300" rtl="0" algn="l">
              <a:lnSpc>
                <a:spcPct val="100000"/>
              </a:lnSpc>
              <a:spcBef>
                <a:spcPts val="360"/>
              </a:spcBef>
              <a:spcAft>
                <a:spcPts val="0"/>
              </a:spcAft>
              <a:buSzPct val="225000"/>
              <a:buNone/>
            </a:pPr>
            <a:r>
              <a:rPr lang="es-MX"/>
              <a:t>    cmp cx, X + ANCHO</a:t>
            </a:r>
            <a:endParaRPr/>
          </a:p>
          <a:p>
            <a:pPr indent="0" lvl="0" marL="114300" rtl="0" algn="l">
              <a:lnSpc>
                <a:spcPct val="100000"/>
              </a:lnSpc>
              <a:spcBef>
                <a:spcPts val="360"/>
              </a:spcBef>
              <a:spcAft>
                <a:spcPts val="0"/>
              </a:spcAft>
              <a:buSzPct val="225000"/>
              <a:buNone/>
            </a:pPr>
            <a:r>
              <a:rPr lang="es-MX"/>
              <a:t>    jbe loop_horizontal ; Repetir desde X hasta (X + ANCHO)</a:t>
            </a:r>
            <a:endParaRPr/>
          </a:p>
          <a:p>
            <a:pPr indent="0" lvl="0" marL="114300" rtl="0" algn="l">
              <a:lnSpc>
                <a:spcPct val="100000"/>
              </a:lnSpc>
              <a:spcBef>
                <a:spcPts val="360"/>
              </a:spcBef>
              <a:spcAft>
                <a:spcPts val="0"/>
              </a:spcAft>
              <a:buSzPct val="225000"/>
              <a:buNone/>
            </a:pPr>
            <a:r>
              <a:rPr lang="es-MX"/>
              <a:t>    ; 3. BORDES VERTICALES (Línea izquierda y derecha)</a:t>
            </a:r>
            <a:endParaRPr/>
          </a:p>
          <a:p>
            <a:pPr indent="0" lvl="0" marL="114300" rtl="0" algn="l">
              <a:lnSpc>
                <a:spcPct val="100000"/>
              </a:lnSpc>
              <a:spcBef>
                <a:spcPts val="360"/>
              </a:spcBef>
              <a:spcAft>
                <a:spcPts val="0"/>
              </a:spcAft>
              <a:buSzPct val="225000"/>
              <a:buNone/>
            </a:pPr>
            <a:r>
              <a:rPr lang="es-MX"/>
              <a:t>    mov dx, Y           ; Iniciar DX en Y</a:t>
            </a:r>
            <a:endParaRPr/>
          </a:p>
          <a:p>
            <a:pPr indent="0" lvl="0" marL="114300" rtl="0" algn="l">
              <a:lnSpc>
                <a:spcPct val="100000"/>
              </a:lnSpc>
              <a:spcBef>
                <a:spcPts val="360"/>
              </a:spcBef>
              <a:spcAft>
                <a:spcPts val="0"/>
              </a:spcAft>
              <a:buSzPct val="225000"/>
              <a:buNone/>
            </a:pPr>
            <a:r>
              <a:rPr lang="es-MX"/>
              <a:t>loop_vertical:</a:t>
            </a:r>
            <a:endParaRPr/>
          </a:p>
          <a:p>
            <a:pPr indent="0" lvl="0" marL="114300" rtl="0" algn="l">
              <a:lnSpc>
                <a:spcPct val="100000"/>
              </a:lnSpc>
              <a:spcBef>
                <a:spcPts val="360"/>
              </a:spcBef>
              <a:spcAft>
                <a:spcPts val="0"/>
              </a:spcAft>
              <a:buSzPct val="225000"/>
              <a:buNone/>
            </a:pPr>
            <a:r>
              <a:rPr lang="es-MX"/>
              <a:t>    mov cx, X           ; Borde izquierdo (X)</a:t>
            </a:r>
            <a:endParaRPr/>
          </a:p>
          <a:p>
            <a:pPr indent="0" lvl="0" marL="114300" rtl="0" algn="l">
              <a:lnSpc>
                <a:spcPct val="100000"/>
              </a:lnSpc>
              <a:spcBef>
                <a:spcPts val="360"/>
              </a:spcBef>
              <a:spcAft>
                <a:spcPts val="0"/>
              </a:spcAft>
              <a:buSzPct val="225000"/>
              <a:buNone/>
            </a:pPr>
            <a:r>
              <a:rPr lang="es-MX"/>
              <a:t>    mov ah, 0Ch</a:t>
            </a:r>
            <a:endParaRPr/>
          </a:p>
          <a:p>
            <a:pPr indent="0" lvl="0" marL="114300" rtl="0" algn="l">
              <a:lnSpc>
                <a:spcPct val="100000"/>
              </a:lnSpc>
              <a:spcBef>
                <a:spcPts val="360"/>
              </a:spcBef>
              <a:spcAft>
                <a:spcPts val="0"/>
              </a:spcAft>
              <a:buSzPct val="225000"/>
              <a:buNone/>
            </a:pPr>
            <a:r>
              <a:rPr lang="es-MX"/>
              <a:t>    mov al, COLOR</a:t>
            </a:r>
            <a:endParaRPr/>
          </a:p>
          <a:p>
            <a:pPr indent="0" lvl="0" marL="114300" rtl="0" algn="l">
              <a:lnSpc>
                <a:spcPct val="100000"/>
              </a:lnSpc>
              <a:spcBef>
                <a:spcPts val="360"/>
              </a:spcBef>
              <a:spcAft>
                <a:spcPts val="0"/>
              </a:spcAft>
              <a:buSzPct val="225000"/>
              <a:buNone/>
            </a:pPr>
            <a:r>
              <a:rPr lang="es-MX"/>
              <a:t>    int 10h</a:t>
            </a:r>
            <a:endParaRPr/>
          </a:p>
          <a:p>
            <a:pPr indent="0" lvl="0" marL="114300" rtl="0" algn="l">
              <a:lnSpc>
                <a:spcPct val="100000"/>
              </a:lnSpc>
              <a:spcBef>
                <a:spcPts val="360"/>
              </a:spcBef>
              <a:spcAft>
                <a:spcPts val="0"/>
              </a:spcAft>
              <a:buSzPct val="225000"/>
              <a:buNone/>
            </a:pPr>
            <a:r>
              <a:rPr lang="es-MX"/>
              <a:t>    mov cx, X + ANCHO       ; Borde derecho (X + ANCHO)</a:t>
            </a:r>
            <a:endParaRPr/>
          </a:p>
          <a:p>
            <a:pPr indent="0" lvl="0" marL="114300" rtl="0" algn="l">
              <a:lnSpc>
                <a:spcPct val="100000"/>
              </a:lnSpc>
              <a:spcBef>
                <a:spcPts val="360"/>
              </a:spcBef>
              <a:spcAft>
                <a:spcPts val="0"/>
              </a:spcAft>
              <a:buSzPct val="225000"/>
              <a:buNone/>
            </a:pPr>
            <a:r>
              <a:rPr lang="es-MX"/>
              <a:t>    mov ah, 0Ch</a:t>
            </a:r>
            <a:endParaRPr/>
          </a:p>
          <a:p>
            <a:pPr indent="0" lvl="0" marL="114300" rtl="0" algn="l">
              <a:lnSpc>
                <a:spcPct val="100000"/>
              </a:lnSpc>
              <a:spcBef>
                <a:spcPts val="360"/>
              </a:spcBef>
              <a:spcAft>
                <a:spcPts val="0"/>
              </a:spcAft>
              <a:buSzPct val="225000"/>
              <a:buNone/>
            </a:pPr>
            <a:r>
              <a:rPr lang="es-MX"/>
              <a:t>    mov al, COLOR</a:t>
            </a:r>
            <a:endParaRPr/>
          </a:p>
          <a:p>
            <a:pPr indent="0" lvl="0" marL="114300" rtl="0" algn="l">
              <a:lnSpc>
                <a:spcPct val="100000"/>
              </a:lnSpc>
              <a:spcBef>
                <a:spcPts val="360"/>
              </a:spcBef>
              <a:spcAft>
                <a:spcPts val="0"/>
              </a:spcAft>
              <a:buSzPct val="225000"/>
              <a:buNone/>
            </a:pPr>
            <a:r>
              <a:rPr lang="es-MX"/>
              <a:t>    int 10h</a:t>
            </a:r>
            <a:endParaRPr/>
          </a:p>
          <a:p>
            <a:pPr indent="0" lvl="0" marL="114300" rtl="0" algn="l">
              <a:lnSpc>
                <a:spcPct val="100000"/>
              </a:lnSpc>
              <a:spcBef>
                <a:spcPts val="360"/>
              </a:spcBef>
              <a:spcAft>
                <a:spcPts val="0"/>
              </a:spcAft>
              <a:buSzPct val="225000"/>
              <a:buNone/>
            </a:pPr>
            <a:r>
              <a:rPr lang="es-MX"/>
              <a:t>    inc dx</a:t>
            </a:r>
            <a:endParaRPr/>
          </a:p>
          <a:p>
            <a:pPr indent="0" lvl="0" marL="114300" rtl="0" algn="l">
              <a:lnSpc>
                <a:spcPct val="100000"/>
              </a:lnSpc>
              <a:spcBef>
                <a:spcPts val="360"/>
              </a:spcBef>
              <a:spcAft>
                <a:spcPts val="0"/>
              </a:spcAft>
              <a:buSzPct val="225000"/>
              <a:buNone/>
            </a:pPr>
            <a:r>
              <a:rPr lang="es-MX"/>
              <a:t>    cmp dx, Y + ALTO</a:t>
            </a:r>
            <a:endParaRPr/>
          </a:p>
          <a:p>
            <a:pPr indent="0" lvl="0" marL="114300" rtl="0" algn="l">
              <a:lnSpc>
                <a:spcPct val="100000"/>
              </a:lnSpc>
              <a:spcBef>
                <a:spcPts val="360"/>
              </a:spcBef>
              <a:spcAft>
                <a:spcPts val="0"/>
              </a:spcAft>
              <a:buSzPct val="225000"/>
              <a:buNone/>
            </a:pPr>
            <a:r>
              <a:rPr lang="es-MX"/>
              <a:t>    jbe loop_vertical   ; Repetir desde Y hasta (Y + ALTO)</a:t>
            </a:r>
            <a:endParaRPr/>
          </a:p>
          <a:p>
            <a:pPr indent="0" lvl="0" marL="114300" rtl="0" algn="l">
              <a:lnSpc>
                <a:spcPct val="100000"/>
              </a:lnSpc>
              <a:spcBef>
                <a:spcPts val="360"/>
              </a:spcBef>
              <a:spcAft>
                <a:spcPts val="0"/>
              </a:spcAft>
              <a:buSzPct val="225000"/>
              <a:buNone/>
            </a:pPr>
            <a:r>
              <a:rPr lang="es-MX"/>
              <a:t>    ; 4. Finalización</a:t>
            </a:r>
            <a:endParaRPr/>
          </a:p>
          <a:p>
            <a:pPr indent="0" lvl="0" marL="114300" rtl="0" algn="l">
              <a:lnSpc>
                <a:spcPct val="100000"/>
              </a:lnSpc>
              <a:spcBef>
                <a:spcPts val="360"/>
              </a:spcBef>
              <a:spcAft>
                <a:spcPts val="0"/>
              </a:spcAft>
              <a:buSzPct val="225000"/>
              <a:buNone/>
            </a:pPr>
            <a:r>
              <a:rPr lang="es-MX"/>
              <a:t>    mov ah, 00h             ; Esperar pulsación de tecla</a:t>
            </a:r>
            <a:endParaRPr/>
          </a:p>
          <a:p>
            <a:pPr indent="0" lvl="0" marL="114300" rtl="0" algn="l">
              <a:lnSpc>
                <a:spcPct val="100000"/>
              </a:lnSpc>
              <a:spcBef>
                <a:spcPts val="360"/>
              </a:spcBef>
              <a:spcAft>
                <a:spcPts val="0"/>
              </a:spcAft>
              <a:buSzPct val="225000"/>
              <a:buNone/>
            </a:pPr>
            <a:r>
              <a:rPr lang="es-MX"/>
              <a:t>    int 16h</a:t>
            </a:r>
            <a:endParaRPr/>
          </a:p>
          <a:p>
            <a:pPr indent="0" lvl="0" marL="114300" rtl="0" algn="l">
              <a:lnSpc>
                <a:spcPct val="100000"/>
              </a:lnSpc>
              <a:spcBef>
                <a:spcPts val="360"/>
              </a:spcBef>
              <a:spcAft>
                <a:spcPts val="0"/>
              </a:spcAft>
              <a:buSzPct val="225000"/>
              <a:buNone/>
            </a:pPr>
            <a:r>
              <a:rPr lang="es-MX"/>
              <a:t>    mov ah, 00h             ; Restaurar modo texto (03h)</a:t>
            </a:r>
            <a:endParaRPr/>
          </a:p>
          <a:p>
            <a:pPr indent="0" lvl="0" marL="114300" rtl="0" algn="l">
              <a:lnSpc>
                <a:spcPct val="100000"/>
              </a:lnSpc>
              <a:spcBef>
                <a:spcPts val="360"/>
              </a:spcBef>
              <a:spcAft>
                <a:spcPts val="0"/>
              </a:spcAft>
              <a:buSzPct val="225000"/>
              <a:buNone/>
            </a:pPr>
            <a:r>
              <a:rPr lang="es-MX"/>
              <a:t>    mov al, 03h</a:t>
            </a:r>
            <a:endParaRPr/>
          </a:p>
          <a:p>
            <a:pPr indent="0" lvl="0" marL="114300" rtl="0" algn="l">
              <a:lnSpc>
                <a:spcPct val="100000"/>
              </a:lnSpc>
              <a:spcBef>
                <a:spcPts val="360"/>
              </a:spcBef>
              <a:spcAft>
                <a:spcPts val="0"/>
              </a:spcAft>
              <a:buSzPct val="225000"/>
              <a:buNone/>
            </a:pPr>
            <a:r>
              <a:rPr lang="es-MX"/>
              <a:t>    int 10h</a:t>
            </a:r>
            <a:endParaRPr/>
          </a:p>
          <a:p>
            <a:pPr indent="0" lvl="0" marL="114300" rtl="0" algn="l">
              <a:lnSpc>
                <a:spcPct val="100000"/>
              </a:lnSpc>
              <a:spcBef>
                <a:spcPts val="360"/>
              </a:spcBef>
              <a:spcAft>
                <a:spcPts val="0"/>
              </a:spcAft>
              <a:buSzPct val="225000"/>
              <a:buNone/>
            </a:pPr>
            <a:r>
              <a:rPr lang="es-MX"/>
              <a:t>    ret</a:t>
            </a:r>
            <a:endParaRPr/>
          </a:p>
        </p:txBody>
      </p:sp>
      <p:sp>
        <p:nvSpPr>
          <p:cNvPr id="2291" name="Google Shape;2291;p2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
        <p:nvSpPr>
          <p:cNvPr id="2292" name="Google Shape;2292;p292"/>
          <p:cNvSpPr txBox="1"/>
          <p:nvPr/>
        </p:nvSpPr>
        <p:spPr>
          <a:xfrm>
            <a:off x="4838628" y="609601"/>
            <a:ext cx="3429144"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Dibuja un rectángulo: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En loop_horizontal, mientras CX avanza </a:t>
            </a:r>
            <a:endParaRPr/>
          </a:p>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horizontalmente, pintamos en Y (arriba)</a:t>
            </a:r>
            <a:endParaRPr/>
          </a:p>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 y en Y + ALTO (abajo).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En loop_vertical, mientras DX avanza </a:t>
            </a:r>
            <a:endParaRPr/>
          </a:p>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verticalmente, pintamos en X (izquierda)</a:t>
            </a:r>
            <a:endParaRPr/>
          </a:p>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 y en X + ANCHO (derecha).</a:t>
            </a:r>
            <a:endParaRPr/>
          </a:p>
        </p:txBody>
      </p:sp>
      <p:pic>
        <p:nvPicPr>
          <p:cNvPr id="2293" name="Google Shape;2293;p292"/>
          <p:cNvPicPr preferRelativeResize="0"/>
          <p:nvPr/>
        </p:nvPicPr>
        <p:blipFill rotWithShape="1">
          <a:blip r:embed="rId3">
            <a:alphaModFix/>
          </a:blip>
          <a:srcRect b="0" l="0" r="0" t="0"/>
          <a:stretch/>
        </p:blipFill>
        <p:spPr>
          <a:xfrm>
            <a:off x="4992608" y="3429000"/>
            <a:ext cx="2457793" cy="1743318"/>
          </a:xfrm>
          <a:prstGeom prst="rect">
            <a:avLst/>
          </a:prstGeom>
          <a:noFill/>
          <a:ln>
            <a:noFill/>
          </a:ln>
        </p:spPr>
      </p:pic>
    </p:spTree>
  </p:cSld>
  <p:clrMapOvr>
    <a:masterClrMapping/>
  </p:clrMapOvr>
</p:sld>
</file>

<file path=ppt/slides/slide2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7" name="Shape 2297"/>
        <p:cNvGrpSpPr/>
        <p:nvPr/>
      </p:nvGrpSpPr>
      <p:grpSpPr>
        <a:xfrm>
          <a:off x="0" y="0"/>
          <a:ext cx="0" cy="0"/>
          <a:chOff x="0" y="0"/>
          <a:chExt cx="0" cy="0"/>
        </a:xfrm>
      </p:grpSpPr>
      <p:sp>
        <p:nvSpPr>
          <p:cNvPr id="2298" name="Google Shape;2298;p29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333333"/>
              </a:buClr>
              <a:buSzPts val="4400"/>
              <a:buFont typeface="Ubuntu"/>
              <a:buNone/>
            </a:pPr>
            <a:r>
              <a:rPr b="1" i="0" lang="es-MX">
                <a:solidFill>
                  <a:srgbClr val="333333"/>
                </a:solidFill>
                <a:latin typeface="Ubuntu"/>
                <a:ea typeface="Ubuntu"/>
                <a:cs typeface="Ubuntu"/>
                <a:sym typeface="Ubuntu"/>
              </a:rPr>
              <a:t>Cambiar a mayúsculas:</a:t>
            </a:r>
            <a:endParaRPr/>
          </a:p>
        </p:txBody>
      </p:sp>
      <p:sp>
        <p:nvSpPr>
          <p:cNvPr id="2299" name="Google Shape;2299;p29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Char char="•"/>
            </a:pPr>
            <a:r>
              <a:rPr lang="es-MX"/>
              <a:t>a🡪 97 </a:t>
            </a:r>
            <a:endParaRPr/>
          </a:p>
          <a:p>
            <a:pPr indent="-285750" lvl="1" marL="742950" rtl="0" algn="l">
              <a:lnSpc>
                <a:spcPct val="100000"/>
              </a:lnSpc>
              <a:spcBef>
                <a:spcPts val="480"/>
              </a:spcBef>
              <a:spcAft>
                <a:spcPts val="0"/>
              </a:spcAft>
              <a:buClr>
                <a:schemeClr val="dk1"/>
              </a:buClr>
              <a:buSzPts val="2400"/>
              <a:buChar char="–"/>
            </a:pPr>
            <a:r>
              <a:rPr lang="es-MX"/>
              <a:t>Si le resto 32 🡪 A</a:t>
            </a:r>
            <a:endParaRPr/>
          </a:p>
        </p:txBody>
      </p:sp>
      <p:pic>
        <p:nvPicPr>
          <p:cNvPr id="2300" name="Google Shape;2300;p293"/>
          <p:cNvPicPr preferRelativeResize="0"/>
          <p:nvPr>
            <p:ph idx="2" type="body"/>
          </p:nvPr>
        </p:nvPicPr>
        <p:blipFill rotWithShape="1">
          <a:blip r:embed="rId3">
            <a:alphaModFix/>
          </a:blip>
          <a:srcRect b="0" l="0" r="0" t="0"/>
          <a:stretch/>
        </p:blipFill>
        <p:spPr>
          <a:xfrm>
            <a:off x="5853112" y="2005806"/>
            <a:ext cx="1628775" cy="3714750"/>
          </a:xfrm>
          <a:prstGeom prst="rect">
            <a:avLst/>
          </a:prstGeom>
          <a:noFill/>
          <a:ln>
            <a:noFill/>
          </a:ln>
        </p:spPr>
      </p:pic>
      <p:sp>
        <p:nvSpPr>
          <p:cNvPr id="2301" name="Google Shape;2301;p2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302" name="Google Shape;2302;p2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6" name="Shape 2306"/>
        <p:cNvGrpSpPr/>
        <p:nvPr/>
      </p:nvGrpSpPr>
      <p:grpSpPr>
        <a:xfrm>
          <a:off x="0" y="0"/>
          <a:ext cx="0" cy="0"/>
          <a:chOff x="0" y="0"/>
          <a:chExt cx="0" cy="0"/>
        </a:xfrm>
      </p:grpSpPr>
      <p:sp>
        <p:nvSpPr>
          <p:cNvPr id="2307" name="Google Shape;2307;p29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333333"/>
              </a:buClr>
              <a:buSzPts val="4400"/>
              <a:buFont typeface="Ubuntu"/>
              <a:buNone/>
            </a:pPr>
            <a:r>
              <a:rPr b="1" i="0" lang="es-MX">
                <a:solidFill>
                  <a:srgbClr val="333333"/>
                </a:solidFill>
                <a:latin typeface="Ubuntu"/>
                <a:ea typeface="Ubuntu"/>
                <a:cs typeface="Ubuntu"/>
                <a:sym typeface="Ubuntu"/>
              </a:rPr>
              <a:t>Cambiar a mayúsculas:</a:t>
            </a:r>
            <a:endParaRPr/>
          </a:p>
        </p:txBody>
      </p:sp>
      <p:sp>
        <p:nvSpPr>
          <p:cNvPr id="2308" name="Google Shape;2308;p29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ORG 100H </a:t>
            </a:r>
            <a:endParaRPr/>
          </a:p>
          <a:p>
            <a:pPr indent="0" lvl="0" marL="0" rtl="0" algn="l">
              <a:lnSpc>
                <a:spcPct val="100000"/>
              </a:lnSpc>
              <a:spcBef>
                <a:spcPts val="256"/>
              </a:spcBef>
              <a:spcAft>
                <a:spcPts val="0"/>
              </a:spcAft>
              <a:buClr>
                <a:schemeClr val="dk1"/>
              </a:buClr>
              <a:buSzPct val="100000"/>
              <a:buNone/>
            </a:pPr>
            <a:r>
              <a:rPr lang="es-MX"/>
              <a:t>            jmp lectura</a:t>
            </a:r>
            <a:endParaRPr/>
          </a:p>
          <a:p>
            <a:pPr indent="0" lvl="0" marL="0" rtl="0" algn="l">
              <a:lnSpc>
                <a:spcPct val="100000"/>
              </a:lnSpc>
              <a:spcBef>
                <a:spcPts val="256"/>
              </a:spcBef>
              <a:spcAft>
                <a:spcPts val="0"/>
              </a:spcAft>
              <a:buClr>
                <a:schemeClr val="dk1"/>
              </a:buClr>
              <a:buSzPct val="100000"/>
              <a:buNone/>
            </a:pPr>
            <a:r>
              <a:rPr lang="es-MX"/>
              <a:t>            tecla db 0</a:t>
            </a:r>
            <a:endParaRPr/>
          </a:p>
          <a:p>
            <a:pPr indent="0" lvl="0" marL="0" rtl="0" algn="l">
              <a:lnSpc>
                <a:spcPct val="100000"/>
              </a:lnSpc>
              <a:spcBef>
                <a:spcPts val="256"/>
              </a:spcBef>
              <a:spcAft>
                <a:spcPts val="0"/>
              </a:spcAft>
              <a:buClr>
                <a:schemeClr val="dk1"/>
              </a:buClr>
              <a:buSzPct val="100000"/>
              <a:buNone/>
            </a:pPr>
            <a:r>
              <a:rPr lang="es-MX"/>
              <a:t>lectura:    mov ah,7        ; Entrada de consola directa con eco desactivado</a:t>
            </a:r>
            <a:endParaRPr/>
          </a:p>
          <a:p>
            <a:pPr indent="0" lvl="0" marL="0" rtl="0" algn="l">
              <a:lnSpc>
                <a:spcPct val="100000"/>
              </a:lnSpc>
              <a:spcBef>
                <a:spcPts val="256"/>
              </a:spcBef>
              <a:spcAft>
                <a:spcPts val="0"/>
              </a:spcAft>
              <a:buClr>
                <a:schemeClr val="dk1"/>
              </a:buClr>
              <a:buSzPct val="100000"/>
              <a:buNone/>
            </a:pPr>
            <a:r>
              <a:rPr lang="es-MX"/>
              <a:t>                            ; Espera hasta recibir un caracter desde del teclado y lo coloca en AL</a:t>
            </a:r>
            <a:endParaRPr/>
          </a:p>
          <a:p>
            <a:pPr indent="0" lvl="0" marL="0" rtl="0" algn="l">
              <a:lnSpc>
                <a:spcPct val="100000"/>
              </a:lnSpc>
              <a:spcBef>
                <a:spcPts val="256"/>
              </a:spcBef>
              <a:spcAft>
                <a:spcPts val="0"/>
              </a:spcAft>
              <a:buClr>
                <a:schemeClr val="dk1"/>
              </a:buClr>
              <a:buSzPct val="100000"/>
              <a:buNone/>
            </a:pPr>
            <a:r>
              <a:rPr lang="es-MX"/>
              <a:t>            int 21h</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            mov tecla, al</a:t>
            </a:r>
            <a:endParaRPr/>
          </a:p>
          <a:p>
            <a:pPr indent="0" lvl="0" marL="0" rtl="0" algn="l">
              <a:lnSpc>
                <a:spcPct val="100000"/>
              </a:lnSpc>
              <a:spcBef>
                <a:spcPts val="256"/>
              </a:spcBef>
              <a:spcAft>
                <a:spcPts val="0"/>
              </a:spcAft>
              <a:buClr>
                <a:schemeClr val="dk1"/>
              </a:buClr>
              <a:buSzPct val="100000"/>
              <a:buNone/>
            </a:pPr>
            <a:r>
              <a:rPr lang="es-MX"/>
              <a:t>            cmp al,13</a:t>
            </a:r>
            <a:endParaRPr/>
          </a:p>
          <a:p>
            <a:pPr indent="0" lvl="0" marL="0" rtl="0" algn="l">
              <a:lnSpc>
                <a:spcPct val="100000"/>
              </a:lnSpc>
              <a:spcBef>
                <a:spcPts val="256"/>
              </a:spcBef>
              <a:spcAft>
                <a:spcPts val="0"/>
              </a:spcAft>
              <a:buClr>
                <a:schemeClr val="dk1"/>
              </a:buClr>
              <a:buSzPct val="100000"/>
              <a:buNone/>
            </a:pPr>
            <a:r>
              <a:rPr lang="es-MX"/>
              <a:t>            jz fin:</a:t>
            </a:r>
            <a:endParaRPr/>
          </a:p>
          <a:p>
            <a:pPr indent="0" lvl="0" marL="0" rtl="0" algn="l">
              <a:lnSpc>
                <a:spcPct val="100000"/>
              </a:lnSpc>
              <a:spcBef>
                <a:spcPts val="256"/>
              </a:spcBef>
              <a:spcAft>
                <a:spcPts val="0"/>
              </a:spcAft>
              <a:buClr>
                <a:schemeClr val="dk1"/>
              </a:buClr>
              <a:buSzPct val="100000"/>
              <a:buNone/>
            </a:pPr>
            <a:r>
              <a:rPr lang="es-MX"/>
              <a:t>            cmp tecla, 122  ; Si tecla es mayor a 122 entonces ir a fin3 (tecla &gt; 122)</a:t>
            </a:r>
            <a:endParaRPr/>
          </a:p>
          <a:p>
            <a:pPr indent="0" lvl="0" marL="0" rtl="0" algn="l">
              <a:lnSpc>
                <a:spcPct val="100000"/>
              </a:lnSpc>
              <a:spcBef>
                <a:spcPts val="256"/>
              </a:spcBef>
              <a:spcAft>
                <a:spcPts val="0"/>
              </a:spcAft>
              <a:buClr>
                <a:schemeClr val="dk1"/>
              </a:buClr>
              <a:buSzPct val="100000"/>
              <a:buNone/>
            </a:pPr>
            <a:r>
              <a:rPr lang="es-MX"/>
              <a:t>            ja fin3</a:t>
            </a:r>
            <a:endParaRPr/>
          </a:p>
          <a:p>
            <a:pPr indent="0" lvl="0" marL="0" rtl="0" algn="l">
              <a:lnSpc>
                <a:spcPct val="100000"/>
              </a:lnSpc>
              <a:spcBef>
                <a:spcPts val="256"/>
              </a:spcBef>
              <a:spcAft>
                <a:spcPts val="0"/>
              </a:spcAft>
              <a:buClr>
                <a:schemeClr val="dk1"/>
              </a:buClr>
              <a:buSzPct val="100000"/>
              <a:buNone/>
            </a:pPr>
            <a:r>
              <a:rPr lang="es-MX"/>
              <a:t>            cmp tecla,96    ; Si tecla no es mayor a 96 ir a fin3 (tecla &lt;= 96)</a:t>
            </a:r>
            <a:endParaRPr/>
          </a:p>
          <a:p>
            <a:pPr indent="0" lvl="0" marL="0" rtl="0" algn="l">
              <a:lnSpc>
                <a:spcPct val="100000"/>
              </a:lnSpc>
              <a:spcBef>
                <a:spcPts val="256"/>
              </a:spcBef>
              <a:spcAft>
                <a:spcPts val="0"/>
              </a:spcAft>
              <a:buClr>
                <a:schemeClr val="dk1"/>
              </a:buClr>
              <a:buSzPct val="100000"/>
              <a:buNone/>
            </a:pPr>
            <a:r>
              <a:rPr lang="es-MX"/>
              <a:t>            jng fin3</a:t>
            </a:r>
            <a:endParaRPr/>
          </a:p>
          <a:p>
            <a:pPr indent="0" lvl="0" marL="0" rtl="0" algn="l">
              <a:lnSpc>
                <a:spcPct val="100000"/>
              </a:lnSpc>
              <a:spcBef>
                <a:spcPts val="256"/>
              </a:spcBef>
              <a:spcAft>
                <a:spcPts val="0"/>
              </a:spcAft>
              <a:buClr>
                <a:schemeClr val="dk1"/>
              </a:buClr>
              <a:buSzPct val="100000"/>
              <a:buNone/>
            </a:pPr>
            <a:r>
              <a:rPr lang="es-MX"/>
              <a:t>            sub tecla, 32   ; Si es 'a' hasta 'z' entonces restarle 32</a:t>
            </a:r>
            <a:endParaRPr/>
          </a:p>
          <a:p>
            <a:pPr indent="0" lvl="0" marL="0" rtl="0" algn="l">
              <a:lnSpc>
                <a:spcPct val="100000"/>
              </a:lnSpc>
              <a:spcBef>
                <a:spcPts val="256"/>
              </a:spcBef>
              <a:spcAft>
                <a:spcPts val="0"/>
              </a:spcAft>
              <a:buClr>
                <a:schemeClr val="dk1"/>
              </a:buClr>
              <a:buSzPct val="100000"/>
              <a:buNone/>
            </a:pPr>
            <a:r>
              <a:rPr lang="es-MX"/>
              <a:t>fin3:       mov ah,2        ; Exhibe salida, Exhibe el carácter en DL.</a:t>
            </a:r>
            <a:endParaRPr/>
          </a:p>
          <a:p>
            <a:pPr indent="0" lvl="0" marL="0" rtl="0" algn="l">
              <a:lnSpc>
                <a:spcPct val="100000"/>
              </a:lnSpc>
              <a:spcBef>
                <a:spcPts val="256"/>
              </a:spcBef>
              <a:spcAft>
                <a:spcPts val="0"/>
              </a:spcAft>
              <a:buClr>
                <a:schemeClr val="dk1"/>
              </a:buClr>
              <a:buSzPct val="100000"/>
              <a:buNone/>
            </a:pPr>
            <a:r>
              <a:rPr lang="es-MX"/>
              <a:t>            mov dl,tecla</a:t>
            </a:r>
            <a:endParaRPr/>
          </a:p>
          <a:p>
            <a:pPr indent="0" lvl="0" marL="0" rtl="0" algn="l">
              <a:lnSpc>
                <a:spcPct val="100000"/>
              </a:lnSpc>
              <a:spcBef>
                <a:spcPts val="256"/>
              </a:spcBef>
              <a:spcAft>
                <a:spcPts val="0"/>
              </a:spcAft>
              <a:buClr>
                <a:schemeClr val="dk1"/>
              </a:buClr>
              <a:buSzPct val="100000"/>
              <a:buNone/>
            </a:pPr>
            <a:r>
              <a:rPr lang="es-MX"/>
              <a:t>            int 21h</a:t>
            </a:r>
            <a:endParaRPr/>
          </a:p>
          <a:p>
            <a:pPr indent="0" lvl="0" marL="0" rtl="0" algn="l">
              <a:lnSpc>
                <a:spcPct val="100000"/>
              </a:lnSpc>
              <a:spcBef>
                <a:spcPts val="256"/>
              </a:spcBef>
              <a:spcAft>
                <a:spcPts val="0"/>
              </a:spcAft>
              <a:buClr>
                <a:schemeClr val="dk1"/>
              </a:buClr>
              <a:buSzPct val="100000"/>
              <a:buNone/>
            </a:pPr>
            <a:r>
              <a:rPr lang="es-MX"/>
              <a:t>            jmp lectura</a:t>
            </a:r>
            <a:endParaRPr/>
          </a:p>
          <a:p>
            <a:pPr indent="0" lvl="0" marL="0" rtl="0" algn="l">
              <a:lnSpc>
                <a:spcPct val="100000"/>
              </a:lnSpc>
              <a:spcBef>
                <a:spcPts val="256"/>
              </a:spcBef>
              <a:spcAft>
                <a:spcPts val="0"/>
              </a:spcAft>
              <a:buClr>
                <a:schemeClr val="dk1"/>
              </a:buClr>
              <a:buSzPct val="100000"/>
              <a:buNone/>
            </a:pPr>
            <a:r>
              <a:rPr lang="es-MX"/>
              <a:t>fin:        ret</a:t>
            </a:r>
            <a:endParaRPr/>
          </a:p>
        </p:txBody>
      </p:sp>
      <p:sp>
        <p:nvSpPr>
          <p:cNvPr id="2309" name="Google Shape;2309;p2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310" name="Google Shape;2310;p2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4" name="Shape 2314"/>
        <p:cNvGrpSpPr/>
        <p:nvPr/>
      </p:nvGrpSpPr>
      <p:grpSpPr>
        <a:xfrm>
          <a:off x="0" y="0"/>
          <a:ext cx="0" cy="0"/>
          <a:chOff x="0" y="0"/>
          <a:chExt cx="0" cy="0"/>
        </a:xfrm>
      </p:grpSpPr>
      <p:sp>
        <p:nvSpPr>
          <p:cNvPr id="2315" name="Google Shape;2315;p29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Programa que ordene un vector de mayor a menor.</a:t>
            </a:r>
            <a:endParaRPr/>
          </a:p>
        </p:txBody>
      </p:sp>
      <p:sp>
        <p:nvSpPr>
          <p:cNvPr id="2316" name="Google Shape;2316;p29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350"/>
              <a:buNone/>
            </a:pPr>
            <a:r>
              <a:rPr lang="es-MX" sz="1350"/>
              <a:t> org 100h </a:t>
            </a:r>
            <a:endParaRPr/>
          </a:p>
          <a:p>
            <a:pPr indent="0" lvl="0" marL="0" rtl="0" algn="l">
              <a:lnSpc>
                <a:spcPct val="100000"/>
              </a:lnSpc>
              <a:spcBef>
                <a:spcPts val="270"/>
              </a:spcBef>
              <a:spcAft>
                <a:spcPts val="0"/>
              </a:spcAft>
              <a:buClr>
                <a:schemeClr val="dk1"/>
              </a:buClr>
              <a:buSzPts val="1350"/>
              <a:buNone/>
            </a:pPr>
            <a:r>
              <a:rPr lang="es-MX" sz="1350"/>
              <a:t>        jmp inicio</a:t>
            </a:r>
            <a:endParaRPr/>
          </a:p>
          <a:p>
            <a:pPr indent="0" lvl="0" marL="0" rtl="0" algn="l">
              <a:lnSpc>
                <a:spcPct val="100000"/>
              </a:lnSpc>
              <a:spcBef>
                <a:spcPts val="270"/>
              </a:spcBef>
              <a:spcAft>
                <a:spcPts val="0"/>
              </a:spcAft>
              <a:buClr>
                <a:schemeClr val="dk1"/>
              </a:buClr>
              <a:buSzPts val="1350"/>
              <a:buNone/>
            </a:pPr>
            <a:r>
              <a:rPr lang="es-MX" sz="1350"/>
              <a:t>        v db 2,32,64,32,98,12,5,21,91</a:t>
            </a:r>
            <a:endParaRPr/>
          </a:p>
          <a:p>
            <a:pPr indent="0" lvl="0" marL="0" rtl="0" algn="l">
              <a:lnSpc>
                <a:spcPct val="100000"/>
              </a:lnSpc>
              <a:spcBef>
                <a:spcPts val="270"/>
              </a:spcBef>
              <a:spcAft>
                <a:spcPts val="0"/>
              </a:spcAft>
              <a:buClr>
                <a:schemeClr val="dk1"/>
              </a:buClr>
              <a:buSzPts val="1350"/>
              <a:buNone/>
            </a:pPr>
            <a:r>
              <a:rPr lang="es-MX" sz="1350"/>
              <a:t>        c dw 0</a:t>
            </a:r>
            <a:endParaRPr/>
          </a:p>
          <a:p>
            <a:pPr indent="0" lvl="0" marL="0" rtl="0" algn="l">
              <a:lnSpc>
                <a:spcPct val="100000"/>
              </a:lnSpc>
              <a:spcBef>
                <a:spcPts val="270"/>
              </a:spcBef>
              <a:spcAft>
                <a:spcPts val="0"/>
              </a:spcAft>
              <a:buClr>
                <a:schemeClr val="dk1"/>
              </a:buClr>
              <a:buSzPts val="1350"/>
              <a:buNone/>
            </a:pPr>
            <a:r>
              <a:rPr lang="es-MX" sz="1350"/>
              <a:t>inicio: mov cx, 8 </a:t>
            </a:r>
            <a:endParaRPr/>
          </a:p>
          <a:p>
            <a:pPr indent="0" lvl="0" marL="0" rtl="0" algn="l">
              <a:lnSpc>
                <a:spcPct val="100000"/>
              </a:lnSpc>
              <a:spcBef>
                <a:spcPts val="270"/>
              </a:spcBef>
              <a:spcAft>
                <a:spcPts val="0"/>
              </a:spcAft>
              <a:buClr>
                <a:schemeClr val="dk1"/>
              </a:buClr>
              <a:buSzPts val="1350"/>
              <a:buNone/>
            </a:pPr>
            <a:r>
              <a:rPr lang="es-MX" sz="1350"/>
              <a:t>bucle1: mov c, cx</a:t>
            </a:r>
            <a:endParaRPr/>
          </a:p>
          <a:p>
            <a:pPr indent="0" lvl="0" marL="0" rtl="0" algn="l">
              <a:lnSpc>
                <a:spcPct val="100000"/>
              </a:lnSpc>
              <a:spcBef>
                <a:spcPts val="270"/>
              </a:spcBef>
              <a:spcAft>
                <a:spcPts val="0"/>
              </a:spcAft>
              <a:buClr>
                <a:schemeClr val="dk1"/>
              </a:buClr>
              <a:buSzPts val="1350"/>
              <a:buNone/>
            </a:pPr>
            <a:r>
              <a:rPr lang="es-MX" sz="1350"/>
              <a:t>        mov bx, cx</a:t>
            </a:r>
            <a:endParaRPr/>
          </a:p>
          <a:p>
            <a:pPr indent="0" lvl="0" marL="0" rtl="0" algn="l">
              <a:lnSpc>
                <a:spcPct val="100000"/>
              </a:lnSpc>
              <a:spcBef>
                <a:spcPts val="270"/>
              </a:spcBef>
              <a:spcAft>
                <a:spcPts val="0"/>
              </a:spcAft>
              <a:buClr>
                <a:schemeClr val="dk1"/>
              </a:buClr>
              <a:buSzPts val="1350"/>
              <a:buNone/>
            </a:pPr>
            <a:r>
              <a:rPr lang="es-MX" sz="1350"/>
              <a:t>        mov cx, 9</a:t>
            </a:r>
            <a:endParaRPr/>
          </a:p>
          <a:p>
            <a:pPr indent="0" lvl="0" marL="0" rtl="0" algn="l">
              <a:lnSpc>
                <a:spcPct val="100000"/>
              </a:lnSpc>
              <a:spcBef>
                <a:spcPts val="270"/>
              </a:spcBef>
              <a:spcAft>
                <a:spcPts val="0"/>
              </a:spcAft>
              <a:buClr>
                <a:schemeClr val="dk1"/>
              </a:buClr>
              <a:buSzPts val="1350"/>
              <a:buNone/>
            </a:pPr>
            <a:r>
              <a:rPr lang="es-MX" sz="1350"/>
              <a:t>bucle2: mov si, cx</a:t>
            </a:r>
            <a:endParaRPr/>
          </a:p>
          <a:p>
            <a:pPr indent="0" lvl="0" marL="0" rtl="0" algn="l">
              <a:lnSpc>
                <a:spcPct val="100000"/>
              </a:lnSpc>
              <a:spcBef>
                <a:spcPts val="270"/>
              </a:spcBef>
              <a:spcAft>
                <a:spcPts val="0"/>
              </a:spcAft>
              <a:buClr>
                <a:schemeClr val="dk1"/>
              </a:buClr>
              <a:buSzPts val="1350"/>
              <a:buNone/>
            </a:pPr>
            <a:r>
              <a:rPr lang="es-MX" sz="1350"/>
              <a:t>        mov ah, v[si-1] </a:t>
            </a:r>
            <a:endParaRPr/>
          </a:p>
          <a:p>
            <a:pPr indent="0" lvl="0" marL="0" rtl="0" algn="l">
              <a:lnSpc>
                <a:spcPct val="100000"/>
              </a:lnSpc>
              <a:spcBef>
                <a:spcPts val="270"/>
              </a:spcBef>
              <a:spcAft>
                <a:spcPts val="0"/>
              </a:spcAft>
              <a:buClr>
                <a:schemeClr val="dk1"/>
              </a:buClr>
              <a:buSzPts val="1350"/>
              <a:buNone/>
            </a:pPr>
            <a:r>
              <a:rPr lang="es-MX" sz="1350"/>
              <a:t>        cmp ah,v[bx-1]</a:t>
            </a:r>
            <a:endParaRPr/>
          </a:p>
          <a:p>
            <a:pPr indent="0" lvl="0" marL="0" rtl="0" algn="l">
              <a:lnSpc>
                <a:spcPct val="100000"/>
              </a:lnSpc>
              <a:spcBef>
                <a:spcPts val="270"/>
              </a:spcBef>
              <a:spcAft>
                <a:spcPts val="0"/>
              </a:spcAft>
              <a:buClr>
                <a:schemeClr val="dk1"/>
              </a:buClr>
              <a:buSzPts val="1350"/>
              <a:buNone/>
            </a:pPr>
            <a:r>
              <a:rPr lang="es-MX" sz="1350"/>
              <a:t>        jnge seguir ;Si v[8] &lt; v[7] no hacer nada, sino:</a:t>
            </a:r>
            <a:endParaRPr/>
          </a:p>
          <a:p>
            <a:pPr indent="0" lvl="0" marL="0" rtl="0" algn="l">
              <a:lnSpc>
                <a:spcPct val="100000"/>
              </a:lnSpc>
              <a:spcBef>
                <a:spcPts val="270"/>
              </a:spcBef>
              <a:spcAft>
                <a:spcPts val="0"/>
              </a:spcAft>
              <a:buClr>
                <a:schemeClr val="dk1"/>
              </a:buClr>
              <a:buSzPts val="1350"/>
              <a:buNone/>
            </a:pPr>
            <a:r>
              <a:rPr lang="es-MX" sz="1350"/>
              <a:t>        mov dh, v[bx-1] ;Copiar v[7] en dh</a:t>
            </a:r>
            <a:endParaRPr sz="1350"/>
          </a:p>
          <a:p>
            <a:pPr indent="0" lvl="0" marL="0" rtl="0" algn="l">
              <a:lnSpc>
                <a:spcPct val="100000"/>
              </a:lnSpc>
              <a:spcBef>
                <a:spcPts val="270"/>
              </a:spcBef>
              <a:spcAft>
                <a:spcPts val="0"/>
              </a:spcAft>
              <a:buClr>
                <a:schemeClr val="dk1"/>
              </a:buClr>
              <a:buSzPts val="1350"/>
              <a:buNone/>
            </a:pPr>
            <a:r>
              <a:rPr lang="es-MX" sz="1350"/>
              <a:t>        mov dl, v[si-1] ;Copiar v[8] en dl</a:t>
            </a:r>
            <a:endParaRPr/>
          </a:p>
          <a:p>
            <a:pPr indent="0" lvl="0" marL="0" rtl="0" algn="l">
              <a:lnSpc>
                <a:spcPct val="100000"/>
              </a:lnSpc>
              <a:spcBef>
                <a:spcPts val="270"/>
              </a:spcBef>
              <a:spcAft>
                <a:spcPts val="0"/>
              </a:spcAft>
              <a:buClr>
                <a:schemeClr val="dk1"/>
              </a:buClr>
              <a:buSzPts val="1350"/>
              <a:buNone/>
            </a:pPr>
            <a:r>
              <a:rPr lang="es-MX" sz="1350"/>
              <a:t>        mov v[bx-1], dl ;Copiar dl en v[7]</a:t>
            </a:r>
            <a:endParaRPr/>
          </a:p>
          <a:p>
            <a:pPr indent="0" lvl="0" marL="0" rtl="0" algn="l">
              <a:lnSpc>
                <a:spcPct val="100000"/>
              </a:lnSpc>
              <a:spcBef>
                <a:spcPts val="270"/>
              </a:spcBef>
              <a:spcAft>
                <a:spcPts val="0"/>
              </a:spcAft>
              <a:buClr>
                <a:schemeClr val="dk1"/>
              </a:buClr>
              <a:buSzPts val="1350"/>
              <a:buNone/>
            </a:pPr>
            <a:r>
              <a:rPr lang="es-MX" sz="1350"/>
              <a:t>        mov v[si-1], dh ;Copiar dh en v[8] </a:t>
            </a:r>
            <a:endParaRPr/>
          </a:p>
          <a:p>
            <a:pPr indent="0" lvl="0" marL="0" rtl="0" algn="l">
              <a:lnSpc>
                <a:spcPct val="100000"/>
              </a:lnSpc>
              <a:spcBef>
                <a:spcPts val="270"/>
              </a:spcBef>
              <a:spcAft>
                <a:spcPts val="0"/>
              </a:spcAft>
              <a:buClr>
                <a:schemeClr val="dk1"/>
              </a:buClr>
              <a:buSzPts val="1350"/>
              <a:buNone/>
            </a:pPr>
            <a:r>
              <a:rPr lang="es-MX" sz="1350"/>
              <a:t>seguir: loop bucle2</a:t>
            </a:r>
            <a:endParaRPr/>
          </a:p>
          <a:p>
            <a:pPr indent="0" lvl="0" marL="0" rtl="0" algn="l">
              <a:lnSpc>
                <a:spcPct val="100000"/>
              </a:lnSpc>
              <a:spcBef>
                <a:spcPts val="270"/>
              </a:spcBef>
              <a:spcAft>
                <a:spcPts val="0"/>
              </a:spcAft>
              <a:buClr>
                <a:schemeClr val="dk1"/>
              </a:buClr>
              <a:buSzPts val="1350"/>
              <a:buNone/>
            </a:pPr>
            <a:r>
              <a:rPr lang="es-MX" sz="1350"/>
              <a:t>        mov cx, c</a:t>
            </a:r>
            <a:endParaRPr/>
          </a:p>
          <a:p>
            <a:pPr indent="0" lvl="0" marL="0" rtl="0" algn="l">
              <a:lnSpc>
                <a:spcPct val="100000"/>
              </a:lnSpc>
              <a:spcBef>
                <a:spcPts val="270"/>
              </a:spcBef>
              <a:spcAft>
                <a:spcPts val="0"/>
              </a:spcAft>
              <a:buClr>
                <a:schemeClr val="dk1"/>
              </a:buClr>
              <a:buSzPts val="1350"/>
              <a:buNone/>
            </a:pPr>
            <a:r>
              <a:rPr lang="es-MX" sz="1350"/>
              <a:t>        loop bucle1</a:t>
            </a:r>
            <a:endParaRPr/>
          </a:p>
          <a:p>
            <a:pPr indent="0" lvl="0" marL="0" rtl="0" algn="l">
              <a:lnSpc>
                <a:spcPct val="100000"/>
              </a:lnSpc>
              <a:spcBef>
                <a:spcPts val="270"/>
              </a:spcBef>
              <a:spcAft>
                <a:spcPts val="0"/>
              </a:spcAft>
              <a:buClr>
                <a:schemeClr val="dk1"/>
              </a:buClr>
              <a:buSzPts val="1350"/>
              <a:buNone/>
            </a:pPr>
            <a:r>
              <a:rPr lang="es-MX" sz="1350"/>
              <a:t>        ret</a:t>
            </a:r>
            <a:endParaRPr sz="1350"/>
          </a:p>
        </p:txBody>
      </p:sp>
      <p:sp>
        <p:nvSpPr>
          <p:cNvPr id="2317" name="Google Shape;2317;p2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318" name="Google Shape;2318;p2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pic>
        <p:nvPicPr>
          <p:cNvPr id="2319" name="Google Shape;2319;p295"/>
          <p:cNvPicPr preferRelativeResize="0"/>
          <p:nvPr/>
        </p:nvPicPr>
        <p:blipFill rotWithShape="1">
          <a:blip r:embed="rId3">
            <a:alphaModFix/>
          </a:blip>
          <a:srcRect b="0" l="0" r="0" t="0"/>
          <a:stretch/>
        </p:blipFill>
        <p:spPr>
          <a:xfrm>
            <a:off x="3733481" y="1988840"/>
            <a:ext cx="4572638" cy="419158"/>
          </a:xfrm>
          <a:prstGeom prst="rect">
            <a:avLst/>
          </a:prstGeom>
          <a:noFill/>
          <a:ln>
            <a:noFill/>
          </a:ln>
        </p:spPr>
      </p:pic>
    </p:spTree>
  </p:cSld>
  <p:clrMapOvr>
    <a:masterClrMapping/>
  </p:clrMapOvr>
</p:sld>
</file>

<file path=ppt/slides/slide2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3" name="Shape 2323"/>
        <p:cNvGrpSpPr/>
        <p:nvPr/>
      </p:nvGrpSpPr>
      <p:grpSpPr>
        <a:xfrm>
          <a:off x="0" y="0"/>
          <a:ext cx="0" cy="0"/>
          <a:chOff x="0" y="0"/>
          <a:chExt cx="0" cy="0"/>
        </a:xfrm>
      </p:grpSpPr>
      <p:sp>
        <p:nvSpPr>
          <p:cNvPr id="2324" name="Google Shape;2324;p2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Programa que halle el MCM Y MCD</a:t>
            </a:r>
            <a:endParaRPr/>
          </a:p>
        </p:txBody>
      </p:sp>
      <p:sp>
        <p:nvSpPr>
          <p:cNvPr id="2325" name="Google Shape;2325;p296"/>
          <p:cNvSpPr txBox="1"/>
          <p:nvPr>
            <p:ph idx="1" type="body"/>
          </p:nvPr>
        </p:nvSpPr>
        <p:spPr>
          <a:xfrm>
            <a:off x="457200" y="1196752"/>
            <a:ext cx="8229600" cy="4929411"/>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160"/>
              </a:spcBef>
              <a:spcAft>
                <a:spcPts val="0"/>
              </a:spcAft>
              <a:buClr>
                <a:schemeClr val="dk1"/>
              </a:buClr>
              <a:buSzPct val="100000"/>
              <a:buNone/>
            </a:pPr>
            <a:r>
              <a:rPr lang="es-MX"/>
              <a:t>        jmp inicio</a:t>
            </a:r>
            <a:endParaRPr/>
          </a:p>
          <a:p>
            <a:pPr indent="0" lvl="0" marL="0" rtl="0" algn="l">
              <a:lnSpc>
                <a:spcPct val="100000"/>
              </a:lnSpc>
              <a:spcBef>
                <a:spcPts val="160"/>
              </a:spcBef>
              <a:spcAft>
                <a:spcPts val="0"/>
              </a:spcAft>
              <a:buClr>
                <a:schemeClr val="dk1"/>
              </a:buClr>
              <a:buSzPct val="100000"/>
              <a:buNone/>
            </a:pPr>
            <a:r>
              <a:rPr lang="es-MX"/>
              <a:t>        cont db 0 ;cont = contador </a:t>
            </a:r>
            <a:endParaRPr/>
          </a:p>
          <a:p>
            <a:pPr indent="0" lvl="0" marL="0" rtl="0" algn="l">
              <a:lnSpc>
                <a:spcPct val="100000"/>
              </a:lnSpc>
              <a:spcBef>
                <a:spcPts val="160"/>
              </a:spcBef>
              <a:spcAft>
                <a:spcPts val="0"/>
              </a:spcAft>
              <a:buClr>
                <a:schemeClr val="dk1"/>
              </a:buClr>
              <a:buSzPct val="100000"/>
              <a:buNone/>
            </a:pPr>
            <a:r>
              <a:rPr lang="es-MX"/>
              <a:t>        MCM db 0 ;en esta variable se guarda el MCM</a:t>
            </a:r>
            <a:endParaRPr/>
          </a:p>
          <a:p>
            <a:pPr indent="0" lvl="0" marL="0" rtl="0" algn="l">
              <a:lnSpc>
                <a:spcPct val="100000"/>
              </a:lnSpc>
              <a:spcBef>
                <a:spcPts val="160"/>
              </a:spcBef>
              <a:spcAft>
                <a:spcPts val="0"/>
              </a:spcAft>
              <a:buClr>
                <a:schemeClr val="dk1"/>
              </a:buClr>
              <a:buSzPct val="100000"/>
              <a:buNone/>
            </a:pPr>
            <a:r>
              <a:rPr lang="es-MX"/>
              <a:t>        MCD db 0 ;en esta variable se guarda el MCD</a:t>
            </a:r>
            <a:endParaRPr/>
          </a:p>
          <a:p>
            <a:pPr indent="0" lvl="0" marL="0" rtl="0" algn="l">
              <a:lnSpc>
                <a:spcPct val="100000"/>
              </a:lnSpc>
              <a:spcBef>
                <a:spcPts val="160"/>
              </a:spcBef>
              <a:spcAft>
                <a:spcPts val="0"/>
              </a:spcAft>
              <a:buClr>
                <a:schemeClr val="dk1"/>
              </a:buClr>
              <a:buSzPct val="100000"/>
              <a:buNone/>
            </a:pPr>
            <a:r>
              <a:rPr lang="es-MX"/>
              <a:t>        nro1 db 10 ;numero1 decimal</a:t>
            </a:r>
            <a:endParaRPr/>
          </a:p>
          <a:p>
            <a:pPr indent="0" lvl="0" marL="0" rtl="0" algn="l">
              <a:lnSpc>
                <a:spcPct val="100000"/>
              </a:lnSpc>
              <a:spcBef>
                <a:spcPts val="160"/>
              </a:spcBef>
              <a:spcAft>
                <a:spcPts val="0"/>
              </a:spcAft>
              <a:buClr>
                <a:schemeClr val="dk1"/>
              </a:buClr>
              <a:buSzPct val="100000"/>
              <a:buNone/>
            </a:pPr>
            <a:r>
              <a:rPr lang="es-MX"/>
              <a:t>        nro2 db 5 ;numero2 decimal</a:t>
            </a:r>
            <a:endParaRPr/>
          </a:p>
          <a:p>
            <a:pPr indent="0" lvl="0" marL="0" rtl="0" algn="l">
              <a:lnSpc>
                <a:spcPct val="100000"/>
              </a:lnSpc>
              <a:spcBef>
                <a:spcPts val="160"/>
              </a:spcBef>
              <a:spcAft>
                <a:spcPts val="0"/>
              </a:spcAft>
              <a:buClr>
                <a:schemeClr val="dk1"/>
              </a:buClr>
              <a:buSzPct val="100000"/>
              <a:buNone/>
            </a:pPr>
            <a:r>
              <a:rPr lang="es-MX"/>
              <a:t>inicio: mov cont,1 ;inicializar variable cont en 1</a:t>
            </a:r>
            <a:endParaRPr/>
          </a:p>
          <a:p>
            <a:pPr indent="0" lvl="0" marL="0" rtl="0" algn="l">
              <a:lnSpc>
                <a:spcPct val="100000"/>
              </a:lnSpc>
              <a:spcBef>
                <a:spcPts val="160"/>
              </a:spcBef>
              <a:spcAft>
                <a:spcPts val="0"/>
              </a:spcAft>
              <a:buClr>
                <a:schemeClr val="dk1"/>
              </a:buClr>
              <a:buSzPct val="100000"/>
              <a:buNone/>
            </a:pPr>
            <a:r>
              <a:rPr lang="es-MX"/>
              <a:t>bucle: </a:t>
            </a:r>
            <a:endParaRPr/>
          </a:p>
          <a:p>
            <a:pPr indent="0" lvl="0" marL="0" rtl="0" algn="l">
              <a:lnSpc>
                <a:spcPct val="100000"/>
              </a:lnSpc>
              <a:spcBef>
                <a:spcPts val="160"/>
              </a:spcBef>
              <a:spcAft>
                <a:spcPts val="0"/>
              </a:spcAft>
              <a:buClr>
                <a:schemeClr val="dk1"/>
              </a:buClr>
              <a:buSzPct val="100000"/>
              <a:buNone/>
            </a:pPr>
            <a:r>
              <a:rPr lang="es-MX"/>
              <a:t> mov ah,0</a:t>
            </a:r>
            <a:endParaRPr/>
          </a:p>
          <a:p>
            <a:pPr indent="0" lvl="0" marL="0" rtl="0" algn="l">
              <a:lnSpc>
                <a:spcPct val="100000"/>
              </a:lnSpc>
              <a:spcBef>
                <a:spcPts val="160"/>
              </a:spcBef>
              <a:spcAft>
                <a:spcPts val="0"/>
              </a:spcAft>
              <a:buClr>
                <a:schemeClr val="dk1"/>
              </a:buClr>
              <a:buSzPct val="100000"/>
              <a:buNone/>
            </a:pPr>
            <a:r>
              <a:rPr lang="es-MX"/>
              <a:t> mov al,cont</a:t>
            </a:r>
            <a:endParaRPr/>
          </a:p>
          <a:p>
            <a:pPr indent="0" lvl="0" marL="0" rtl="0" algn="l">
              <a:lnSpc>
                <a:spcPct val="100000"/>
              </a:lnSpc>
              <a:spcBef>
                <a:spcPts val="160"/>
              </a:spcBef>
              <a:spcAft>
                <a:spcPts val="0"/>
              </a:spcAft>
              <a:buClr>
                <a:schemeClr val="dk1"/>
              </a:buClr>
              <a:buSzPct val="100000"/>
              <a:buNone/>
            </a:pPr>
            <a:r>
              <a:rPr lang="es-MX"/>
              <a:t> mov bl,nro1</a:t>
            </a:r>
            <a:endParaRPr/>
          </a:p>
          <a:p>
            <a:pPr indent="0" lvl="0" marL="0" rtl="0" algn="l">
              <a:lnSpc>
                <a:spcPct val="100000"/>
              </a:lnSpc>
              <a:spcBef>
                <a:spcPts val="160"/>
              </a:spcBef>
              <a:spcAft>
                <a:spcPts val="0"/>
              </a:spcAft>
              <a:buClr>
                <a:schemeClr val="dk1"/>
              </a:buClr>
              <a:buSzPct val="100000"/>
              <a:buNone/>
            </a:pPr>
            <a:r>
              <a:rPr lang="es-MX"/>
              <a:t> div bl</a:t>
            </a:r>
            <a:endParaRPr/>
          </a:p>
          <a:p>
            <a:pPr indent="0" lvl="0" marL="0" rtl="0" algn="l">
              <a:lnSpc>
                <a:spcPct val="100000"/>
              </a:lnSpc>
              <a:spcBef>
                <a:spcPts val="160"/>
              </a:spcBef>
              <a:spcAft>
                <a:spcPts val="0"/>
              </a:spcAft>
              <a:buClr>
                <a:schemeClr val="dk1"/>
              </a:buClr>
              <a:buSzPct val="100000"/>
              <a:buNone/>
            </a:pPr>
            <a:r>
              <a:rPr lang="es-MX"/>
              <a:t> cmp ah,0 ;si el resto de la division del contador con el nro1 es igual 0</a:t>
            </a:r>
            <a:endParaRPr/>
          </a:p>
          <a:p>
            <a:pPr indent="0" lvl="0" marL="0" rtl="0" algn="l">
              <a:lnSpc>
                <a:spcPct val="100000"/>
              </a:lnSpc>
              <a:spcBef>
                <a:spcPts val="160"/>
              </a:spcBef>
              <a:spcAft>
                <a:spcPts val="0"/>
              </a:spcAft>
              <a:buClr>
                <a:schemeClr val="dk1"/>
              </a:buClr>
              <a:buSzPct val="100000"/>
              <a:buNone/>
            </a:pPr>
            <a:r>
              <a:rPr lang="es-MX"/>
              <a:t> je parte1 </a:t>
            </a:r>
            <a:endParaRPr/>
          </a:p>
          <a:p>
            <a:pPr indent="0" lvl="0" marL="0" rtl="0" algn="l">
              <a:lnSpc>
                <a:spcPct val="100000"/>
              </a:lnSpc>
              <a:spcBef>
                <a:spcPts val="160"/>
              </a:spcBef>
              <a:spcAft>
                <a:spcPts val="0"/>
              </a:spcAft>
              <a:buClr>
                <a:schemeClr val="dk1"/>
              </a:buClr>
              <a:buSzPct val="100000"/>
              <a:buNone/>
            </a:pPr>
            <a:r>
              <a:rPr lang="es-MX"/>
              <a:t> bc:</a:t>
            </a:r>
            <a:endParaRPr/>
          </a:p>
          <a:p>
            <a:pPr indent="0" lvl="0" marL="0" rtl="0" algn="l">
              <a:lnSpc>
                <a:spcPct val="100000"/>
              </a:lnSpc>
              <a:spcBef>
                <a:spcPts val="160"/>
              </a:spcBef>
              <a:spcAft>
                <a:spcPts val="0"/>
              </a:spcAft>
              <a:buClr>
                <a:schemeClr val="dk1"/>
              </a:buClr>
              <a:buSzPct val="100000"/>
              <a:buNone/>
            </a:pPr>
            <a:r>
              <a:rPr lang="es-MX"/>
              <a:t> inc cont ;incrementar el contador</a:t>
            </a:r>
            <a:endParaRPr/>
          </a:p>
          <a:p>
            <a:pPr indent="0" lvl="0" marL="0" rtl="0" algn="l">
              <a:lnSpc>
                <a:spcPct val="100000"/>
              </a:lnSpc>
              <a:spcBef>
                <a:spcPts val="160"/>
              </a:spcBef>
              <a:spcAft>
                <a:spcPts val="0"/>
              </a:spcAft>
              <a:buClr>
                <a:schemeClr val="dk1"/>
              </a:buClr>
              <a:buSzPct val="100000"/>
              <a:buNone/>
            </a:pPr>
            <a:r>
              <a:rPr lang="es-MX"/>
              <a:t> jmp bucle ;bucle hasta que encuentre el MCM</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rPr lang="es-MX"/>
              <a:t>parte1: ;si nro1 es multiplo del contador</a:t>
            </a:r>
            <a:endParaRPr/>
          </a:p>
          <a:p>
            <a:pPr indent="0" lvl="0" marL="0" rtl="0" algn="l">
              <a:lnSpc>
                <a:spcPct val="100000"/>
              </a:lnSpc>
              <a:spcBef>
                <a:spcPts val="160"/>
              </a:spcBef>
              <a:spcAft>
                <a:spcPts val="0"/>
              </a:spcAft>
              <a:buClr>
                <a:schemeClr val="dk1"/>
              </a:buClr>
              <a:buSzPct val="100000"/>
              <a:buNone/>
            </a:pPr>
            <a:r>
              <a:rPr lang="es-MX"/>
              <a:t> mov ah,0</a:t>
            </a:r>
            <a:endParaRPr/>
          </a:p>
          <a:p>
            <a:pPr indent="0" lvl="0" marL="0" rtl="0" algn="l">
              <a:lnSpc>
                <a:spcPct val="100000"/>
              </a:lnSpc>
              <a:spcBef>
                <a:spcPts val="160"/>
              </a:spcBef>
              <a:spcAft>
                <a:spcPts val="0"/>
              </a:spcAft>
              <a:buClr>
                <a:schemeClr val="dk1"/>
              </a:buClr>
              <a:buSzPct val="100000"/>
              <a:buNone/>
            </a:pPr>
            <a:r>
              <a:rPr lang="es-MX"/>
              <a:t> mov al,cont</a:t>
            </a:r>
            <a:endParaRPr/>
          </a:p>
          <a:p>
            <a:pPr indent="0" lvl="0" marL="0" rtl="0" algn="l">
              <a:lnSpc>
                <a:spcPct val="100000"/>
              </a:lnSpc>
              <a:spcBef>
                <a:spcPts val="160"/>
              </a:spcBef>
              <a:spcAft>
                <a:spcPts val="0"/>
              </a:spcAft>
              <a:buClr>
                <a:schemeClr val="dk1"/>
              </a:buClr>
              <a:buSzPct val="100000"/>
              <a:buNone/>
            </a:pPr>
            <a:r>
              <a:rPr lang="es-MX"/>
              <a:t> mov bl,nro2</a:t>
            </a:r>
            <a:endParaRPr/>
          </a:p>
          <a:p>
            <a:pPr indent="0" lvl="0" marL="0" rtl="0" algn="l">
              <a:lnSpc>
                <a:spcPct val="100000"/>
              </a:lnSpc>
              <a:spcBef>
                <a:spcPts val="160"/>
              </a:spcBef>
              <a:spcAft>
                <a:spcPts val="0"/>
              </a:spcAft>
              <a:buClr>
                <a:schemeClr val="dk1"/>
              </a:buClr>
              <a:buSzPct val="100000"/>
              <a:buNone/>
            </a:pPr>
            <a:r>
              <a:rPr lang="es-MX"/>
              <a:t> div bl</a:t>
            </a:r>
            <a:endParaRPr/>
          </a:p>
          <a:p>
            <a:pPr indent="0" lvl="0" marL="0" rtl="0" algn="l">
              <a:lnSpc>
                <a:spcPct val="100000"/>
              </a:lnSpc>
              <a:spcBef>
                <a:spcPts val="160"/>
              </a:spcBef>
              <a:spcAft>
                <a:spcPts val="0"/>
              </a:spcAft>
              <a:buClr>
                <a:schemeClr val="dk1"/>
              </a:buClr>
              <a:buSzPct val="100000"/>
              <a:buNone/>
            </a:pPr>
            <a:r>
              <a:rPr lang="es-MX"/>
              <a:t> cmp ah,0 ;compara si el resto de la division del contador con el nro2 es 0</a:t>
            </a:r>
            <a:endParaRPr/>
          </a:p>
          <a:p>
            <a:pPr indent="0" lvl="0" marL="0" rtl="0" algn="l">
              <a:lnSpc>
                <a:spcPct val="100000"/>
              </a:lnSpc>
              <a:spcBef>
                <a:spcPts val="160"/>
              </a:spcBef>
              <a:spcAft>
                <a:spcPts val="0"/>
              </a:spcAft>
              <a:buClr>
                <a:schemeClr val="dk1"/>
              </a:buClr>
              <a:buSzPct val="100000"/>
              <a:buNone/>
            </a:pPr>
            <a:r>
              <a:rPr lang="es-MX"/>
              <a:t> je parte2 </a:t>
            </a:r>
            <a:endParaRPr/>
          </a:p>
          <a:p>
            <a:pPr indent="0" lvl="0" marL="0" rtl="0" algn="l">
              <a:lnSpc>
                <a:spcPct val="100000"/>
              </a:lnSpc>
              <a:spcBef>
                <a:spcPts val="160"/>
              </a:spcBef>
              <a:spcAft>
                <a:spcPts val="0"/>
              </a:spcAft>
              <a:buClr>
                <a:schemeClr val="dk1"/>
              </a:buClr>
              <a:buSzPct val="100000"/>
              <a:buNone/>
            </a:pPr>
            <a:r>
              <a:rPr lang="es-MX"/>
              <a:t> jmp bc ;si el nro2 no es multiplo del contador regresa a bucle1</a:t>
            </a:r>
            <a:endParaRPr/>
          </a:p>
          <a:p>
            <a:pPr indent="0" lvl="0" marL="0" rtl="0" algn="l">
              <a:lnSpc>
                <a:spcPct val="100000"/>
              </a:lnSpc>
              <a:spcBef>
                <a:spcPts val="160"/>
              </a:spcBef>
              <a:spcAft>
                <a:spcPts val="0"/>
              </a:spcAft>
              <a:buClr>
                <a:schemeClr val="dk1"/>
              </a:buClr>
              <a:buSzPct val="100000"/>
              <a:buNone/>
            </a:pPr>
            <a:r>
              <a:rPr lang="es-MX"/>
              <a:t>parte2: ;si el nro1 y el nro2 son multiplos del contador</a:t>
            </a:r>
            <a:endParaRPr/>
          </a:p>
          <a:p>
            <a:pPr indent="0" lvl="0" marL="0" rtl="0" algn="l">
              <a:lnSpc>
                <a:spcPct val="100000"/>
              </a:lnSpc>
              <a:spcBef>
                <a:spcPts val="160"/>
              </a:spcBef>
              <a:spcAft>
                <a:spcPts val="0"/>
              </a:spcAft>
              <a:buClr>
                <a:schemeClr val="dk1"/>
              </a:buClr>
              <a:buSzPct val="100000"/>
              <a:buNone/>
            </a:pPr>
            <a:r>
              <a:rPr lang="es-MX"/>
              <a:t> mov al,cont</a:t>
            </a:r>
            <a:endParaRPr/>
          </a:p>
          <a:p>
            <a:pPr indent="0" lvl="0" marL="0" rtl="0" algn="l">
              <a:lnSpc>
                <a:spcPct val="100000"/>
              </a:lnSpc>
              <a:spcBef>
                <a:spcPts val="160"/>
              </a:spcBef>
              <a:spcAft>
                <a:spcPts val="0"/>
              </a:spcAft>
              <a:buClr>
                <a:schemeClr val="dk1"/>
              </a:buClr>
              <a:buSzPct val="100000"/>
              <a:buNone/>
            </a:pPr>
            <a:r>
              <a:rPr lang="es-MX"/>
              <a:t> mov MCM,al ;guarda el MCM</a:t>
            </a:r>
            <a:endParaRPr/>
          </a:p>
          <a:p>
            <a:pPr indent="0" lvl="0" marL="0" rtl="0" algn="l">
              <a:lnSpc>
                <a:spcPct val="100000"/>
              </a:lnSpc>
              <a:spcBef>
                <a:spcPts val="160"/>
              </a:spcBef>
              <a:spcAft>
                <a:spcPts val="0"/>
              </a:spcAft>
              <a:buClr>
                <a:schemeClr val="dk1"/>
              </a:buClr>
              <a:buSzPct val="100000"/>
              <a:buNone/>
            </a:pPr>
            <a:r>
              <a:rPr lang="es-MX"/>
              <a:t> jmp parte3 ;ir a final</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rPr lang="es-MX"/>
              <a:t> parte3: ;una vez que tengamos el MCM primero multiplicar nro1 * nro 2</a:t>
            </a:r>
            <a:endParaRPr/>
          </a:p>
          <a:p>
            <a:pPr indent="0" lvl="0" marL="0" rtl="0" algn="l">
              <a:lnSpc>
                <a:spcPct val="100000"/>
              </a:lnSpc>
              <a:spcBef>
                <a:spcPts val="160"/>
              </a:spcBef>
              <a:spcAft>
                <a:spcPts val="0"/>
              </a:spcAft>
              <a:buClr>
                <a:schemeClr val="dk1"/>
              </a:buClr>
              <a:buSzPct val="100000"/>
              <a:buNone/>
            </a:pPr>
            <a:r>
              <a:rPr lang="es-MX"/>
              <a:t> mov al, nro1 ;con ese resultado, dividir por el MCM de nro1 y nro2 y tenemos el MCD</a:t>
            </a:r>
            <a:endParaRPr/>
          </a:p>
          <a:p>
            <a:pPr indent="0" lvl="0" marL="0" rtl="0" algn="l">
              <a:lnSpc>
                <a:spcPct val="100000"/>
              </a:lnSpc>
              <a:spcBef>
                <a:spcPts val="160"/>
              </a:spcBef>
              <a:spcAft>
                <a:spcPts val="0"/>
              </a:spcAft>
              <a:buClr>
                <a:schemeClr val="dk1"/>
              </a:buClr>
              <a:buSzPct val="100000"/>
              <a:buNone/>
            </a:pPr>
            <a:r>
              <a:rPr lang="es-MX"/>
              <a:t> mov bl, nro2</a:t>
            </a:r>
            <a:endParaRPr/>
          </a:p>
          <a:p>
            <a:pPr indent="0" lvl="0" marL="0" rtl="0" algn="l">
              <a:lnSpc>
                <a:spcPct val="100000"/>
              </a:lnSpc>
              <a:spcBef>
                <a:spcPts val="160"/>
              </a:spcBef>
              <a:spcAft>
                <a:spcPts val="0"/>
              </a:spcAft>
              <a:buClr>
                <a:schemeClr val="dk1"/>
              </a:buClr>
              <a:buSzPct val="100000"/>
              <a:buNone/>
            </a:pPr>
            <a:r>
              <a:rPr lang="es-MX"/>
              <a:t> mul bl</a:t>
            </a:r>
            <a:endParaRPr/>
          </a:p>
          <a:p>
            <a:pPr indent="0" lvl="0" marL="0" rtl="0" algn="l">
              <a:lnSpc>
                <a:spcPct val="100000"/>
              </a:lnSpc>
              <a:spcBef>
                <a:spcPts val="160"/>
              </a:spcBef>
              <a:spcAft>
                <a:spcPts val="0"/>
              </a:spcAft>
              <a:buClr>
                <a:schemeClr val="dk1"/>
              </a:buClr>
              <a:buSzPct val="100000"/>
              <a:buNone/>
            </a:pPr>
            <a:r>
              <a:rPr lang="es-MX"/>
              <a:t> mov bl, MCM</a:t>
            </a:r>
            <a:endParaRPr/>
          </a:p>
          <a:p>
            <a:pPr indent="0" lvl="0" marL="0" rtl="0" algn="l">
              <a:lnSpc>
                <a:spcPct val="100000"/>
              </a:lnSpc>
              <a:spcBef>
                <a:spcPts val="160"/>
              </a:spcBef>
              <a:spcAft>
                <a:spcPts val="0"/>
              </a:spcAft>
              <a:buClr>
                <a:schemeClr val="dk1"/>
              </a:buClr>
              <a:buSzPct val="100000"/>
              <a:buNone/>
            </a:pPr>
            <a:r>
              <a:rPr lang="es-MX"/>
              <a:t> div bl </a:t>
            </a:r>
            <a:endParaRPr/>
          </a:p>
          <a:p>
            <a:pPr indent="0" lvl="0" marL="0" rtl="0" algn="l">
              <a:lnSpc>
                <a:spcPct val="100000"/>
              </a:lnSpc>
              <a:spcBef>
                <a:spcPts val="160"/>
              </a:spcBef>
              <a:spcAft>
                <a:spcPts val="0"/>
              </a:spcAft>
              <a:buClr>
                <a:schemeClr val="dk1"/>
              </a:buClr>
              <a:buSzPct val="100000"/>
              <a:buNone/>
            </a:pPr>
            <a:r>
              <a:rPr lang="es-MX"/>
              <a:t> mov MCD, al </a:t>
            </a:r>
            <a:endParaRPr/>
          </a:p>
          <a:p>
            <a:pPr indent="0" lvl="0" marL="0" rtl="0" algn="l">
              <a:lnSpc>
                <a:spcPct val="100000"/>
              </a:lnSpc>
              <a:spcBef>
                <a:spcPts val="160"/>
              </a:spcBef>
              <a:spcAft>
                <a:spcPts val="0"/>
              </a:spcAft>
              <a:buClr>
                <a:schemeClr val="dk1"/>
              </a:buClr>
              <a:buSzPct val="100000"/>
              <a:buNone/>
            </a:pPr>
            <a:r>
              <a:rPr lang="es-MX"/>
              <a:t> ret</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t/>
            </a:r>
            <a:endParaRPr/>
          </a:p>
          <a:p>
            <a:pPr indent="0" lvl="0" marL="0" rtl="0" algn="l">
              <a:lnSpc>
                <a:spcPct val="100000"/>
              </a:lnSpc>
              <a:spcBef>
                <a:spcPts val="160"/>
              </a:spcBef>
              <a:spcAft>
                <a:spcPts val="0"/>
              </a:spcAft>
              <a:buClr>
                <a:schemeClr val="dk1"/>
              </a:buClr>
              <a:buSzPct val="100000"/>
              <a:buNone/>
            </a:pPr>
            <a:r>
              <a:t/>
            </a:r>
            <a:endParaRPr/>
          </a:p>
        </p:txBody>
      </p:sp>
      <p:sp>
        <p:nvSpPr>
          <p:cNvPr id="2326" name="Google Shape;2326;p2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327" name="Google Shape;2327;p2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1" name="Shape 2331"/>
        <p:cNvGrpSpPr/>
        <p:nvPr/>
      </p:nvGrpSpPr>
      <p:grpSpPr>
        <a:xfrm>
          <a:off x="0" y="0"/>
          <a:ext cx="0" cy="0"/>
          <a:chOff x="0" y="0"/>
          <a:chExt cx="0" cy="0"/>
        </a:xfrm>
      </p:grpSpPr>
      <p:sp>
        <p:nvSpPr>
          <p:cNvPr id="2332" name="Google Shape;2332;p2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DEC</a:t>
            </a:r>
            <a:endParaRPr/>
          </a:p>
        </p:txBody>
      </p:sp>
      <p:sp>
        <p:nvSpPr>
          <p:cNvPr id="2333" name="Google Shape;2333;p29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Decremento en 1</a:t>
            </a:r>
            <a:endParaRPr/>
          </a:p>
          <a:p>
            <a:pPr indent="-342900" lvl="0" marL="342900" rtl="0" algn="l">
              <a:lnSpc>
                <a:spcPct val="100000"/>
              </a:lnSpc>
              <a:spcBef>
                <a:spcPts val="640"/>
              </a:spcBef>
              <a:spcAft>
                <a:spcPts val="0"/>
              </a:spcAft>
              <a:buClr>
                <a:schemeClr val="dk1"/>
              </a:buClr>
              <a:buSzPts val="3200"/>
              <a:buChar char="•"/>
            </a:pPr>
            <a:r>
              <a:rPr lang="es-MX"/>
              <a:t>Sintaxis: DEC destino</a:t>
            </a:r>
            <a:endParaRPr/>
          </a:p>
          <a:p>
            <a:pPr indent="-342900" lvl="0" marL="342900" rtl="0" algn="l">
              <a:lnSpc>
                <a:spcPct val="100000"/>
              </a:lnSpc>
              <a:spcBef>
                <a:spcPts val="640"/>
              </a:spcBef>
              <a:spcAft>
                <a:spcPts val="0"/>
              </a:spcAft>
              <a:buClr>
                <a:schemeClr val="dk1"/>
              </a:buClr>
              <a:buSzPts val="3200"/>
              <a:buChar char="•"/>
            </a:pPr>
            <a:r>
              <a:rPr lang="es-MX"/>
              <a:t>Ejemplo:</a:t>
            </a:r>
            <a:endParaRPr/>
          </a:p>
          <a:p>
            <a:pPr indent="-285750" lvl="1" marL="742950" rtl="0" algn="l">
              <a:lnSpc>
                <a:spcPct val="100000"/>
              </a:lnSpc>
              <a:spcBef>
                <a:spcPts val="560"/>
              </a:spcBef>
              <a:spcAft>
                <a:spcPts val="0"/>
              </a:spcAft>
              <a:buClr>
                <a:schemeClr val="dk1"/>
              </a:buClr>
              <a:buSzPts val="2800"/>
              <a:buChar char="–"/>
            </a:pPr>
            <a:r>
              <a:rPr lang="es-MX"/>
              <a:t>DEC AX</a:t>
            </a:r>
            <a:endParaRPr/>
          </a:p>
          <a:p>
            <a:pPr indent="-285750" lvl="1" marL="742950" rtl="0" algn="l">
              <a:lnSpc>
                <a:spcPct val="100000"/>
              </a:lnSpc>
              <a:spcBef>
                <a:spcPts val="560"/>
              </a:spcBef>
              <a:spcAft>
                <a:spcPts val="0"/>
              </a:spcAft>
              <a:buClr>
                <a:schemeClr val="dk1"/>
              </a:buClr>
              <a:buSzPts val="2800"/>
              <a:buChar char="–"/>
            </a:pPr>
            <a:r>
              <a:rPr lang="es-MX"/>
              <a:t>DEC EXTMEN</a:t>
            </a:r>
            <a:endParaRPr/>
          </a:p>
        </p:txBody>
      </p:sp>
      <p:sp>
        <p:nvSpPr>
          <p:cNvPr id="2334" name="Google Shape;2334;p2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335" name="Google Shape;2335;p2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9" name="Shape 2339"/>
        <p:cNvGrpSpPr/>
        <p:nvPr/>
      </p:nvGrpSpPr>
      <p:grpSpPr>
        <a:xfrm>
          <a:off x="0" y="0"/>
          <a:ext cx="0" cy="0"/>
          <a:chOff x="0" y="0"/>
          <a:chExt cx="0" cy="0"/>
        </a:xfrm>
      </p:grpSpPr>
      <p:sp>
        <p:nvSpPr>
          <p:cNvPr id="2340" name="Google Shape;2340;p29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341" name="Google Shape;2341;p29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448"/>
              </a:spcBef>
              <a:spcAft>
                <a:spcPts val="0"/>
              </a:spcAft>
              <a:buClr>
                <a:schemeClr val="dk1"/>
              </a:buClr>
              <a:buSzPct val="100000"/>
              <a:buNone/>
            </a:pPr>
            <a:r>
              <a:rPr lang="es-MX"/>
              <a:t>      jmp start   </a:t>
            </a:r>
            <a:endParaRPr/>
          </a:p>
          <a:p>
            <a:pPr indent="0" lvl="0" marL="0" rtl="0" algn="l">
              <a:lnSpc>
                <a:spcPct val="100000"/>
              </a:lnSpc>
              <a:spcBef>
                <a:spcPts val="448"/>
              </a:spcBef>
              <a:spcAft>
                <a:spcPts val="0"/>
              </a:spcAft>
              <a:buClr>
                <a:schemeClr val="dk1"/>
              </a:buClr>
              <a:buSzPct val="100000"/>
              <a:buNone/>
            </a:pPr>
            <a:r>
              <a:rPr lang="es-MX"/>
              <a:t>EXTMEN db  01H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start:  mov ax,0002h</a:t>
            </a:r>
            <a:endParaRPr/>
          </a:p>
          <a:p>
            <a:pPr indent="0" lvl="0" marL="0" rtl="0" algn="l">
              <a:lnSpc>
                <a:spcPct val="100000"/>
              </a:lnSpc>
              <a:spcBef>
                <a:spcPts val="448"/>
              </a:spcBef>
              <a:spcAft>
                <a:spcPts val="0"/>
              </a:spcAft>
              <a:buClr>
                <a:schemeClr val="dk1"/>
              </a:buClr>
              <a:buSzPct val="100000"/>
              <a:buNone/>
            </a:pPr>
            <a:r>
              <a:rPr lang="es-MX"/>
              <a:t>        DEC AX</a:t>
            </a:r>
            <a:endParaRPr/>
          </a:p>
          <a:p>
            <a:pPr indent="0" lvl="0" marL="0" rtl="0" algn="l">
              <a:lnSpc>
                <a:spcPct val="100000"/>
              </a:lnSpc>
              <a:spcBef>
                <a:spcPts val="448"/>
              </a:spcBef>
              <a:spcAft>
                <a:spcPts val="0"/>
              </a:spcAft>
              <a:buClr>
                <a:schemeClr val="dk1"/>
              </a:buClr>
              <a:buSzPct val="100000"/>
              <a:buNone/>
            </a:pPr>
            <a:r>
              <a:rPr lang="es-MX"/>
              <a:t>        DEC EXTMEN</a:t>
            </a:r>
            <a:endParaRPr/>
          </a:p>
          <a:p>
            <a:pPr indent="0" lvl="0" marL="0" rtl="0" algn="l">
              <a:lnSpc>
                <a:spcPct val="100000"/>
              </a:lnSpc>
              <a:spcBef>
                <a:spcPts val="448"/>
              </a:spcBef>
              <a:spcAft>
                <a:spcPts val="0"/>
              </a:spcAft>
              <a:buClr>
                <a:schemeClr val="dk1"/>
              </a:buClr>
              <a:buSzPct val="100000"/>
              <a:buNone/>
            </a:pPr>
            <a:r>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 </a:t>
            </a:r>
            <a:endParaRPr/>
          </a:p>
        </p:txBody>
      </p:sp>
      <p:sp>
        <p:nvSpPr>
          <p:cNvPr id="2342" name="Google Shape;2342;p2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343" name="Google Shape;2343;p2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7" name="Shape 2347"/>
        <p:cNvGrpSpPr/>
        <p:nvPr/>
      </p:nvGrpSpPr>
      <p:grpSpPr>
        <a:xfrm>
          <a:off x="0" y="0"/>
          <a:ext cx="0" cy="0"/>
          <a:chOff x="0" y="0"/>
          <a:chExt cx="0" cy="0"/>
        </a:xfrm>
      </p:grpSpPr>
      <p:sp>
        <p:nvSpPr>
          <p:cNvPr id="2348" name="Google Shape;2348;p29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DIV</a:t>
            </a:r>
            <a:endParaRPr/>
          </a:p>
        </p:txBody>
      </p:sp>
      <p:sp>
        <p:nvSpPr>
          <p:cNvPr id="2349" name="Google Shape;2349;p29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División sin signo</a:t>
            </a:r>
            <a:endParaRPr/>
          </a:p>
          <a:p>
            <a:pPr indent="-342900" lvl="0" marL="342900" rtl="0" algn="l">
              <a:lnSpc>
                <a:spcPct val="100000"/>
              </a:lnSpc>
              <a:spcBef>
                <a:spcPts val="640"/>
              </a:spcBef>
              <a:spcAft>
                <a:spcPts val="0"/>
              </a:spcAft>
              <a:buClr>
                <a:schemeClr val="dk1"/>
              </a:buClr>
              <a:buSzPts val="3200"/>
              <a:buChar char="•"/>
            </a:pPr>
            <a:r>
              <a:rPr lang="es-MX"/>
              <a:t>Sintaxis: DIV fuente</a:t>
            </a:r>
            <a:endParaRPr/>
          </a:p>
          <a:p>
            <a:pPr indent="-342900" lvl="0" marL="342900" rtl="0" algn="l">
              <a:lnSpc>
                <a:spcPct val="100000"/>
              </a:lnSpc>
              <a:spcBef>
                <a:spcPts val="640"/>
              </a:spcBef>
              <a:spcAft>
                <a:spcPts val="0"/>
              </a:spcAft>
              <a:buClr>
                <a:schemeClr val="dk1"/>
              </a:buClr>
              <a:buSzPts val="3200"/>
              <a:buChar char="•"/>
            </a:pPr>
            <a:r>
              <a:rPr lang="es-MX"/>
              <a:t>Ejecuta división sin signo (byte) de AX</a:t>
            </a:r>
            <a:endParaRPr/>
          </a:p>
          <a:p>
            <a:pPr indent="-342900" lvl="0" marL="342900" rtl="0" algn="l">
              <a:lnSpc>
                <a:spcPct val="100000"/>
              </a:lnSpc>
              <a:spcBef>
                <a:spcPts val="640"/>
              </a:spcBef>
              <a:spcAft>
                <a:spcPts val="0"/>
              </a:spcAft>
              <a:buClr>
                <a:schemeClr val="dk1"/>
              </a:buClr>
              <a:buSzPts val="3200"/>
              <a:buChar char="•"/>
            </a:pPr>
            <a:r>
              <a:rPr lang="es-MX"/>
              <a:t>Ejecuta división sin signo (palabra) de DX:AX</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2350" name="Google Shape;2350;p2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351" name="Google Shape;2351;p2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5" name="Shape 2355"/>
        <p:cNvGrpSpPr/>
        <p:nvPr/>
      </p:nvGrpSpPr>
      <p:grpSpPr>
        <a:xfrm>
          <a:off x="0" y="0"/>
          <a:ext cx="0" cy="0"/>
          <a:chOff x="0" y="0"/>
          <a:chExt cx="0" cy="0"/>
        </a:xfrm>
      </p:grpSpPr>
      <p:sp>
        <p:nvSpPr>
          <p:cNvPr id="2356" name="Google Shape;2356;p30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357" name="Google Shape;2357;p30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256"/>
              </a:spcBef>
              <a:spcAft>
                <a:spcPts val="0"/>
              </a:spcAft>
              <a:buClr>
                <a:schemeClr val="dk1"/>
              </a:buClr>
              <a:buSzPct val="100000"/>
              <a:buNone/>
            </a:pPr>
            <a:r>
              <a:rPr lang="es-MX"/>
              <a:t>      jmp start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start:  mov AL,8h</a:t>
            </a:r>
            <a:endParaRPr/>
          </a:p>
          <a:p>
            <a:pPr indent="0" lvl="0" marL="0" rtl="0" algn="l">
              <a:lnSpc>
                <a:spcPct val="100000"/>
              </a:lnSpc>
              <a:spcBef>
                <a:spcPts val="256"/>
              </a:spcBef>
              <a:spcAft>
                <a:spcPts val="0"/>
              </a:spcAft>
              <a:buClr>
                <a:schemeClr val="dk1"/>
              </a:buClr>
              <a:buSzPct val="100000"/>
              <a:buNone/>
            </a:pPr>
            <a:r>
              <a:rPr lang="es-MX"/>
              <a:t>        mov BL,2h</a:t>
            </a:r>
            <a:endParaRPr/>
          </a:p>
          <a:p>
            <a:pPr indent="0" lvl="0" marL="0" rtl="0" algn="l">
              <a:lnSpc>
                <a:spcPct val="100000"/>
              </a:lnSpc>
              <a:spcBef>
                <a:spcPts val="256"/>
              </a:spcBef>
              <a:spcAft>
                <a:spcPts val="0"/>
              </a:spcAft>
              <a:buClr>
                <a:schemeClr val="dk1"/>
              </a:buClr>
              <a:buSzPct val="100000"/>
              <a:buNone/>
            </a:pPr>
            <a:r>
              <a:rPr lang="es-MX"/>
              <a:t>        DIV BL        ; AL=AL/BL  = 4h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AL,9h</a:t>
            </a:r>
            <a:endParaRPr/>
          </a:p>
          <a:p>
            <a:pPr indent="0" lvl="0" marL="0" rtl="0" algn="l">
              <a:lnSpc>
                <a:spcPct val="100000"/>
              </a:lnSpc>
              <a:spcBef>
                <a:spcPts val="256"/>
              </a:spcBef>
              <a:spcAft>
                <a:spcPts val="0"/>
              </a:spcAft>
              <a:buClr>
                <a:schemeClr val="dk1"/>
              </a:buClr>
              <a:buSzPct val="100000"/>
              <a:buNone/>
            </a:pPr>
            <a:r>
              <a:rPr lang="es-MX"/>
              <a:t>        mov BL,2h</a:t>
            </a:r>
            <a:endParaRPr/>
          </a:p>
          <a:p>
            <a:pPr indent="0" lvl="0" marL="0" rtl="0" algn="l">
              <a:lnSpc>
                <a:spcPct val="100000"/>
              </a:lnSpc>
              <a:spcBef>
                <a:spcPts val="256"/>
              </a:spcBef>
              <a:spcAft>
                <a:spcPts val="0"/>
              </a:spcAft>
              <a:buClr>
                <a:schemeClr val="dk1"/>
              </a:buClr>
              <a:buSzPct val="100000"/>
              <a:buNone/>
            </a:pPr>
            <a:r>
              <a:rPr lang="es-MX"/>
              <a:t>        DIV BL        ; AL=AL/BL </a:t>
            </a:r>
            <a:endParaRPr/>
          </a:p>
          <a:p>
            <a:pPr indent="0" lvl="0" marL="0" rtl="0" algn="l">
              <a:lnSpc>
                <a:spcPct val="100000"/>
              </a:lnSpc>
              <a:spcBef>
                <a:spcPts val="256"/>
              </a:spcBef>
              <a:spcAft>
                <a:spcPts val="0"/>
              </a:spcAft>
              <a:buClr>
                <a:schemeClr val="dk1"/>
              </a:buClr>
              <a:buSzPct val="100000"/>
              <a:buNone/>
            </a:pPr>
            <a:r>
              <a:rPr lang="es-MX"/>
              <a:t>                      ; Cociente AL, Resto AH </a:t>
            </a:r>
            <a:endParaRPr/>
          </a:p>
          <a:p>
            <a:pPr indent="0" lvl="0" marL="0" rtl="0" algn="l">
              <a:lnSpc>
                <a:spcPct val="100000"/>
              </a:lnSpc>
              <a:spcBef>
                <a:spcPts val="256"/>
              </a:spcBef>
              <a:spcAft>
                <a:spcPts val="0"/>
              </a:spcAft>
              <a:buClr>
                <a:schemeClr val="dk1"/>
              </a:buClr>
              <a:buSzPct val="100000"/>
              <a:buNone/>
            </a:pPr>
            <a:r>
              <a:rPr lang="es-MX"/>
              <a:t>        mov ax,3E8h   ; 1000D = 3E8h</a:t>
            </a:r>
            <a:endParaRPr/>
          </a:p>
          <a:p>
            <a:pPr indent="0" lvl="0" marL="0" rtl="0" algn="l">
              <a:lnSpc>
                <a:spcPct val="100000"/>
              </a:lnSpc>
              <a:spcBef>
                <a:spcPts val="256"/>
              </a:spcBef>
              <a:spcAft>
                <a:spcPts val="0"/>
              </a:spcAft>
              <a:buClr>
                <a:schemeClr val="dk1"/>
              </a:buClr>
              <a:buSzPct val="100000"/>
              <a:buNone/>
            </a:pPr>
            <a:r>
              <a:rPr lang="es-MX"/>
              <a:t>        mov bx,6Fh    ; 111D = 6Fh</a:t>
            </a:r>
            <a:endParaRPr/>
          </a:p>
          <a:p>
            <a:pPr indent="0" lvl="0" marL="0" rtl="0" algn="l">
              <a:lnSpc>
                <a:spcPct val="100000"/>
              </a:lnSpc>
              <a:spcBef>
                <a:spcPts val="256"/>
              </a:spcBef>
              <a:spcAft>
                <a:spcPts val="0"/>
              </a:spcAft>
              <a:buClr>
                <a:schemeClr val="dk1"/>
              </a:buClr>
              <a:buSzPct val="100000"/>
              <a:buNone/>
            </a:pPr>
            <a:r>
              <a:rPr lang="es-MX"/>
              <a:t>        div bx        ; cociente en AX,resto DX</a:t>
            </a:r>
            <a:endParaRPr/>
          </a:p>
          <a:p>
            <a:pPr indent="0" lvl="0" marL="0" rtl="0" algn="l">
              <a:lnSpc>
                <a:spcPct val="100000"/>
              </a:lnSpc>
              <a:spcBef>
                <a:spcPts val="256"/>
              </a:spcBef>
              <a:spcAft>
                <a:spcPts val="0"/>
              </a:spcAft>
              <a:buClr>
                <a:schemeClr val="dk1"/>
              </a:buClr>
              <a:buSzPct val="100000"/>
              <a:buNone/>
            </a:pPr>
            <a:r>
              <a:rPr lang="es-MX"/>
              <a:t>                      ; 3E8h/6Fh = 9h y resto 1</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ah, 0 </a:t>
            </a:r>
            <a:endParaRPr/>
          </a:p>
          <a:p>
            <a:pPr indent="0" lvl="0" marL="0" rtl="0" algn="l">
              <a:lnSpc>
                <a:spcPct val="100000"/>
              </a:lnSpc>
              <a:spcBef>
                <a:spcPts val="256"/>
              </a:spcBef>
              <a:spcAft>
                <a:spcPts val="0"/>
              </a:spcAft>
              <a:buClr>
                <a:schemeClr val="dk1"/>
              </a:buClr>
              <a:buSzPct val="100000"/>
              <a:buNone/>
            </a:pPr>
            <a:r>
              <a:rPr lang="es-MX"/>
              <a:t>        int     16h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ret </a:t>
            </a:r>
            <a:endParaRPr/>
          </a:p>
        </p:txBody>
      </p:sp>
      <p:sp>
        <p:nvSpPr>
          <p:cNvPr id="2358" name="Google Shape;2358;p3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359" name="Google Shape;2359;p3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3" name="Shape 2363"/>
        <p:cNvGrpSpPr/>
        <p:nvPr/>
      </p:nvGrpSpPr>
      <p:grpSpPr>
        <a:xfrm>
          <a:off x="0" y="0"/>
          <a:ext cx="0" cy="0"/>
          <a:chOff x="0" y="0"/>
          <a:chExt cx="0" cy="0"/>
        </a:xfrm>
      </p:grpSpPr>
      <p:sp>
        <p:nvSpPr>
          <p:cNvPr id="2364" name="Google Shape;2364;p30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LAHF</a:t>
            </a:r>
            <a:endParaRPr/>
          </a:p>
        </p:txBody>
      </p:sp>
      <p:sp>
        <p:nvSpPr>
          <p:cNvPr id="2365" name="Google Shape;2365;p30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Carga a AH de los señalizadores</a:t>
            </a:r>
            <a:endParaRPr/>
          </a:p>
          <a:p>
            <a:pPr indent="-342900" lvl="0" marL="342900" rtl="0" algn="l">
              <a:lnSpc>
                <a:spcPct val="100000"/>
              </a:lnSpc>
              <a:spcBef>
                <a:spcPts val="640"/>
              </a:spcBef>
              <a:spcAft>
                <a:spcPts val="0"/>
              </a:spcAft>
              <a:buClr>
                <a:schemeClr val="dk1"/>
              </a:buClr>
              <a:buSzPts val="3200"/>
              <a:buChar char="•"/>
            </a:pPr>
            <a:r>
              <a:rPr lang="es-MX"/>
              <a:t>Carga S,Z,A,P,C en pos, seleccionada de AH</a:t>
            </a:r>
            <a:endParaRPr/>
          </a:p>
          <a:p>
            <a:pPr indent="-342900" lvl="0" marL="342900" rtl="0" algn="l">
              <a:lnSpc>
                <a:spcPct val="100000"/>
              </a:lnSpc>
              <a:spcBef>
                <a:spcPts val="640"/>
              </a:spcBef>
              <a:spcAft>
                <a:spcPts val="0"/>
              </a:spcAft>
              <a:buClr>
                <a:schemeClr val="dk1"/>
              </a:buClr>
              <a:buSzPts val="3200"/>
              <a:buChar char="•"/>
            </a:pPr>
            <a:r>
              <a:rPr lang="es-MX"/>
              <a:t>La instrucción LAHF desplaza los registros de señalizadores S,Z,A,P y C en ciertos bits del registro AH, como se define aqui</a:t>
            </a:r>
            <a:endParaRPr/>
          </a:p>
        </p:txBody>
      </p:sp>
      <p:pic>
        <p:nvPicPr>
          <p:cNvPr id="2366" name="Google Shape;2366;p301"/>
          <p:cNvPicPr preferRelativeResize="0"/>
          <p:nvPr/>
        </p:nvPicPr>
        <p:blipFill rotWithShape="1">
          <a:blip r:embed="rId3">
            <a:alphaModFix/>
          </a:blip>
          <a:srcRect b="0" l="0" r="0" t="0"/>
          <a:stretch/>
        </p:blipFill>
        <p:spPr>
          <a:xfrm>
            <a:off x="1619672" y="4352447"/>
            <a:ext cx="6451120" cy="1597122"/>
          </a:xfrm>
          <a:prstGeom prst="rect">
            <a:avLst/>
          </a:prstGeom>
          <a:noFill/>
          <a:ln>
            <a:noFill/>
          </a:ln>
        </p:spPr>
      </p:pic>
      <p:sp>
        <p:nvSpPr>
          <p:cNvPr id="2367" name="Google Shape;2367;p3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368" name="Google Shape;2368;p3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2" name="Shape 2372"/>
        <p:cNvGrpSpPr/>
        <p:nvPr/>
      </p:nvGrpSpPr>
      <p:grpSpPr>
        <a:xfrm>
          <a:off x="0" y="0"/>
          <a:ext cx="0" cy="0"/>
          <a:chOff x="0" y="0"/>
          <a:chExt cx="0" cy="0"/>
        </a:xfrm>
      </p:grpSpPr>
      <p:sp>
        <p:nvSpPr>
          <p:cNvPr id="2373" name="Google Shape;2373;p3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374" name="Google Shape;2374;p30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544"/>
              </a:spcBef>
              <a:spcAft>
                <a:spcPts val="0"/>
              </a:spcAft>
              <a:buClr>
                <a:schemeClr val="dk1"/>
              </a:buClr>
              <a:buSzPct val="100000"/>
              <a:buNone/>
            </a:pPr>
            <a:r>
              <a:rPr lang="es-MX"/>
              <a:t>      jmp start        </a:t>
            </a:r>
            <a:endParaRPr/>
          </a:p>
          <a:p>
            <a:pPr indent="0" lvl="0" marL="0" rtl="0" algn="l">
              <a:lnSpc>
                <a:spcPct val="100000"/>
              </a:lnSpc>
              <a:spcBef>
                <a:spcPts val="544"/>
              </a:spcBef>
              <a:spcAft>
                <a:spcPts val="0"/>
              </a:spcAft>
              <a:buClr>
                <a:schemeClr val="dk1"/>
              </a:buClr>
              <a:buSzPct val="100000"/>
              <a:buNone/>
            </a:pPr>
            <a:r>
              <a:rPr lang="es-MX"/>
              <a:t> </a:t>
            </a:r>
            <a:endParaRPr/>
          </a:p>
          <a:p>
            <a:pPr indent="0" lvl="0" marL="0" rtl="0" algn="l">
              <a:lnSpc>
                <a:spcPct val="100000"/>
              </a:lnSpc>
              <a:spcBef>
                <a:spcPts val="544"/>
              </a:spcBef>
              <a:spcAft>
                <a:spcPts val="0"/>
              </a:spcAft>
              <a:buClr>
                <a:schemeClr val="dk1"/>
              </a:buClr>
              <a:buSzPct val="100000"/>
              <a:buNone/>
            </a:pPr>
            <a:r>
              <a:rPr lang="es-MX"/>
              <a:t>start:  mov ax, 7FFEh</a:t>
            </a:r>
            <a:endParaRPr/>
          </a:p>
          <a:p>
            <a:pPr indent="0" lvl="0" marL="0" rtl="0" algn="l">
              <a:lnSpc>
                <a:spcPct val="100000"/>
              </a:lnSpc>
              <a:spcBef>
                <a:spcPts val="544"/>
              </a:spcBef>
              <a:spcAft>
                <a:spcPts val="0"/>
              </a:spcAft>
              <a:buClr>
                <a:schemeClr val="dk1"/>
              </a:buClr>
              <a:buSzPct val="100000"/>
              <a:buNone/>
            </a:pPr>
            <a:r>
              <a:rPr lang="es-MX"/>
              <a:t>        sub ax, 7FFFh</a:t>
            </a:r>
            <a:endParaRPr/>
          </a:p>
          <a:p>
            <a:pPr indent="0" lvl="0" marL="0" rtl="0" algn="l">
              <a:lnSpc>
                <a:spcPct val="100000"/>
              </a:lnSpc>
              <a:spcBef>
                <a:spcPts val="544"/>
              </a:spcBef>
              <a:spcAft>
                <a:spcPts val="0"/>
              </a:spcAft>
              <a:buClr>
                <a:schemeClr val="dk1"/>
              </a:buClr>
              <a:buSzPct val="100000"/>
              <a:buNone/>
            </a:pPr>
            <a:r>
              <a:rPr lang="es-MX"/>
              <a:t>        LAHF   </a:t>
            </a:r>
            <a:endParaRPr/>
          </a:p>
          <a:p>
            <a:pPr indent="0" lvl="0" marL="0" rtl="0" algn="l">
              <a:lnSpc>
                <a:spcPct val="100000"/>
              </a:lnSpc>
              <a:spcBef>
                <a:spcPts val="544"/>
              </a:spcBef>
              <a:spcAft>
                <a:spcPts val="0"/>
              </a:spcAft>
              <a:buClr>
                <a:schemeClr val="dk1"/>
              </a:buClr>
              <a:buSzPct val="100000"/>
              <a:buNone/>
            </a:pPr>
            <a:r>
              <a:rPr lang="es-MX"/>
              <a:t>        mov     ah, 0 </a:t>
            </a:r>
            <a:endParaRPr/>
          </a:p>
          <a:p>
            <a:pPr indent="0" lvl="0" marL="0" rtl="0" algn="l">
              <a:lnSpc>
                <a:spcPct val="100000"/>
              </a:lnSpc>
              <a:spcBef>
                <a:spcPts val="544"/>
              </a:spcBef>
              <a:spcAft>
                <a:spcPts val="0"/>
              </a:spcAft>
              <a:buClr>
                <a:schemeClr val="dk1"/>
              </a:buClr>
              <a:buSzPct val="100000"/>
              <a:buNone/>
            </a:pPr>
            <a:r>
              <a:rPr lang="es-MX"/>
              <a:t>        int     16h </a:t>
            </a:r>
            <a:endParaRPr/>
          </a:p>
          <a:p>
            <a:pPr indent="0" lvl="0" marL="0" rtl="0" algn="l">
              <a:lnSpc>
                <a:spcPct val="100000"/>
              </a:lnSpc>
              <a:spcBef>
                <a:spcPts val="544"/>
              </a:spcBef>
              <a:spcAft>
                <a:spcPts val="0"/>
              </a:spcAft>
              <a:buClr>
                <a:schemeClr val="dk1"/>
              </a:buClr>
              <a:buSzPct val="100000"/>
              <a:buNone/>
            </a:pPr>
            <a:r>
              <a:rPr lang="es-MX"/>
              <a:t>        </a:t>
            </a:r>
            <a:endParaRPr/>
          </a:p>
          <a:p>
            <a:pPr indent="0" lvl="0" marL="0" rtl="0" algn="l">
              <a:lnSpc>
                <a:spcPct val="100000"/>
              </a:lnSpc>
              <a:spcBef>
                <a:spcPts val="544"/>
              </a:spcBef>
              <a:spcAft>
                <a:spcPts val="0"/>
              </a:spcAft>
              <a:buClr>
                <a:schemeClr val="dk1"/>
              </a:buClr>
              <a:buSzPct val="100000"/>
              <a:buNone/>
            </a:pPr>
            <a:r>
              <a:rPr lang="es-MX"/>
              <a:t>ret </a:t>
            </a:r>
            <a:endParaRPr/>
          </a:p>
        </p:txBody>
      </p:sp>
      <p:sp>
        <p:nvSpPr>
          <p:cNvPr id="2375" name="Google Shape;2375;p3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376" name="Google Shape;2376;p3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0" name="Shape 2380"/>
        <p:cNvGrpSpPr/>
        <p:nvPr/>
      </p:nvGrpSpPr>
      <p:grpSpPr>
        <a:xfrm>
          <a:off x="0" y="0"/>
          <a:ext cx="0" cy="0"/>
          <a:chOff x="0" y="0"/>
          <a:chExt cx="0" cy="0"/>
        </a:xfrm>
      </p:grpSpPr>
      <p:sp>
        <p:nvSpPr>
          <p:cNvPr id="2381" name="Google Shape;2381;p30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LEA</a:t>
            </a:r>
            <a:endParaRPr/>
          </a:p>
        </p:txBody>
      </p:sp>
      <p:sp>
        <p:nvSpPr>
          <p:cNvPr id="2382" name="Google Shape;2382;p30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Carga la dirección Efectiva de desplazamiento</a:t>
            </a:r>
            <a:endParaRPr/>
          </a:p>
          <a:p>
            <a:pPr indent="-342900" lvl="0" marL="342900" rtl="0" algn="l">
              <a:lnSpc>
                <a:spcPct val="100000"/>
              </a:lnSpc>
              <a:spcBef>
                <a:spcPts val="640"/>
              </a:spcBef>
              <a:spcAft>
                <a:spcPts val="0"/>
              </a:spcAft>
              <a:buClr>
                <a:schemeClr val="dk1"/>
              </a:buClr>
              <a:buSzPts val="3200"/>
              <a:buChar char="•"/>
            </a:pPr>
            <a:r>
              <a:rPr lang="es-MX"/>
              <a:t>El primer operando de LEA es el operando del registro objeto, que se carga en la dirección de desplazamiento del segundo operando.</a:t>
            </a:r>
            <a:endParaRPr/>
          </a:p>
          <a:p>
            <a:pPr indent="-342900" lvl="0" marL="342900" rtl="0" algn="l">
              <a:lnSpc>
                <a:spcPct val="100000"/>
              </a:lnSpc>
              <a:spcBef>
                <a:spcPts val="640"/>
              </a:spcBef>
              <a:spcAft>
                <a:spcPts val="0"/>
              </a:spcAft>
              <a:buClr>
                <a:schemeClr val="dk1"/>
              </a:buClr>
              <a:buSzPts val="3200"/>
              <a:buChar char="•"/>
            </a:pPr>
            <a:r>
              <a:rPr lang="es-MX"/>
              <a:t>Sintaxis: LEA destino, fuente</a:t>
            </a:r>
            <a:endParaRPr/>
          </a:p>
        </p:txBody>
      </p:sp>
      <p:sp>
        <p:nvSpPr>
          <p:cNvPr id="2383" name="Google Shape;2383;p3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384" name="Google Shape;2384;p3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8" name="Shape 2388"/>
        <p:cNvGrpSpPr/>
        <p:nvPr/>
      </p:nvGrpSpPr>
      <p:grpSpPr>
        <a:xfrm>
          <a:off x="0" y="0"/>
          <a:ext cx="0" cy="0"/>
          <a:chOff x="0" y="0"/>
          <a:chExt cx="0" cy="0"/>
        </a:xfrm>
      </p:grpSpPr>
      <p:sp>
        <p:nvSpPr>
          <p:cNvPr id="2389" name="Google Shape;2389;p3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390" name="Google Shape;2390;p30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jmp start</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msg:    db      "Hola Alumnos", 0Dh,0Ah, 24h</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start:  LEA     ax, msg</a:t>
            </a:r>
            <a:endParaRPr/>
          </a:p>
          <a:p>
            <a:pPr indent="0" lvl="0" marL="0" rtl="0" algn="l">
              <a:lnSpc>
                <a:spcPct val="100000"/>
              </a:lnSpc>
              <a:spcBef>
                <a:spcPts val="352"/>
              </a:spcBef>
              <a:spcAft>
                <a:spcPts val="0"/>
              </a:spcAft>
              <a:buClr>
                <a:schemeClr val="dk1"/>
              </a:buClr>
              <a:buSzPct val="100000"/>
              <a:buNone/>
            </a:pPr>
            <a:r>
              <a:rPr lang="es-MX"/>
              <a:t>        mov     dx, msg</a:t>
            </a:r>
            <a:endParaRPr/>
          </a:p>
          <a:p>
            <a:pPr indent="0" lvl="0" marL="0" rtl="0" algn="l">
              <a:lnSpc>
                <a:spcPct val="100000"/>
              </a:lnSpc>
              <a:spcBef>
                <a:spcPts val="352"/>
              </a:spcBef>
              <a:spcAft>
                <a:spcPts val="0"/>
              </a:spcAft>
              <a:buClr>
                <a:schemeClr val="dk1"/>
              </a:buClr>
              <a:buSzPct val="100000"/>
              <a:buNone/>
            </a:pPr>
            <a:r>
              <a:rPr lang="es-MX"/>
              <a:t>        mov     ah, 09h </a:t>
            </a:r>
            <a:endParaRPr/>
          </a:p>
          <a:p>
            <a:pPr indent="0" lvl="0" marL="0" rtl="0" algn="l">
              <a:lnSpc>
                <a:spcPct val="100000"/>
              </a:lnSpc>
              <a:spcBef>
                <a:spcPts val="352"/>
              </a:spcBef>
              <a:spcAft>
                <a:spcPts val="0"/>
              </a:spcAft>
              <a:buClr>
                <a:schemeClr val="dk1"/>
              </a:buClr>
              <a:buSzPct val="100000"/>
              <a:buNone/>
            </a:pPr>
            <a:r>
              <a:rPr lang="es-MX"/>
              <a:t>        int     21h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ret </a:t>
            </a:r>
            <a:endParaRPr/>
          </a:p>
        </p:txBody>
      </p:sp>
      <p:sp>
        <p:nvSpPr>
          <p:cNvPr id="2391" name="Google Shape;2391;p30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392" name="Google Shape;2392;p3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6" name="Shape 2396"/>
        <p:cNvGrpSpPr/>
        <p:nvPr/>
      </p:nvGrpSpPr>
      <p:grpSpPr>
        <a:xfrm>
          <a:off x="0" y="0"/>
          <a:ext cx="0" cy="0"/>
          <a:chOff x="0" y="0"/>
          <a:chExt cx="0" cy="0"/>
        </a:xfrm>
      </p:grpSpPr>
      <p:sp>
        <p:nvSpPr>
          <p:cNvPr id="2397" name="Google Shape;2397;p30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Macro</a:t>
            </a:r>
            <a:endParaRPr/>
          </a:p>
        </p:txBody>
      </p:sp>
      <p:sp>
        <p:nvSpPr>
          <p:cNvPr id="2398" name="Google Shape;2398;p30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rgbClr val="333333"/>
              </a:buClr>
              <a:buSzPts val="3200"/>
              <a:buChar char="•"/>
            </a:pPr>
            <a:r>
              <a:rPr b="1" i="0" lang="es-MX">
                <a:solidFill>
                  <a:srgbClr val="333333"/>
                </a:solidFill>
                <a:latin typeface="Helvetica Neue Light"/>
                <a:ea typeface="Helvetica Neue Light"/>
                <a:cs typeface="Helvetica Neue Light"/>
                <a:sym typeface="Helvetica Neue Light"/>
              </a:rPr>
              <a:t>Los macros sirven para:</a:t>
            </a:r>
            <a:endParaRPr b="0" i="0">
              <a:solidFill>
                <a:srgbClr val="333333"/>
              </a:solidFill>
              <a:latin typeface="Helvetica Neue Light"/>
              <a:ea typeface="Helvetica Neue Light"/>
              <a:cs typeface="Helvetica Neue Light"/>
              <a:sym typeface="Helvetica Neue Light"/>
            </a:endParaRPr>
          </a:p>
          <a:p>
            <a:pPr indent="-285750" lvl="1" marL="742950" rtl="0" algn="just">
              <a:lnSpc>
                <a:spcPct val="100000"/>
              </a:lnSpc>
              <a:spcBef>
                <a:spcPts val="560"/>
              </a:spcBef>
              <a:spcAft>
                <a:spcPts val="0"/>
              </a:spcAft>
              <a:buClr>
                <a:srgbClr val="333333"/>
              </a:buClr>
              <a:buSzPts val="2800"/>
              <a:buChar char="–"/>
            </a:pPr>
            <a:r>
              <a:rPr b="0" i="0" lang="es-MX">
                <a:solidFill>
                  <a:srgbClr val="333333"/>
                </a:solidFill>
                <a:latin typeface="Helvetica Neue Light"/>
                <a:ea typeface="Helvetica Neue Light"/>
                <a:cs typeface="Helvetica Neue Light"/>
                <a:sym typeface="Helvetica Neue Light"/>
              </a:rPr>
              <a:t>Ahorrar código cuando se quiere hacer un proceso repetitivo.</a:t>
            </a:r>
            <a:endParaRPr/>
          </a:p>
          <a:p>
            <a:pPr indent="-285750" lvl="1" marL="742950" rtl="0" algn="just">
              <a:lnSpc>
                <a:spcPct val="100000"/>
              </a:lnSpc>
              <a:spcBef>
                <a:spcPts val="560"/>
              </a:spcBef>
              <a:spcAft>
                <a:spcPts val="0"/>
              </a:spcAft>
              <a:buClr>
                <a:srgbClr val="333333"/>
              </a:buClr>
              <a:buSzPts val="2800"/>
              <a:buChar char="–"/>
            </a:pPr>
            <a:r>
              <a:rPr b="0" i="0" lang="es-MX">
                <a:solidFill>
                  <a:srgbClr val="333333"/>
                </a:solidFill>
                <a:latin typeface="Helvetica Neue Light"/>
                <a:ea typeface="Helvetica Neue Light"/>
                <a:cs typeface="Helvetica Neue Light"/>
                <a:sym typeface="Helvetica Neue Light"/>
              </a:rPr>
              <a:t>Menos errores al momento de realizar código repetitivo.</a:t>
            </a:r>
            <a:endParaRPr/>
          </a:p>
          <a:p>
            <a:pPr indent="-285750" lvl="1" marL="742950" rtl="0" algn="just">
              <a:lnSpc>
                <a:spcPct val="100000"/>
              </a:lnSpc>
              <a:spcBef>
                <a:spcPts val="560"/>
              </a:spcBef>
              <a:spcAft>
                <a:spcPts val="0"/>
              </a:spcAft>
              <a:buClr>
                <a:srgbClr val="333333"/>
              </a:buClr>
              <a:buSzPts val="2800"/>
              <a:buChar char="–"/>
            </a:pPr>
            <a:r>
              <a:rPr b="0" i="0" lang="es-MX">
                <a:solidFill>
                  <a:srgbClr val="333333"/>
                </a:solidFill>
                <a:latin typeface="Helvetica Neue Light"/>
                <a:ea typeface="Helvetica Neue Light"/>
                <a:cs typeface="Helvetica Neue Light"/>
                <a:sym typeface="Helvetica Neue Light"/>
              </a:rPr>
              <a:t>Permite hacer uso de variables que son pasados como parámetros.</a:t>
            </a:r>
            <a:endParaRPr/>
          </a:p>
          <a:p>
            <a:pPr indent="-285750" lvl="1" marL="742950" rtl="0" algn="just">
              <a:lnSpc>
                <a:spcPct val="100000"/>
              </a:lnSpc>
              <a:spcBef>
                <a:spcPts val="560"/>
              </a:spcBef>
              <a:spcAft>
                <a:spcPts val="0"/>
              </a:spcAft>
              <a:buClr>
                <a:srgbClr val="333333"/>
              </a:buClr>
              <a:buSzPts val="2800"/>
              <a:buChar char="–"/>
            </a:pPr>
            <a:r>
              <a:rPr b="0" i="0" lang="es-MX">
                <a:solidFill>
                  <a:srgbClr val="333333"/>
                </a:solidFill>
                <a:latin typeface="Helvetica Neue Light"/>
                <a:ea typeface="Helvetica Neue Light"/>
                <a:cs typeface="Helvetica Neue Light"/>
                <a:sym typeface="Helvetica Neue Light"/>
              </a:rPr>
              <a:t>Mayor seguridad en el código, se pueden invocar desde un archivo externo al programas ASM.</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2399" name="Google Shape;2399;p3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00" name="Google Shape;2400;p3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4" name="Shape 2404"/>
        <p:cNvGrpSpPr/>
        <p:nvPr/>
      </p:nvGrpSpPr>
      <p:grpSpPr>
        <a:xfrm>
          <a:off x="0" y="0"/>
          <a:ext cx="0" cy="0"/>
          <a:chOff x="0" y="0"/>
          <a:chExt cx="0" cy="0"/>
        </a:xfrm>
      </p:grpSpPr>
      <p:sp>
        <p:nvSpPr>
          <p:cNvPr id="2405" name="Google Shape;2405;p30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Macro</a:t>
            </a:r>
            <a:endParaRPr/>
          </a:p>
        </p:txBody>
      </p:sp>
      <p:sp>
        <p:nvSpPr>
          <p:cNvPr id="2406" name="Google Shape;2406;p30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Char char="•"/>
            </a:pPr>
            <a:r>
              <a:rPr lang="es-MX" sz="2800"/>
              <a:t>Hacen todo lo que puede hacer un ensamblador, y además proporcionan una serie de Directivas para definir y ejecutar macroinstrucciones (o simplemente, Macros). Cuando ejecutamos a una "macro", ésta se expande al cuerpo que hayamos definido.</a:t>
            </a:r>
            <a:endParaRPr/>
          </a:p>
          <a:p>
            <a:pPr indent="-165100" lvl="0" marL="342900" rtl="0" algn="just">
              <a:lnSpc>
                <a:spcPct val="100000"/>
              </a:lnSpc>
              <a:spcBef>
                <a:spcPts val="560"/>
              </a:spcBef>
              <a:spcAft>
                <a:spcPts val="0"/>
              </a:spcAft>
              <a:buClr>
                <a:schemeClr val="dk1"/>
              </a:buClr>
              <a:buSzPts val="2800"/>
              <a:buNone/>
            </a:pPr>
            <a:r>
              <a:t/>
            </a:r>
            <a:endParaRPr sz="2800"/>
          </a:p>
          <a:p>
            <a:pPr indent="0" lvl="0" marL="0" rtl="0" algn="l">
              <a:lnSpc>
                <a:spcPct val="100000"/>
              </a:lnSpc>
              <a:spcBef>
                <a:spcPts val="420"/>
              </a:spcBef>
              <a:spcAft>
                <a:spcPts val="0"/>
              </a:spcAft>
              <a:buClr>
                <a:schemeClr val="dk1"/>
              </a:buClr>
              <a:buSzPts val="2100"/>
              <a:buNone/>
            </a:pPr>
            <a:r>
              <a:rPr lang="es-MX" sz="2100"/>
              <a:t>nombreMacro </a:t>
            </a:r>
            <a:r>
              <a:rPr b="1" lang="es-MX" sz="2100"/>
              <a:t>MACRO</a:t>
            </a:r>
            <a:r>
              <a:rPr lang="es-MX" sz="2100"/>
              <a:t> [parametros] ;Los parámetros son opcionales.</a:t>
            </a:r>
            <a:br>
              <a:rPr lang="es-MX" sz="2100"/>
            </a:br>
            <a:r>
              <a:rPr lang="es-MX" sz="2100"/>
              <a:t>  instrucciones...</a:t>
            </a:r>
            <a:br>
              <a:rPr lang="es-MX" sz="2100"/>
            </a:br>
            <a:r>
              <a:rPr b="1" lang="es-MX" sz="2100"/>
              <a:t>ENDM</a:t>
            </a:r>
            <a:r>
              <a:rPr lang="es-MX" sz="2100"/>
              <a:t>  ;Indica fin del macro.</a:t>
            </a:r>
            <a:endParaRPr/>
          </a:p>
        </p:txBody>
      </p:sp>
      <p:sp>
        <p:nvSpPr>
          <p:cNvPr id="2407" name="Google Shape;2407;p3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08" name="Google Shape;2408;p3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2" name="Shape 2412"/>
        <p:cNvGrpSpPr/>
        <p:nvPr/>
      </p:nvGrpSpPr>
      <p:grpSpPr>
        <a:xfrm>
          <a:off x="0" y="0"/>
          <a:ext cx="0" cy="0"/>
          <a:chOff x="0" y="0"/>
          <a:chExt cx="0" cy="0"/>
        </a:xfrm>
      </p:grpSpPr>
      <p:sp>
        <p:nvSpPr>
          <p:cNvPr id="2413" name="Google Shape;2413;p30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0000"/>
              </a:buClr>
              <a:buSzPts val="4400"/>
              <a:buFont typeface="Times New Roman"/>
              <a:buNone/>
            </a:pPr>
            <a:r>
              <a:rPr b="1" i="0" lang="es-MX">
                <a:solidFill>
                  <a:srgbClr val="000000"/>
                </a:solidFill>
                <a:latin typeface="Times New Roman"/>
                <a:ea typeface="Times New Roman"/>
                <a:cs typeface="Times New Roman"/>
                <a:sym typeface="Times New Roman"/>
              </a:rPr>
              <a:t>MACROS</a:t>
            </a:r>
            <a:endParaRPr/>
          </a:p>
        </p:txBody>
      </p:sp>
      <p:sp>
        <p:nvSpPr>
          <p:cNvPr id="2414" name="Google Shape;2414;p30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rgbClr val="000000"/>
              </a:buClr>
              <a:buSzPts val="3200"/>
              <a:buChar char="•"/>
            </a:pPr>
            <a:r>
              <a:rPr b="0" i="0" lang="es-MX">
                <a:solidFill>
                  <a:srgbClr val="000000"/>
                </a:solidFill>
                <a:latin typeface="Times New Roman"/>
                <a:ea typeface="Times New Roman"/>
                <a:cs typeface="Times New Roman"/>
                <a:sym typeface="Times New Roman"/>
              </a:rPr>
              <a:t>Cuando un conjunto de instrucciones en ensamblador aparecen frecuentemente repetidas a lo largo de un listado, es conveniente agruparlas bajo un nombre simbólico que las sustituirá en aquellos puntos donde aparezcan.</a:t>
            </a:r>
            <a:endParaRPr/>
          </a:p>
          <a:p>
            <a:pPr indent="-342900" lvl="0" marL="342900" rtl="0" algn="just">
              <a:lnSpc>
                <a:spcPct val="100000"/>
              </a:lnSpc>
              <a:spcBef>
                <a:spcPts val="640"/>
              </a:spcBef>
              <a:spcAft>
                <a:spcPts val="0"/>
              </a:spcAft>
              <a:buClr>
                <a:srgbClr val="000000"/>
              </a:buClr>
              <a:buSzPts val="3200"/>
              <a:buChar char="•"/>
            </a:pPr>
            <a:r>
              <a:rPr b="0" i="0" lang="es-MX">
                <a:solidFill>
                  <a:srgbClr val="000000"/>
                </a:solidFill>
                <a:latin typeface="Times New Roman"/>
                <a:ea typeface="Times New Roman"/>
                <a:cs typeface="Times New Roman"/>
                <a:sym typeface="Times New Roman"/>
              </a:rPr>
              <a:t>Esta es la misión de las macros; por el hecho de soportarlas el ensamblador eleva su categoría a la de macroensamblador.</a:t>
            </a:r>
            <a:endParaRPr/>
          </a:p>
        </p:txBody>
      </p:sp>
      <p:sp>
        <p:nvSpPr>
          <p:cNvPr id="2415" name="Google Shape;2415;p3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16" name="Google Shape;2416;p3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0" name="Shape 2420"/>
        <p:cNvGrpSpPr/>
        <p:nvPr/>
      </p:nvGrpSpPr>
      <p:grpSpPr>
        <a:xfrm>
          <a:off x="0" y="0"/>
          <a:ext cx="0" cy="0"/>
          <a:chOff x="0" y="0"/>
          <a:chExt cx="0" cy="0"/>
        </a:xfrm>
      </p:grpSpPr>
      <p:sp>
        <p:nvSpPr>
          <p:cNvPr id="2421" name="Google Shape;2421;p30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422" name="Google Shape;2422;p30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just">
              <a:lnSpc>
                <a:spcPct val="100000"/>
              </a:lnSpc>
              <a:spcBef>
                <a:spcPts val="0"/>
              </a:spcBef>
              <a:spcAft>
                <a:spcPts val="0"/>
              </a:spcAft>
              <a:buClr>
                <a:srgbClr val="000000"/>
              </a:buClr>
              <a:buSzPct val="100000"/>
              <a:buChar char="•"/>
            </a:pPr>
            <a:r>
              <a:rPr b="0" i="0" lang="es-MX">
                <a:solidFill>
                  <a:srgbClr val="000000"/>
                </a:solidFill>
                <a:latin typeface="Times New Roman"/>
                <a:ea typeface="Times New Roman"/>
                <a:cs typeface="Times New Roman"/>
                <a:sym typeface="Times New Roman"/>
              </a:rPr>
              <a:t>No conviene confundir las macros con subrutinas: es estas últimas, el conjunto de instrucciones aparece una sola vez en todo el programa y luego se invoca con CALL. Sin embargo, cada vez que se referencia a una macro, el código que ésta representa se </a:t>
            </a:r>
            <a:r>
              <a:rPr b="0" i="1" lang="es-MX">
                <a:solidFill>
                  <a:srgbClr val="000000"/>
                </a:solidFill>
                <a:latin typeface="Times New Roman"/>
                <a:ea typeface="Times New Roman"/>
                <a:cs typeface="Times New Roman"/>
                <a:sym typeface="Times New Roman"/>
              </a:rPr>
              <a:t>expande</a:t>
            </a:r>
            <a:r>
              <a:rPr b="0" i="0" lang="es-MX">
                <a:solidFill>
                  <a:srgbClr val="000000"/>
                </a:solidFill>
                <a:latin typeface="Times New Roman"/>
                <a:ea typeface="Times New Roman"/>
                <a:cs typeface="Times New Roman"/>
                <a:sym typeface="Times New Roman"/>
              </a:rPr>
              <a:t> en el programa definitivo, duplicándose tantas veces como se use la macro. Por ello, aquellas tareas que puedan ser realizadas con subrutinas siempre será más conveniente realizarlas con las mismas, con objeto de economizar memoria. Es cierto que las macros son algo más rápidas que las subrutinas (se ahorra un CALL y un RET) pero la diferencia es tan mínima que en la práctica es despreciable en el 99,99% de los casos. Por ello, es absurdo e irracional realizar ciertas tareas con macros que pueden ser desarrolladas mucho más eficientemente con subrutinas: es una pena que en muchos manuales de ensamblador aún se hable de macros para realizar operaciones sobre cadenas de caracteres, que generarían programas gigantescos con menos de un 1% de velocidad adicional.</a:t>
            </a:r>
            <a:endParaRPr/>
          </a:p>
        </p:txBody>
      </p:sp>
      <p:sp>
        <p:nvSpPr>
          <p:cNvPr id="2423" name="Google Shape;2423;p30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24" name="Google Shape;2424;p30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2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8" name="Shape 2428"/>
        <p:cNvGrpSpPr/>
        <p:nvPr/>
      </p:nvGrpSpPr>
      <p:grpSpPr>
        <a:xfrm>
          <a:off x="0" y="0"/>
          <a:ext cx="0" cy="0"/>
          <a:chOff x="0" y="0"/>
          <a:chExt cx="0" cy="0"/>
        </a:xfrm>
      </p:grpSpPr>
      <p:sp>
        <p:nvSpPr>
          <p:cNvPr id="2429" name="Google Shape;2429;p30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Macros</a:t>
            </a:r>
            <a:endParaRPr/>
          </a:p>
        </p:txBody>
      </p:sp>
      <p:sp>
        <p:nvSpPr>
          <p:cNvPr id="2430" name="Google Shape;2430;p309"/>
          <p:cNvSpPr txBox="1"/>
          <p:nvPr>
            <p:ph idx="1" type="body"/>
          </p:nvPr>
        </p:nvSpPr>
        <p:spPr>
          <a:xfrm>
            <a:off x="457200" y="1600201"/>
            <a:ext cx="8229600" cy="2620888"/>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lnSpc>
                <a:spcPct val="100000"/>
              </a:lnSpc>
              <a:spcBef>
                <a:spcPts val="0"/>
              </a:spcBef>
              <a:spcAft>
                <a:spcPts val="0"/>
              </a:spcAft>
              <a:buClr>
                <a:schemeClr val="dk1"/>
              </a:buClr>
              <a:buSzPct val="100000"/>
              <a:buChar char="•"/>
            </a:pPr>
            <a:r>
              <a:rPr lang="es-MX"/>
              <a:t>Una macro es un conjunto de sentencias de ensamblador. Esta formada por: </a:t>
            </a:r>
            <a:endParaRPr/>
          </a:p>
          <a:p>
            <a:pPr indent="-285750" lvl="1" marL="742950" rtl="0" algn="l">
              <a:lnSpc>
                <a:spcPct val="100000"/>
              </a:lnSpc>
              <a:spcBef>
                <a:spcPts val="392"/>
              </a:spcBef>
              <a:spcAft>
                <a:spcPts val="0"/>
              </a:spcAft>
              <a:buClr>
                <a:schemeClr val="dk1"/>
              </a:buClr>
              <a:buSzPct val="100000"/>
              <a:buChar char="–"/>
            </a:pPr>
            <a:r>
              <a:rPr lang="es-MX"/>
              <a:t>Cabecera (el nombre de la macro y los parámetros)  </a:t>
            </a:r>
            <a:endParaRPr/>
          </a:p>
          <a:p>
            <a:pPr indent="-285750" lvl="1" marL="742950" rtl="0" algn="l">
              <a:lnSpc>
                <a:spcPct val="100000"/>
              </a:lnSpc>
              <a:spcBef>
                <a:spcPts val="392"/>
              </a:spcBef>
              <a:spcAft>
                <a:spcPts val="0"/>
              </a:spcAft>
              <a:buClr>
                <a:schemeClr val="dk1"/>
              </a:buClr>
              <a:buSzPct val="100000"/>
              <a:buChar char="–"/>
            </a:pPr>
            <a:r>
              <a:rPr lang="es-MX"/>
              <a:t>Cuerpo (el conjunto de sentencias que definen el comportamiento de la macro)  </a:t>
            </a:r>
            <a:endParaRPr/>
          </a:p>
          <a:p>
            <a:pPr indent="-285750" lvl="1" marL="742950" rtl="0" algn="l">
              <a:lnSpc>
                <a:spcPct val="100000"/>
              </a:lnSpc>
              <a:spcBef>
                <a:spcPts val="392"/>
              </a:spcBef>
              <a:spcAft>
                <a:spcPts val="0"/>
              </a:spcAft>
              <a:buClr>
                <a:schemeClr val="dk1"/>
              </a:buClr>
              <a:buSzPct val="100000"/>
              <a:buChar char="–"/>
            </a:pPr>
            <a:r>
              <a:rPr lang="es-MX"/>
              <a:t>Terminador  </a:t>
            </a:r>
            <a:endParaRPr/>
          </a:p>
          <a:p>
            <a:pPr indent="-285750" lvl="1" marL="742950" rtl="0" algn="l">
              <a:lnSpc>
                <a:spcPct val="100000"/>
              </a:lnSpc>
              <a:spcBef>
                <a:spcPts val="392"/>
              </a:spcBef>
              <a:spcAft>
                <a:spcPts val="0"/>
              </a:spcAft>
              <a:buClr>
                <a:schemeClr val="dk1"/>
              </a:buClr>
              <a:buSzPct val="100000"/>
              <a:buChar char="–"/>
            </a:pPr>
            <a:r>
              <a:rPr lang="es-MX"/>
              <a:t>Al llamar a una macro puede que no se pasen todos los parámetros, en cuyo caso se ignoran las sentencias que los referencian. Si se le pasan de más ignorará esos parámetros</a:t>
            </a:r>
            <a:endParaRPr/>
          </a:p>
        </p:txBody>
      </p:sp>
      <p:pic>
        <p:nvPicPr>
          <p:cNvPr id="2431" name="Google Shape;2431;p309"/>
          <p:cNvPicPr preferRelativeResize="0"/>
          <p:nvPr/>
        </p:nvPicPr>
        <p:blipFill rotWithShape="1">
          <a:blip r:embed="rId3">
            <a:alphaModFix/>
          </a:blip>
          <a:srcRect b="0" l="0" r="0" t="0"/>
          <a:stretch/>
        </p:blipFill>
        <p:spPr>
          <a:xfrm>
            <a:off x="1763688" y="4403652"/>
            <a:ext cx="5056934" cy="1617636"/>
          </a:xfrm>
          <a:prstGeom prst="rect">
            <a:avLst/>
          </a:prstGeom>
          <a:noFill/>
          <a:ln>
            <a:noFill/>
          </a:ln>
        </p:spPr>
      </p:pic>
      <p:sp>
        <p:nvSpPr>
          <p:cNvPr id="2432" name="Google Shape;2432;p30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33" name="Google Shape;2433;p30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7" name="Shape 2437"/>
        <p:cNvGrpSpPr/>
        <p:nvPr/>
      </p:nvGrpSpPr>
      <p:grpSpPr>
        <a:xfrm>
          <a:off x="0" y="0"/>
          <a:ext cx="0" cy="0"/>
          <a:chOff x="0" y="0"/>
          <a:chExt cx="0" cy="0"/>
        </a:xfrm>
      </p:grpSpPr>
      <p:sp>
        <p:nvSpPr>
          <p:cNvPr id="2438" name="Google Shape;2438;p3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439" name="Google Shape;2439;p3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 </a:t>
            </a:r>
            <a:endParaRPr/>
          </a:p>
          <a:p>
            <a:pPr indent="0" lvl="0" marL="0" rtl="0" algn="l">
              <a:lnSpc>
                <a:spcPct val="100000"/>
              </a:lnSpc>
              <a:spcBef>
                <a:spcPts val="448"/>
              </a:spcBef>
              <a:spcAft>
                <a:spcPts val="0"/>
              </a:spcAft>
              <a:buClr>
                <a:schemeClr val="dk1"/>
              </a:buClr>
              <a:buSzPct val="100000"/>
              <a:buNone/>
            </a:pPr>
            <a:r>
              <a:rPr lang="es-MX"/>
              <a:t>inicio macro   ;declaramos la macro, le damos el nombre de inicio</a:t>
            </a:r>
            <a:endParaRPr/>
          </a:p>
          <a:p>
            <a:pPr indent="0" lvl="0" marL="0" rtl="0" algn="l">
              <a:lnSpc>
                <a:spcPct val="100000"/>
              </a:lnSpc>
              <a:spcBef>
                <a:spcPts val="448"/>
              </a:spcBef>
              <a:spcAft>
                <a:spcPts val="0"/>
              </a:spcAft>
              <a:buClr>
                <a:schemeClr val="dk1"/>
              </a:buClr>
              <a:buSzPct val="100000"/>
              <a:buNone/>
            </a:pPr>
            <a:r>
              <a:rPr lang="es-MX"/>
              <a:t>  mov ax,02h   </a:t>
            </a:r>
            <a:endParaRPr/>
          </a:p>
          <a:p>
            <a:pPr indent="0" lvl="0" marL="0" rtl="0" algn="l">
              <a:lnSpc>
                <a:spcPct val="100000"/>
              </a:lnSpc>
              <a:spcBef>
                <a:spcPts val="448"/>
              </a:spcBef>
              <a:spcAft>
                <a:spcPts val="0"/>
              </a:spcAft>
              <a:buClr>
                <a:schemeClr val="dk1"/>
              </a:buClr>
              <a:buSzPct val="100000"/>
              <a:buNone/>
            </a:pPr>
            <a:r>
              <a:rPr lang="es-MX"/>
              <a:t>  mov dx,ax</a:t>
            </a:r>
            <a:endParaRPr/>
          </a:p>
          <a:p>
            <a:pPr indent="0" lvl="0" marL="0" rtl="0" algn="l">
              <a:lnSpc>
                <a:spcPct val="100000"/>
              </a:lnSpc>
              <a:spcBef>
                <a:spcPts val="448"/>
              </a:spcBef>
              <a:spcAft>
                <a:spcPts val="0"/>
              </a:spcAft>
              <a:buClr>
                <a:schemeClr val="dk1"/>
              </a:buClr>
              <a:buSzPct val="100000"/>
              <a:buNone/>
            </a:pPr>
            <a:r>
              <a:rPr lang="es-MX"/>
              <a:t>endm                                          </a:t>
            </a:r>
            <a:endParaRPr/>
          </a:p>
          <a:p>
            <a:pPr indent="0" lvl="0" marL="0" rtl="0" algn="l">
              <a:lnSpc>
                <a:spcPct val="100000"/>
              </a:lnSpc>
              <a:spcBef>
                <a:spcPts val="448"/>
              </a:spcBef>
              <a:spcAft>
                <a:spcPts val="0"/>
              </a:spcAft>
              <a:buClr>
                <a:schemeClr val="dk1"/>
              </a:buClr>
              <a:buSzPct val="100000"/>
              <a:buNone/>
            </a:pPr>
            <a:r>
              <a:rPr lang="es-MX"/>
              <a:t>start:  inicio</a:t>
            </a:r>
            <a:endParaRPr/>
          </a:p>
          <a:p>
            <a:pPr indent="0" lvl="0" marL="0" rtl="0" algn="l">
              <a:lnSpc>
                <a:spcPct val="100000"/>
              </a:lnSpc>
              <a:spcBef>
                <a:spcPts val="448"/>
              </a:spcBef>
              <a:spcAft>
                <a:spcPts val="0"/>
              </a:spcAft>
              <a:buClr>
                <a:schemeClr val="dk1"/>
              </a:buClr>
              <a:buSzPct val="100000"/>
              <a:buNone/>
            </a:pPr>
            <a:r>
              <a:rPr lang="es-MX"/>
              <a:t>        mov ax,06h</a:t>
            </a:r>
            <a:endParaRPr/>
          </a:p>
          <a:p>
            <a:pPr indent="0" lvl="0" marL="0" rtl="0" algn="l">
              <a:lnSpc>
                <a:spcPct val="100000"/>
              </a:lnSpc>
              <a:spcBef>
                <a:spcPts val="448"/>
              </a:spcBef>
              <a:spcAft>
                <a:spcPts val="0"/>
              </a:spcAft>
              <a:buClr>
                <a:schemeClr val="dk1"/>
              </a:buClr>
              <a:buSzPct val="100000"/>
              <a:buNone/>
            </a:pPr>
            <a:r>
              <a:rPr lang="es-MX"/>
              <a:t>        mov bx,08h</a:t>
            </a:r>
            <a:endParaRPr/>
          </a:p>
          <a:p>
            <a:pPr indent="0" lvl="0" marL="0" rtl="0" algn="l">
              <a:lnSpc>
                <a:spcPct val="100000"/>
              </a:lnSpc>
              <a:spcBef>
                <a:spcPts val="448"/>
              </a:spcBef>
              <a:spcAft>
                <a:spcPts val="0"/>
              </a:spcAft>
              <a:buClr>
                <a:schemeClr val="dk1"/>
              </a:buClr>
              <a:buSzPct val="100000"/>
              <a:buNone/>
            </a:pPr>
            <a:r>
              <a:rPr lang="es-MX"/>
              <a:t>        test ax,07h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ret</a:t>
            </a:r>
            <a:endParaRPr/>
          </a:p>
        </p:txBody>
      </p:sp>
      <p:sp>
        <p:nvSpPr>
          <p:cNvPr id="2440" name="Google Shape;2440;p3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41" name="Google Shape;2441;p3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5" name="Shape 2445"/>
        <p:cNvGrpSpPr/>
        <p:nvPr/>
      </p:nvGrpSpPr>
      <p:grpSpPr>
        <a:xfrm>
          <a:off x="0" y="0"/>
          <a:ext cx="0" cy="0"/>
          <a:chOff x="0" y="0"/>
          <a:chExt cx="0" cy="0"/>
        </a:xfrm>
      </p:grpSpPr>
      <p:sp>
        <p:nvSpPr>
          <p:cNvPr id="2446" name="Google Shape;2446;p3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447" name="Google Shape;2447;p3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rgbClr val="000000"/>
              </a:buClr>
              <a:buSzPct val="100000"/>
              <a:buChar char="•"/>
            </a:pPr>
            <a:r>
              <a:rPr b="0" i="0" lang="es-MX">
                <a:solidFill>
                  <a:srgbClr val="000000"/>
                </a:solidFill>
                <a:latin typeface="Times New Roman"/>
                <a:ea typeface="Times New Roman"/>
                <a:cs typeface="Times New Roman"/>
                <a:sym typeface="Times New Roman"/>
              </a:rPr>
              <a:t>Cuando se llama a una macro se le pueden pasar opcionalmente un cierto número de parámetros de cierto tipo. Estos parámetros se denominan </a:t>
            </a:r>
            <a:r>
              <a:rPr b="0" i="1" lang="es-MX">
                <a:solidFill>
                  <a:srgbClr val="000000"/>
                </a:solidFill>
                <a:latin typeface="Times New Roman"/>
                <a:ea typeface="Times New Roman"/>
                <a:cs typeface="Times New Roman"/>
                <a:sym typeface="Times New Roman"/>
              </a:rPr>
              <a:t>parámetros actuales</a:t>
            </a:r>
            <a:r>
              <a:rPr b="0" i="0" lang="es-MX">
                <a:solidFill>
                  <a:srgbClr val="000000"/>
                </a:solidFill>
                <a:latin typeface="Times New Roman"/>
                <a:ea typeface="Times New Roman"/>
                <a:cs typeface="Times New Roman"/>
                <a:sym typeface="Times New Roman"/>
              </a:rPr>
              <a:t>. </a:t>
            </a:r>
            <a:endParaRPr/>
          </a:p>
          <a:p>
            <a:pPr indent="-342900" lvl="0" marL="342900" rtl="0" algn="just">
              <a:lnSpc>
                <a:spcPct val="100000"/>
              </a:lnSpc>
              <a:spcBef>
                <a:spcPts val="544"/>
              </a:spcBef>
              <a:spcAft>
                <a:spcPts val="0"/>
              </a:spcAft>
              <a:buClr>
                <a:srgbClr val="000000"/>
              </a:buClr>
              <a:buSzPct val="100000"/>
              <a:buChar char="•"/>
            </a:pPr>
            <a:r>
              <a:rPr b="0" i="0" lang="es-MX">
                <a:solidFill>
                  <a:srgbClr val="000000"/>
                </a:solidFill>
                <a:latin typeface="Times New Roman"/>
                <a:ea typeface="Times New Roman"/>
                <a:cs typeface="Times New Roman"/>
                <a:sym typeface="Times New Roman"/>
              </a:rPr>
              <a:t>En la definición de la macro, dichos parámetros aparecen asociados a ciertos nombres arbitrarios, cuya única misión es permitir distinguir unos parámetros de otros e indicar en qué orden son entregados: son los </a:t>
            </a:r>
            <a:r>
              <a:rPr b="0" i="1" lang="es-MX">
                <a:solidFill>
                  <a:srgbClr val="000000"/>
                </a:solidFill>
                <a:latin typeface="Times New Roman"/>
                <a:ea typeface="Times New Roman"/>
                <a:cs typeface="Times New Roman"/>
                <a:sym typeface="Times New Roman"/>
              </a:rPr>
              <a:t>parámetros formales</a:t>
            </a:r>
            <a:r>
              <a:rPr b="0" i="0" lang="es-MX">
                <a:solidFill>
                  <a:srgbClr val="000000"/>
                </a:solidFill>
                <a:latin typeface="Times New Roman"/>
                <a:ea typeface="Times New Roman"/>
                <a:cs typeface="Times New Roman"/>
                <a:sym typeface="Times New Roman"/>
              </a:rPr>
              <a:t>. </a:t>
            </a:r>
            <a:endParaRPr/>
          </a:p>
          <a:p>
            <a:pPr indent="-342900" lvl="0" marL="342900" rtl="0" algn="just">
              <a:lnSpc>
                <a:spcPct val="100000"/>
              </a:lnSpc>
              <a:spcBef>
                <a:spcPts val="544"/>
              </a:spcBef>
              <a:spcAft>
                <a:spcPts val="0"/>
              </a:spcAft>
              <a:buClr>
                <a:srgbClr val="000000"/>
              </a:buClr>
              <a:buSzPct val="100000"/>
              <a:buChar char="•"/>
            </a:pPr>
            <a:r>
              <a:rPr b="0" i="0" lang="es-MX">
                <a:solidFill>
                  <a:srgbClr val="000000"/>
                </a:solidFill>
                <a:latin typeface="Times New Roman"/>
                <a:ea typeface="Times New Roman"/>
                <a:cs typeface="Times New Roman"/>
                <a:sym typeface="Times New Roman"/>
              </a:rPr>
              <a:t>Cuando el ensamblador expanda la macro al ensamblar, los parámetros formales serán sustituidos por sus correspondientes parámetros actuales. </a:t>
            </a:r>
            <a:endParaRPr/>
          </a:p>
        </p:txBody>
      </p:sp>
      <p:sp>
        <p:nvSpPr>
          <p:cNvPr id="2448" name="Google Shape;2448;p3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49" name="Google Shape;2449;p3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3" name="Shape 2453"/>
        <p:cNvGrpSpPr/>
        <p:nvPr/>
      </p:nvGrpSpPr>
      <p:grpSpPr>
        <a:xfrm>
          <a:off x="0" y="0"/>
          <a:ext cx="0" cy="0"/>
          <a:chOff x="0" y="0"/>
          <a:chExt cx="0" cy="0"/>
        </a:xfrm>
      </p:grpSpPr>
      <p:sp>
        <p:nvSpPr>
          <p:cNvPr id="2454" name="Google Shape;2454;p3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455" name="Google Shape;2455;p3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304"/>
              </a:spcBef>
              <a:spcAft>
                <a:spcPts val="0"/>
              </a:spcAft>
              <a:buClr>
                <a:schemeClr val="dk1"/>
              </a:buClr>
              <a:buSzPct val="100000"/>
              <a:buNone/>
            </a:pPr>
            <a:r>
              <a:rPr lang="es-MX"/>
              <a:t>        jmp inicio</a:t>
            </a:r>
            <a:endParaRPr/>
          </a:p>
          <a:p>
            <a:pPr indent="0" lvl="0" marL="0" rtl="0" algn="l">
              <a:lnSpc>
                <a:spcPct val="100000"/>
              </a:lnSpc>
              <a:spcBef>
                <a:spcPts val="304"/>
              </a:spcBef>
              <a:spcAft>
                <a:spcPts val="0"/>
              </a:spcAft>
              <a:buClr>
                <a:schemeClr val="dk1"/>
              </a:buClr>
              <a:buSzPct val="100000"/>
              <a:buNone/>
            </a:pPr>
            <a:r>
              <a:rPr lang="es-MX"/>
              <a:t>SUMAR   MACRO  a,b,total                  </a:t>
            </a:r>
            <a:endParaRPr/>
          </a:p>
          <a:p>
            <a:pPr indent="0" lvl="0" marL="0" rtl="0" algn="l">
              <a:lnSpc>
                <a:spcPct val="100000"/>
              </a:lnSpc>
              <a:spcBef>
                <a:spcPts val="304"/>
              </a:spcBef>
              <a:spcAft>
                <a:spcPts val="0"/>
              </a:spcAft>
              <a:buClr>
                <a:schemeClr val="dk1"/>
              </a:buClr>
              <a:buSzPct val="100000"/>
              <a:buNone/>
            </a:pPr>
            <a:r>
              <a:rPr lang="es-MX"/>
              <a:t>            PUSH   AX                        </a:t>
            </a:r>
            <a:endParaRPr/>
          </a:p>
          <a:p>
            <a:pPr indent="0" lvl="0" marL="0" rtl="0" algn="l">
              <a:lnSpc>
                <a:spcPct val="100000"/>
              </a:lnSpc>
              <a:spcBef>
                <a:spcPts val="304"/>
              </a:spcBef>
              <a:spcAft>
                <a:spcPts val="0"/>
              </a:spcAft>
              <a:buClr>
                <a:schemeClr val="dk1"/>
              </a:buClr>
              <a:buSzPct val="100000"/>
              <a:buNone/>
            </a:pPr>
            <a:r>
              <a:rPr lang="es-MX"/>
              <a:t>            MOV    AX,a                      </a:t>
            </a:r>
            <a:endParaRPr/>
          </a:p>
          <a:p>
            <a:pPr indent="0" lvl="0" marL="0" rtl="0" algn="l">
              <a:lnSpc>
                <a:spcPct val="100000"/>
              </a:lnSpc>
              <a:spcBef>
                <a:spcPts val="304"/>
              </a:spcBef>
              <a:spcAft>
                <a:spcPts val="0"/>
              </a:spcAft>
              <a:buClr>
                <a:schemeClr val="dk1"/>
              </a:buClr>
              <a:buSzPct val="100000"/>
              <a:buNone/>
            </a:pPr>
            <a:r>
              <a:rPr lang="es-MX"/>
              <a:t>            ADD    AX,b                      </a:t>
            </a:r>
            <a:endParaRPr/>
          </a:p>
          <a:p>
            <a:pPr indent="0" lvl="0" marL="0" rtl="0" algn="l">
              <a:lnSpc>
                <a:spcPct val="100000"/>
              </a:lnSpc>
              <a:spcBef>
                <a:spcPts val="304"/>
              </a:spcBef>
              <a:spcAft>
                <a:spcPts val="0"/>
              </a:spcAft>
              <a:buClr>
                <a:schemeClr val="dk1"/>
              </a:buClr>
              <a:buSzPct val="100000"/>
              <a:buNone/>
            </a:pPr>
            <a:r>
              <a:rPr lang="es-MX"/>
              <a:t>            MOV    total,AX                  </a:t>
            </a:r>
            <a:endParaRPr/>
          </a:p>
          <a:p>
            <a:pPr indent="0" lvl="0" marL="0" rtl="0" algn="l">
              <a:lnSpc>
                <a:spcPct val="100000"/>
              </a:lnSpc>
              <a:spcBef>
                <a:spcPts val="304"/>
              </a:spcBef>
              <a:spcAft>
                <a:spcPts val="0"/>
              </a:spcAft>
              <a:buClr>
                <a:schemeClr val="dk1"/>
              </a:buClr>
              <a:buSzPct val="100000"/>
              <a:buNone/>
            </a:pPr>
            <a:r>
              <a:rPr lang="es-MX"/>
              <a:t>            POP    AX                        </a:t>
            </a:r>
            <a:endParaRPr/>
          </a:p>
          <a:p>
            <a:pPr indent="0" lvl="0" marL="0" rtl="0" algn="l">
              <a:lnSpc>
                <a:spcPct val="100000"/>
              </a:lnSpc>
              <a:spcBef>
                <a:spcPts val="304"/>
              </a:spcBef>
              <a:spcAft>
                <a:spcPts val="0"/>
              </a:spcAft>
              <a:buClr>
                <a:schemeClr val="dk1"/>
              </a:buClr>
              <a:buSzPct val="100000"/>
              <a:buNone/>
            </a:pPr>
            <a:r>
              <a:rPr lang="es-MX"/>
              <a:t>        ENDM                             </a:t>
            </a:r>
            <a:endParaRPr/>
          </a:p>
          <a:p>
            <a:pPr indent="0" lvl="0" marL="0" rtl="0" algn="l">
              <a:lnSpc>
                <a:spcPct val="100000"/>
              </a:lnSpc>
              <a:spcBef>
                <a:spcPts val="304"/>
              </a:spcBef>
              <a:spcAft>
                <a:spcPts val="0"/>
              </a:spcAft>
              <a:buClr>
                <a:schemeClr val="dk1"/>
              </a:buClr>
              <a:buSzPct val="100000"/>
              <a:buNone/>
            </a:pPr>
            <a:r>
              <a:rPr lang="es-MX"/>
              <a:t>inicio:</a:t>
            </a:r>
            <a:endParaRPr/>
          </a:p>
          <a:p>
            <a:pPr indent="0" lvl="0" marL="0" rtl="0" algn="l">
              <a:lnSpc>
                <a:spcPct val="100000"/>
              </a:lnSpc>
              <a:spcBef>
                <a:spcPts val="304"/>
              </a:spcBef>
              <a:spcAft>
                <a:spcPts val="0"/>
              </a:spcAft>
              <a:buClr>
                <a:schemeClr val="dk1"/>
              </a:buClr>
              <a:buSzPct val="100000"/>
              <a:buNone/>
            </a:pPr>
            <a:r>
              <a:rPr lang="es-MX"/>
              <a:t>        mov ax,04h </a:t>
            </a:r>
            <a:endParaRPr/>
          </a:p>
          <a:p>
            <a:pPr indent="0" lvl="0" marL="0" rtl="0" algn="l">
              <a:lnSpc>
                <a:spcPct val="100000"/>
              </a:lnSpc>
              <a:spcBef>
                <a:spcPts val="304"/>
              </a:spcBef>
              <a:spcAft>
                <a:spcPts val="0"/>
              </a:spcAft>
              <a:buClr>
                <a:schemeClr val="dk1"/>
              </a:buClr>
              <a:buSzPct val="100000"/>
              <a:buNone/>
            </a:pPr>
            <a:r>
              <a:rPr lang="es-MX"/>
              <a:t>        mov bx,05h</a:t>
            </a:r>
            <a:endParaRPr/>
          </a:p>
          <a:p>
            <a:pPr indent="0" lvl="0" marL="0" rtl="0" algn="l">
              <a:lnSpc>
                <a:spcPct val="100000"/>
              </a:lnSpc>
              <a:spcBef>
                <a:spcPts val="304"/>
              </a:spcBef>
              <a:spcAft>
                <a:spcPts val="0"/>
              </a:spcAft>
              <a:buClr>
                <a:schemeClr val="dk1"/>
              </a:buClr>
              <a:buSzPct val="100000"/>
              <a:buNone/>
            </a:pPr>
            <a:r>
              <a:rPr lang="es-MX"/>
              <a:t>        SUMAR AX, BX, CX</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fin:    mov     ah, 0 </a:t>
            </a:r>
            <a:endParaRPr/>
          </a:p>
          <a:p>
            <a:pPr indent="0" lvl="0" marL="0" rtl="0" algn="l">
              <a:lnSpc>
                <a:spcPct val="100000"/>
              </a:lnSpc>
              <a:spcBef>
                <a:spcPts val="304"/>
              </a:spcBef>
              <a:spcAft>
                <a:spcPts val="0"/>
              </a:spcAft>
              <a:buClr>
                <a:schemeClr val="dk1"/>
              </a:buClr>
              <a:buSzPct val="100000"/>
              <a:buNone/>
            </a:pPr>
            <a:r>
              <a:rPr lang="es-MX"/>
              <a:t>        int     16h </a:t>
            </a:r>
            <a:endParaRPr/>
          </a:p>
          <a:p>
            <a:pPr indent="0" lvl="0" marL="0" rtl="0" algn="l">
              <a:lnSpc>
                <a:spcPct val="100000"/>
              </a:lnSpc>
              <a:spcBef>
                <a:spcPts val="304"/>
              </a:spcBef>
              <a:spcAft>
                <a:spcPts val="0"/>
              </a:spcAft>
              <a:buClr>
                <a:schemeClr val="dk1"/>
              </a:buClr>
              <a:buSzPct val="100000"/>
              <a:buNone/>
            </a:pPr>
            <a:r>
              <a:rPr lang="es-MX"/>
              <a:t>        ret</a:t>
            </a:r>
            <a:endParaRPr/>
          </a:p>
        </p:txBody>
      </p:sp>
      <p:sp>
        <p:nvSpPr>
          <p:cNvPr id="2456" name="Google Shape;2456;p3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57" name="Google Shape;2457;p3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1" name="Shape 2461"/>
        <p:cNvGrpSpPr/>
        <p:nvPr/>
      </p:nvGrpSpPr>
      <p:grpSpPr>
        <a:xfrm>
          <a:off x="0" y="0"/>
          <a:ext cx="0" cy="0"/>
          <a:chOff x="0" y="0"/>
          <a:chExt cx="0" cy="0"/>
        </a:xfrm>
      </p:grpSpPr>
      <p:sp>
        <p:nvSpPr>
          <p:cNvPr id="2462" name="Google Shape;2462;p313"/>
          <p:cNvSpPr txBox="1"/>
          <p:nvPr>
            <p:ph idx="1" type="body"/>
          </p:nvPr>
        </p:nvSpPr>
        <p:spPr>
          <a:xfrm>
            <a:off x="457200" y="260648"/>
            <a:ext cx="8229600" cy="5865515"/>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304"/>
              </a:spcBef>
              <a:spcAft>
                <a:spcPts val="0"/>
              </a:spcAft>
              <a:buClr>
                <a:schemeClr val="dk1"/>
              </a:buClr>
              <a:buSzPct val="100000"/>
              <a:buNone/>
            </a:pPr>
            <a:r>
              <a:rPr lang="es-MX"/>
              <a:t>        jmp start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inicio macro uno,dos   ;declaramos la macro, le damos el nombre de inicio     </a:t>
            </a:r>
            <a:endParaRPr/>
          </a:p>
          <a:p>
            <a:pPr indent="0" lvl="0" marL="0" rtl="0" algn="l">
              <a:lnSpc>
                <a:spcPct val="100000"/>
              </a:lnSpc>
              <a:spcBef>
                <a:spcPts val="304"/>
              </a:spcBef>
              <a:spcAft>
                <a:spcPts val="0"/>
              </a:spcAft>
              <a:buClr>
                <a:schemeClr val="dk1"/>
              </a:buClr>
              <a:buSzPct val="100000"/>
              <a:buNone/>
            </a:pPr>
            <a:r>
              <a:rPr lang="es-MX"/>
              <a:t>        push ax    </a:t>
            </a:r>
            <a:endParaRPr/>
          </a:p>
          <a:p>
            <a:pPr indent="0" lvl="0" marL="0" rtl="0" algn="l">
              <a:lnSpc>
                <a:spcPct val="100000"/>
              </a:lnSpc>
              <a:spcBef>
                <a:spcPts val="304"/>
              </a:spcBef>
              <a:spcAft>
                <a:spcPts val="0"/>
              </a:spcAft>
              <a:buClr>
                <a:schemeClr val="dk1"/>
              </a:buClr>
              <a:buSzPct val="100000"/>
              <a:buNone/>
            </a:pPr>
            <a:r>
              <a:rPr lang="es-MX"/>
              <a:t>        push bx</a:t>
            </a:r>
            <a:endParaRPr/>
          </a:p>
          <a:p>
            <a:pPr indent="0" lvl="0" marL="0" rtl="0" algn="l">
              <a:lnSpc>
                <a:spcPct val="100000"/>
              </a:lnSpc>
              <a:spcBef>
                <a:spcPts val="304"/>
              </a:spcBef>
              <a:spcAft>
                <a:spcPts val="0"/>
              </a:spcAft>
              <a:buClr>
                <a:schemeClr val="dk1"/>
              </a:buClr>
              <a:buSzPct val="100000"/>
              <a:buNone/>
            </a:pPr>
            <a:r>
              <a:rPr lang="es-MX"/>
              <a:t>        mov ax,uno </a:t>
            </a:r>
            <a:endParaRPr/>
          </a:p>
          <a:p>
            <a:pPr indent="0" lvl="0" marL="0" rtl="0" algn="l">
              <a:lnSpc>
                <a:spcPct val="100000"/>
              </a:lnSpc>
              <a:spcBef>
                <a:spcPts val="304"/>
              </a:spcBef>
              <a:spcAft>
                <a:spcPts val="0"/>
              </a:spcAft>
              <a:buClr>
                <a:schemeClr val="dk1"/>
              </a:buClr>
              <a:buSzPct val="100000"/>
              <a:buNone/>
            </a:pPr>
            <a:r>
              <a:rPr lang="es-MX"/>
              <a:t>        mov bx,dos </a:t>
            </a:r>
            <a:endParaRPr/>
          </a:p>
          <a:p>
            <a:pPr indent="0" lvl="0" marL="0" rtl="0" algn="l">
              <a:lnSpc>
                <a:spcPct val="100000"/>
              </a:lnSpc>
              <a:spcBef>
                <a:spcPts val="304"/>
              </a:spcBef>
              <a:spcAft>
                <a:spcPts val="0"/>
              </a:spcAft>
              <a:buClr>
                <a:schemeClr val="dk1"/>
              </a:buClr>
              <a:buSzPct val="100000"/>
              <a:buNone/>
            </a:pPr>
            <a:r>
              <a:rPr lang="es-MX"/>
              <a:t>        add ax,bx</a:t>
            </a:r>
            <a:endParaRPr/>
          </a:p>
          <a:p>
            <a:pPr indent="0" lvl="0" marL="0" rtl="0" algn="l">
              <a:lnSpc>
                <a:spcPct val="100000"/>
              </a:lnSpc>
              <a:spcBef>
                <a:spcPts val="304"/>
              </a:spcBef>
              <a:spcAft>
                <a:spcPts val="0"/>
              </a:spcAft>
              <a:buClr>
                <a:schemeClr val="dk1"/>
              </a:buClr>
              <a:buSzPct val="100000"/>
              <a:buNone/>
            </a:pPr>
            <a:r>
              <a:rPr lang="es-MX"/>
              <a:t>        pop bx   </a:t>
            </a:r>
            <a:endParaRPr/>
          </a:p>
          <a:p>
            <a:pPr indent="0" lvl="0" marL="0" rtl="0" algn="l">
              <a:lnSpc>
                <a:spcPct val="100000"/>
              </a:lnSpc>
              <a:spcBef>
                <a:spcPts val="304"/>
              </a:spcBef>
              <a:spcAft>
                <a:spcPts val="0"/>
              </a:spcAft>
              <a:buClr>
                <a:schemeClr val="dk1"/>
              </a:buClr>
              <a:buSzPct val="100000"/>
              <a:buNone/>
            </a:pPr>
            <a:r>
              <a:rPr lang="es-MX"/>
              <a:t>        pop ax</a:t>
            </a:r>
            <a:endParaRPr/>
          </a:p>
          <a:p>
            <a:pPr indent="0" lvl="0" marL="0" rtl="0" algn="l">
              <a:lnSpc>
                <a:spcPct val="100000"/>
              </a:lnSpc>
              <a:spcBef>
                <a:spcPts val="304"/>
              </a:spcBef>
              <a:spcAft>
                <a:spcPts val="0"/>
              </a:spcAft>
              <a:buClr>
                <a:schemeClr val="dk1"/>
              </a:buClr>
              <a:buSzPct val="100000"/>
              <a:buNone/>
            </a:pPr>
            <a:r>
              <a:rPr lang="es-MX"/>
              <a:t>endm                                          </a:t>
            </a:r>
            <a:endParaRPr/>
          </a:p>
          <a:p>
            <a:pPr indent="0" lvl="0" marL="0" rtl="0" algn="l">
              <a:lnSpc>
                <a:spcPct val="100000"/>
              </a:lnSpc>
              <a:spcBef>
                <a:spcPts val="304"/>
              </a:spcBef>
              <a:spcAft>
                <a:spcPts val="0"/>
              </a:spcAft>
              <a:buClr>
                <a:schemeClr val="dk1"/>
              </a:buClr>
              <a:buSzPct val="100000"/>
              <a:buNone/>
            </a:pPr>
            <a:r>
              <a:rPr lang="es-MX"/>
              <a:t>start:  mov ax,08h</a:t>
            </a:r>
            <a:endParaRPr/>
          </a:p>
          <a:p>
            <a:pPr indent="0" lvl="0" marL="0" rtl="0" algn="l">
              <a:lnSpc>
                <a:spcPct val="100000"/>
              </a:lnSpc>
              <a:spcBef>
                <a:spcPts val="304"/>
              </a:spcBef>
              <a:spcAft>
                <a:spcPts val="0"/>
              </a:spcAft>
              <a:buClr>
                <a:schemeClr val="dk1"/>
              </a:buClr>
              <a:buSzPct val="100000"/>
              <a:buNone/>
            </a:pPr>
            <a:r>
              <a:rPr lang="es-MX"/>
              <a:t>        inicio 01h,04h</a:t>
            </a:r>
            <a:endParaRPr/>
          </a:p>
          <a:p>
            <a:pPr indent="0" lvl="0" marL="0" rtl="0" algn="l">
              <a:lnSpc>
                <a:spcPct val="100000"/>
              </a:lnSpc>
              <a:spcBef>
                <a:spcPts val="304"/>
              </a:spcBef>
              <a:spcAft>
                <a:spcPts val="0"/>
              </a:spcAft>
              <a:buClr>
                <a:schemeClr val="dk1"/>
              </a:buClr>
              <a:buSzPct val="100000"/>
              <a:buNone/>
            </a:pPr>
            <a:r>
              <a:rPr lang="es-MX"/>
              <a:t>        mov ax,06h</a:t>
            </a:r>
            <a:endParaRPr/>
          </a:p>
          <a:p>
            <a:pPr indent="0" lvl="0" marL="0" rtl="0" algn="l">
              <a:lnSpc>
                <a:spcPct val="100000"/>
              </a:lnSpc>
              <a:spcBef>
                <a:spcPts val="304"/>
              </a:spcBef>
              <a:spcAft>
                <a:spcPts val="0"/>
              </a:spcAft>
              <a:buClr>
                <a:schemeClr val="dk1"/>
              </a:buClr>
              <a:buSzPct val="100000"/>
              <a:buNone/>
            </a:pPr>
            <a:r>
              <a:rPr lang="es-MX"/>
              <a:t>        mov bx,08h</a:t>
            </a:r>
            <a:endParaRPr/>
          </a:p>
          <a:p>
            <a:pPr indent="0" lvl="0" marL="0" rtl="0" algn="l">
              <a:lnSpc>
                <a:spcPct val="100000"/>
              </a:lnSpc>
              <a:spcBef>
                <a:spcPts val="304"/>
              </a:spcBef>
              <a:spcAft>
                <a:spcPts val="0"/>
              </a:spcAft>
              <a:buClr>
                <a:schemeClr val="dk1"/>
              </a:buClr>
              <a:buSzPct val="100000"/>
              <a:buNone/>
            </a:pPr>
            <a:r>
              <a:rPr lang="es-MX"/>
              <a:t>        test ax,07h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ah, 0 </a:t>
            </a:r>
            <a:endParaRPr/>
          </a:p>
          <a:p>
            <a:pPr indent="0" lvl="0" marL="0" rtl="0" algn="l">
              <a:lnSpc>
                <a:spcPct val="100000"/>
              </a:lnSpc>
              <a:spcBef>
                <a:spcPts val="304"/>
              </a:spcBef>
              <a:spcAft>
                <a:spcPts val="0"/>
              </a:spcAft>
              <a:buClr>
                <a:schemeClr val="dk1"/>
              </a:buClr>
              <a:buSzPct val="100000"/>
              <a:buNone/>
            </a:pPr>
            <a:r>
              <a:rPr lang="es-MX"/>
              <a:t>        int     16h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ret</a:t>
            </a:r>
            <a:endParaRPr/>
          </a:p>
        </p:txBody>
      </p:sp>
      <p:sp>
        <p:nvSpPr>
          <p:cNvPr id="2463" name="Google Shape;2463;p3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64" name="Google Shape;2464;p3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8" name="Shape 2468"/>
        <p:cNvGrpSpPr/>
        <p:nvPr/>
      </p:nvGrpSpPr>
      <p:grpSpPr>
        <a:xfrm>
          <a:off x="0" y="0"/>
          <a:ext cx="0" cy="0"/>
          <a:chOff x="0" y="0"/>
          <a:chExt cx="0" cy="0"/>
        </a:xfrm>
      </p:grpSpPr>
      <p:sp>
        <p:nvSpPr>
          <p:cNvPr id="2469" name="Google Shape;2469;p314"/>
          <p:cNvSpPr txBox="1"/>
          <p:nvPr>
            <p:ph idx="1" type="body"/>
          </p:nvPr>
        </p:nvSpPr>
        <p:spPr>
          <a:xfrm>
            <a:off x="457200" y="188640"/>
            <a:ext cx="8229600" cy="64087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050"/>
              <a:buNone/>
            </a:pPr>
            <a:r>
              <a:rPr lang="es-MX" sz="1050"/>
              <a:t> org 100h   </a:t>
            </a:r>
            <a:endParaRPr/>
          </a:p>
          <a:p>
            <a:pPr indent="0" lvl="0" marL="0" rtl="0" algn="l">
              <a:lnSpc>
                <a:spcPct val="100000"/>
              </a:lnSpc>
              <a:spcBef>
                <a:spcPts val="210"/>
              </a:spcBef>
              <a:spcAft>
                <a:spcPts val="0"/>
              </a:spcAft>
              <a:buClr>
                <a:schemeClr val="dk1"/>
              </a:buClr>
              <a:buSzPts val="1050"/>
              <a:buNone/>
            </a:pPr>
            <a:r>
              <a:rPr lang="es-MX" sz="1050"/>
              <a:t>        jmp inicio</a:t>
            </a:r>
            <a:endParaRPr/>
          </a:p>
          <a:p>
            <a:pPr indent="0" lvl="0" marL="0" rtl="0" algn="l">
              <a:lnSpc>
                <a:spcPct val="100000"/>
              </a:lnSpc>
              <a:spcBef>
                <a:spcPts val="210"/>
              </a:spcBef>
              <a:spcAft>
                <a:spcPts val="0"/>
              </a:spcAft>
              <a:buClr>
                <a:schemeClr val="dk1"/>
              </a:buClr>
              <a:buSzPts val="1050"/>
              <a:buNone/>
            </a:pPr>
            <a:r>
              <a:rPr lang="es-MX" sz="1050"/>
              <a:t>    SUPERPUSH   MACRO    </a:t>
            </a:r>
            <a:endParaRPr/>
          </a:p>
          <a:p>
            <a:pPr indent="0" lvl="0" marL="0" rtl="0" algn="l">
              <a:lnSpc>
                <a:spcPct val="100000"/>
              </a:lnSpc>
              <a:spcBef>
                <a:spcPts val="210"/>
              </a:spcBef>
              <a:spcAft>
                <a:spcPts val="0"/>
              </a:spcAft>
              <a:buClr>
                <a:schemeClr val="dk1"/>
              </a:buClr>
              <a:buSzPts val="1050"/>
              <a:buNone/>
            </a:pPr>
            <a:r>
              <a:rPr lang="es-MX" sz="1050"/>
              <a:t>                           PUSH   AX</a:t>
            </a:r>
            <a:endParaRPr/>
          </a:p>
          <a:p>
            <a:pPr indent="0" lvl="0" marL="0" rtl="0" algn="l">
              <a:lnSpc>
                <a:spcPct val="100000"/>
              </a:lnSpc>
              <a:spcBef>
                <a:spcPts val="210"/>
              </a:spcBef>
              <a:spcAft>
                <a:spcPts val="0"/>
              </a:spcAft>
              <a:buClr>
                <a:schemeClr val="dk1"/>
              </a:buClr>
              <a:buSzPts val="1050"/>
              <a:buNone/>
            </a:pPr>
            <a:r>
              <a:rPr lang="es-MX" sz="1050"/>
              <a:t>                           PUSH   CX</a:t>
            </a:r>
            <a:endParaRPr/>
          </a:p>
          <a:p>
            <a:pPr indent="0" lvl="0" marL="0" rtl="0" algn="l">
              <a:lnSpc>
                <a:spcPct val="100000"/>
              </a:lnSpc>
              <a:spcBef>
                <a:spcPts val="210"/>
              </a:spcBef>
              <a:spcAft>
                <a:spcPts val="0"/>
              </a:spcAft>
              <a:buClr>
                <a:schemeClr val="dk1"/>
              </a:buClr>
              <a:buSzPts val="1050"/>
              <a:buNone/>
            </a:pPr>
            <a:r>
              <a:rPr lang="es-MX" sz="1050"/>
              <a:t>                           PUSH   DX</a:t>
            </a:r>
            <a:endParaRPr/>
          </a:p>
          <a:p>
            <a:pPr indent="0" lvl="0" marL="0" rtl="0" algn="l">
              <a:lnSpc>
                <a:spcPct val="100000"/>
              </a:lnSpc>
              <a:spcBef>
                <a:spcPts val="210"/>
              </a:spcBef>
              <a:spcAft>
                <a:spcPts val="0"/>
              </a:spcAft>
              <a:buClr>
                <a:schemeClr val="dk1"/>
              </a:buClr>
              <a:buSzPts val="1050"/>
              <a:buNone/>
            </a:pPr>
            <a:r>
              <a:rPr lang="es-MX" sz="1050"/>
              <a:t>                           PUSH   BX</a:t>
            </a:r>
            <a:endParaRPr/>
          </a:p>
          <a:p>
            <a:pPr indent="0" lvl="0" marL="0" rtl="0" algn="l">
              <a:lnSpc>
                <a:spcPct val="100000"/>
              </a:lnSpc>
              <a:spcBef>
                <a:spcPts val="210"/>
              </a:spcBef>
              <a:spcAft>
                <a:spcPts val="0"/>
              </a:spcAft>
              <a:buClr>
                <a:schemeClr val="dk1"/>
              </a:buClr>
              <a:buSzPts val="1050"/>
              <a:buNone/>
            </a:pPr>
            <a:r>
              <a:rPr lang="es-MX" sz="1050"/>
              <a:t>                           PUSH   SP</a:t>
            </a:r>
            <a:endParaRPr/>
          </a:p>
          <a:p>
            <a:pPr indent="0" lvl="0" marL="0" rtl="0" algn="l">
              <a:lnSpc>
                <a:spcPct val="100000"/>
              </a:lnSpc>
              <a:spcBef>
                <a:spcPts val="210"/>
              </a:spcBef>
              <a:spcAft>
                <a:spcPts val="0"/>
              </a:spcAft>
              <a:buClr>
                <a:schemeClr val="dk1"/>
              </a:buClr>
              <a:buSzPts val="1050"/>
              <a:buNone/>
            </a:pPr>
            <a:r>
              <a:rPr lang="es-MX" sz="1050"/>
              <a:t>                           PUSH   BP</a:t>
            </a:r>
            <a:endParaRPr/>
          </a:p>
          <a:p>
            <a:pPr indent="0" lvl="0" marL="0" rtl="0" algn="l">
              <a:lnSpc>
                <a:spcPct val="100000"/>
              </a:lnSpc>
              <a:spcBef>
                <a:spcPts val="210"/>
              </a:spcBef>
              <a:spcAft>
                <a:spcPts val="0"/>
              </a:spcAft>
              <a:buClr>
                <a:schemeClr val="dk1"/>
              </a:buClr>
              <a:buSzPts val="1050"/>
              <a:buNone/>
            </a:pPr>
            <a:r>
              <a:rPr lang="es-MX" sz="1050"/>
              <a:t>                           PUSH   SI</a:t>
            </a:r>
            <a:endParaRPr/>
          </a:p>
          <a:p>
            <a:pPr indent="0" lvl="0" marL="0" rtl="0" algn="l">
              <a:lnSpc>
                <a:spcPct val="100000"/>
              </a:lnSpc>
              <a:spcBef>
                <a:spcPts val="210"/>
              </a:spcBef>
              <a:spcAft>
                <a:spcPts val="0"/>
              </a:spcAft>
              <a:buClr>
                <a:schemeClr val="dk1"/>
              </a:buClr>
              <a:buSzPts val="1050"/>
              <a:buNone/>
            </a:pPr>
            <a:r>
              <a:rPr lang="es-MX" sz="1050"/>
              <a:t>                           PUSH   DI</a:t>
            </a:r>
            <a:endParaRPr/>
          </a:p>
          <a:p>
            <a:pPr indent="0" lvl="0" marL="0" rtl="0" algn="l">
              <a:lnSpc>
                <a:spcPct val="100000"/>
              </a:lnSpc>
              <a:spcBef>
                <a:spcPts val="210"/>
              </a:spcBef>
              <a:spcAft>
                <a:spcPts val="0"/>
              </a:spcAft>
              <a:buClr>
                <a:schemeClr val="dk1"/>
              </a:buClr>
              <a:buSzPts val="1050"/>
              <a:buNone/>
            </a:pPr>
            <a:r>
              <a:rPr lang="es-MX" sz="1050"/>
              <a:t>    ENDM   </a:t>
            </a:r>
            <a:endParaRPr/>
          </a:p>
          <a:p>
            <a:pPr indent="0" lvl="0" marL="0" rtl="0" algn="l">
              <a:lnSpc>
                <a:spcPct val="100000"/>
              </a:lnSpc>
              <a:spcBef>
                <a:spcPts val="210"/>
              </a:spcBef>
              <a:spcAft>
                <a:spcPts val="0"/>
              </a:spcAft>
              <a:buClr>
                <a:schemeClr val="dk1"/>
              </a:buClr>
              <a:buSzPts val="1050"/>
              <a:buNone/>
            </a:pPr>
            <a:r>
              <a:rPr lang="es-MX" sz="1050"/>
              <a:t>    SUPERPOP   MACRO    </a:t>
            </a:r>
            <a:endParaRPr/>
          </a:p>
          <a:p>
            <a:pPr indent="0" lvl="0" marL="0" rtl="0" algn="l">
              <a:lnSpc>
                <a:spcPct val="100000"/>
              </a:lnSpc>
              <a:spcBef>
                <a:spcPts val="210"/>
              </a:spcBef>
              <a:spcAft>
                <a:spcPts val="0"/>
              </a:spcAft>
              <a:buClr>
                <a:schemeClr val="dk1"/>
              </a:buClr>
              <a:buSzPts val="1050"/>
              <a:buNone/>
            </a:pPr>
            <a:r>
              <a:rPr lang="es-MX" sz="1050"/>
              <a:t>                           POP   DI</a:t>
            </a:r>
            <a:endParaRPr/>
          </a:p>
          <a:p>
            <a:pPr indent="0" lvl="0" marL="0" rtl="0" algn="l">
              <a:lnSpc>
                <a:spcPct val="100000"/>
              </a:lnSpc>
              <a:spcBef>
                <a:spcPts val="210"/>
              </a:spcBef>
              <a:spcAft>
                <a:spcPts val="0"/>
              </a:spcAft>
              <a:buClr>
                <a:schemeClr val="dk1"/>
              </a:buClr>
              <a:buSzPts val="1050"/>
              <a:buNone/>
            </a:pPr>
            <a:r>
              <a:rPr lang="es-MX" sz="1050"/>
              <a:t>                           POP   SI</a:t>
            </a:r>
            <a:endParaRPr/>
          </a:p>
          <a:p>
            <a:pPr indent="0" lvl="0" marL="0" rtl="0" algn="l">
              <a:lnSpc>
                <a:spcPct val="100000"/>
              </a:lnSpc>
              <a:spcBef>
                <a:spcPts val="210"/>
              </a:spcBef>
              <a:spcAft>
                <a:spcPts val="0"/>
              </a:spcAft>
              <a:buClr>
                <a:schemeClr val="dk1"/>
              </a:buClr>
              <a:buSzPts val="1050"/>
              <a:buNone/>
            </a:pPr>
            <a:r>
              <a:rPr lang="es-MX" sz="1050"/>
              <a:t>                           POP   BP</a:t>
            </a:r>
            <a:endParaRPr/>
          </a:p>
          <a:p>
            <a:pPr indent="0" lvl="0" marL="0" rtl="0" algn="l">
              <a:lnSpc>
                <a:spcPct val="100000"/>
              </a:lnSpc>
              <a:spcBef>
                <a:spcPts val="210"/>
              </a:spcBef>
              <a:spcAft>
                <a:spcPts val="0"/>
              </a:spcAft>
              <a:buClr>
                <a:schemeClr val="dk1"/>
              </a:buClr>
              <a:buSzPts val="1050"/>
              <a:buNone/>
            </a:pPr>
            <a:r>
              <a:rPr lang="es-MX" sz="1050"/>
              <a:t>                           POP   SP</a:t>
            </a:r>
            <a:endParaRPr/>
          </a:p>
          <a:p>
            <a:pPr indent="0" lvl="0" marL="0" rtl="0" algn="l">
              <a:lnSpc>
                <a:spcPct val="100000"/>
              </a:lnSpc>
              <a:spcBef>
                <a:spcPts val="210"/>
              </a:spcBef>
              <a:spcAft>
                <a:spcPts val="0"/>
              </a:spcAft>
              <a:buClr>
                <a:schemeClr val="dk1"/>
              </a:buClr>
              <a:buSzPts val="1050"/>
              <a:buNone/>
            </a:pPr>
            <a:r>
              <a:rPr lang="es-MX" sz="1050"/>
              <a:t>                           POP   BX</a:t>
            </a:r>
            <a:endParaRPr/>
          </a:p>
          <a:p>
            <a:pPr indent="0" lvl="0" marL="0" rtl="0" algn="l">
              <a:lnSpc>
                <a:spcPct val="100000"/>
              </a:lnSpc>
              <a:spcBef>
                <a:spcPts val="210"/>
              </a:spcBef>
              <a:spcAft>
                <a:spcPts val="0"/>
              </a:spcAft>
              <a:buClr>
                <a:schemeClr val="dk1"/>
              </a:buClr>
              <a:buSzPts val="1050"/>
              <a:buNone/>
            </a:pPr>
            <a:r>
              <a:rPr lang="es-MX" sz="1050"/>
              <a:t>                           POP   DX</a:t>
            </a:r>
            <a:endParaRPr/>
          </a:p>
          <a:p>
            <a:pPr indent="0" lvl="0" marL="0" rtl="0" algn="l">
              <a:lnSpc>
                <a:spcPct val="100000"/>
              </a:lnSpc>
              <a:spcBef>
                <a:spcPts val="210"/>
              </a:spcBef>
              <a:spcAft>
                <a:spcPts val="0"/>
              </a:spcAft>
              <a:buClr>
                <a:schemeClr val="dk1"/>
              </a:buClr>
              <a:buSzPts val="1050"/>
              <a:buNone/>
            </a:pPr>
            <a:r>
              <a:rPr lang="es-MX" sz="1050"/>
              <a:t>                           POP   CX</a:t>
            </a:r>
            <a:endParaRPr/>
          </a:p>
          <a:p>
            <a:pPr indent="0" lvl="0" marL="0" rtl="0" algn="l">
              <a:lnSpc>
                <a:spcPct val="100000"/>
              </a:lnSpc>
              <a:spcBef>
                <a:spcPts val="210"/>
              </a:spcBef>
              <a:spcAft>
                <a:spcPts val="0"/>
              </a:spcAft>
              <a:buClr>
                <a:schemeClr val="dk1"/>
              </a:buClr>
              <a:buSzPts val="1050"/>
              <a:buNone/>
            </a:pPr>
            <a:r>
              <a:rPr lang="es-MX" sz="1050"/>
              <a:t>                           POP   AX</a:t>
            </a:r>
            <a:endParaRPr/>
          </a:p>
          <a:p>
            <a:pPr indent="0" lvl="0" marL="0" rtl="0" algn="l">
              <a:lnSpc>
                <a:spcPct val="100000"/>
              </a:lnSpc>
              <a:spcBef>
                <a:spcPts val="210"/>
              </a:spcBef>
              <a:spcAft>
                <a:spcPts val="0"/>
              </a:spcAft>
              <a:buClr>
                <a:schemeClr val="dk1"/>
              </a:buClr>
              <a:buSzPts val="1050"/>
              <a:buNone/>
            </a:pPr>
            <a:r>
              <a:rPr lang="es-MX" sz="1050"/>
              <a:t>                ENDM     </a:t>
            </a:r>
            <a:endParaRPr/>
          </a:p>
          <a:p>
            <a:pPr indent="0" lvl="0" marL="0" rtl="0" algn="l">
              <a:lnSpc>
                <a:spcPct val="100000"/>
              </a:lnSpc>
              <a:spcBef>
                <a:spcPts val="210"/>
              </a:spcBef>
              <a:spcAft>
                <a:spcPts val="0"/>
              </a:spcAft>
              <a:buClr>
                <a:schemeClr val="dk1"/>
              </a:buClr>
              <a:buSzPts val="1050"/>
              <a:buNone/>
            </a:pPr>
            <a:r>
              <a:rPr lang="es-MX" sz="1050"/>
              <a:t>inicio:</a:t>
            </a:r>
            <a:endParaRPr/>
          </a:p>
          <a:p>
            <a:pPr indent="0" lvl="0" marL="0" rtl="0" algn="l">
              <a:lnSpc>
                <a:spcPct val="100000"/>
              </a:lnSpc>
              <a:spcBef>
                <a:spcPts val="210"/>
              </a:spcBef>
              <a:spcAft>
                <a:spcPts val="0"/>
              </a:spcAft>
              <a:buClr>
                <a:schemeClr val="dk1"/>
              </a:buClr>
              <a:buSzPts val="1050"/>
              <a:buNone/>
            </a:pPr>
            <a:r>
              <a:rPr lang="es-MX" sz="1050"/>
              <a:t>        mov ax,04h</a:t>
            </a:r>
            <a:endParaRPr/>
          </a:p>
          <a:p>
            <a:pPr indent="0" lvl="0" marL="0" rtl="0" algn="l">
              <a:lnSpc>
                <a:spcPct val="100000"/>
              </a:lnSpc>
              <a:spcBef>
                <a:spcPts val="210"/>
              </a:spcBef>
              <a:spcAft>
                <a:spcPts val="0"/>
              </a:spcAft>
              <a:buClr>
                <a:schemeClr val="dk1"/>
              </a:buClr>
              <a:buSzPts val="1050"/>
              <a:buNone/>
            </a:pPr>
            <a:r>
              <a:rPr lang="es-MX" sz="1050"/>
              <a:t>        call funcion   </a:t>
            </a:r>
            <a:endParaRPr/>
          </a:p>
          <a:p>
            <a:pPr indent="0" lvl="0" marL="0" rtl="0" algn="l">
              <a:lnSpc>
                <a:spcPct val="100000"/>
              </a:lnSpc>
              <a:spcBef>
                <a:spcPts val="210"/>
              </a:spcBef>
              <a:spcAft>
                <a:spcPts val="0"/>
              </a:spcAft>
              <a:buClr>
                <a:schemeClr val="dk1"/>
              </a:buClr>
              <a:buSzPts val="1050"/>
              <a:buNone/>
            </a:pPr>
            <a:r>
              <a:rPr lang="es-MX" sz="1050"/>
              <a:t>        jmp  fin</a:t>
            </a:r>
            <a:endParaRPr/>
          </a:p>
          <a:p>
            <a:pPr indent="0" lvl="0" marL="0" rtl="0" algn="l">
              <a:lnSpc>
                <a:spcPct val="100000"/>
              </a:lnSpc>
              <a:spcBef>
                <a:spcPts val="210"/>
              </a:spcBef>
              <a:spcAft>
                <a:spcPts val="0"/>
              </a:spcAft>
              <a:buClr>
                <a:schemeClr val="dk1"/>
              </a:buClr>
              <a:buSzPts val="1050"/>
              <a:buNone/>
            </a:pPr>
            <a:r>
              <a:rPr lang="es-MX" sz="1050"/>
              <a:t>        </a:t>
            </a:r>
            <a:endParaRPr/>
          </a:p>
          <a:p>
            <a:pPr indent="0" lvl="0" marL="0" rtl="0" algn="l">
              <a:lnSpc>
                <a:spcPct val="100000"/>
              </a:lnSpc>
              <a:spcBef>
                <a:spcPts val="210"/>
              </a:spcBef>
              <a:spcAft>
                <a:spcPts val="0"/>
              </a:spcAft>
              <a:buClr>
                <a:schemeClr val="dk1"/>
              </a:buClr>
              <a:buSzPts val="1050"/>
              <a:buNone/>
            </a:pPr>
            <a:r>
              <a:rPr lang="es-MX" sz="1050"/>
              <a:t>funcion: SUPERPUSH </a:t>
            </a:r>
            <a:endParaRPr/>
          </a:p>
          <a:p>
            <a:pPr indent="0" lvl="0" marL="0" rtl="0" algn="l">
              <a:lnSpc>
                <a:spcPct val="100000"/>
              </a:lnSpc>
              <a:spcBef>
                <a:spcPts val="210"/>
              </a:spcBef>
              <a:spcAft>
                <a:spcPts val="0"/>
              </a:spcAft>
              <a:buClr>
                <a:schemeClr val="dk1"/>
              </a:buClr>
              <a:buSzPts val="1050"/>
              <a:buNone/>
            </a:pPr>
            <a:r>
              <a:rPr lang="es-MX" sz="1050"/>
              <a:t>         SUPERPOP </a:t>
            </a:r>
            <a:endParaRPr/>
          </a:p>
          <a:p>
            <a:pPr indent="0" lvl="0" marL="0" rtl="0" algn="l">
              <a:lnSpc>
                <a:spcPct val="100000"/>
              </a:lnSpc>
              <a:spcBef>
                <a:spcPts val="210"/>
              </a:spcBef>
              <a:spcAft>
                <a:spcPts val="0"/>
              </a:spcAft>
              <a:buClr>
                <a:schemeClr val="dk1"/>
              </a:buClr>
              <a:buSzPts val="1050"/>
              <a:buNone/>
            </a:pPr>
            <a:r>
              <a:rPr lang="es-MX" sz="1050"/>
              <a:t>         RET  </a:t>
            </a:r>
            <a:endParaRPr/>
          </a:p>
          <a:p>
            <a:pPr indent="0" lvl="0" marL="0" rtl="0" algn="l">
              <a:lnSpc>
                <a:spcPct val="100000"/>
              </a:lnSpc>
              <a:spcBef>
                <a:spcPts val="210"/>
              </a:spcBef>
              <a:spcAft>
                <a:spcPts val="0"/>
              </a:spcAft>
              <a:buClr>
                <a:schemeClr val="dk1"/>
              </a:buClr>
              <a:buSzPts val="1050"/>
              <a:buNone/>
            </a:pPr>
            <a:r>
              <a:rPr lang="es-MX" sz="1050"/>
              <a:t>fin:    mov     ah, 0 </a:t>
            </a:r>
            <a:endParaRPr/>
          </a:p>
          <a:p>
            <a:pPr indent="0" lvl="0" marL="0" rtl="0" algn="l">
              <a:lnSpc>
                <a:spcPct val="100000"/>
              </a:lnSpc>
              <a:spcBef>
                <a:spcPts val="210"/>
              </a:spcBef>
              <a:spcAft>
                <a:spcPts val="0"/>
              </a:spcAft>
              <a:buClr>
                <a:schemeClr val="dk1"/>
              </a:buClr>
              <a:buSzPts val="1050"/>
              <a:buNone/>
            </a:pPr>
            <a:r>
              <a:rPr lang="es-MX" sz="1050"/>
              <a:t>        int     16h </a:t>
            </a:r>
            <a:endParaRPr/>
          </a:p>
          <a:p>
            <a:pPr indent="0" lvl="0" marL="0" rtl="0" algn="l">
              <a:lnSpc>
                <a:spcPct val="100000"/>
              </a:lnSpc>
              <a:spcBef>
                <a:spcPts val="210"/>
              </a:spcBef>
              <a:spcAft>
                <a:spcPts val="0"/>
              </a:spcAft>
              <a:buClr>
                <a:schemeClr val="dk1"/>
              </a:buClr>
              <a:buSzPts val="1050"/>
              <a:buNone/>
            </a:pPr>
            <a:r>
              <a:rPr lang="es-MX" sz="1050"/>
              <a:t>        ret</a:t>
            </a:r>
            <a:endParaRPr sz="1050"/>
          </a:p>
        </p:txBody>
      </p:sp>
      <p:sp>
        <p:nvSpPr>
          <p:cNvPr id="2470" name="Google Shape;2470;p3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71" name="Google Shape;2471;p3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5" name="Shape 2475"/>
        <p:cNvGrpSpPr/>
        <p:nvPr/>
      </p:nvGrpSpPr>
      <p:grpSpPr>
        <a:xfrm>
          <a:off x="0" y="0"/>
          <a:ext cx="0" cy="0"/>
          <a:chOff x="0" y="0"/>
          <a:chExt cx="0" cy="0"/>
        </a:xfrm>
      </p:grpSpPr>
      <p:sp>
        <p:nvSpPr>
          <p:cNvPr id="2476" name="Google Shape;2476;p3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Ejemplos de macros</a:t>
            </a:r>
            <a:endParaRPr/>
          </a:p>
        </p:txBody>
      </p:sp>
      <p:sp>
        <p:nvSpPr>
          <p:cNvPr id="2477" name="Google Shape;2477;p31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None/>
            </a:pPr>
            <a:r>
              <a:rPr lang="es-MX"/>
              <a:t>Suma 3 numeros</a:t>
            </a:r>
            <a:endParaRPr/>
          </a:p>
        </p:txBody>
      </p:sp>
      <p:sp>
        <p:nvSpPr>
          <p:cNvPr id="2478" name="Google Shape;2478;p31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336"/>
              </a:spcBef>
              <a:spcAft>
                <a:spcPts val="0"/>
              </a:spcAft>
              <a:buClr>
                <a:schemeClr val="dk1"/>
              </a:buClr>
              <a:buSzPct val="100000"/>
              <a:buNone/>
            </a:pPr>
            <a:r>
              <a:rPr lang="es-MX"/>
              <a:t>        jmp inicio</a:t>
            </a:r>
            <a:endParaRPr/>
          </a:p>
          <a:p>
            <a:pPr indent="0" lvl="0" marL="0" rtl="0" algn="l">
              <a:lnSpc>
                <a:spcPct val="100000"/>
              </a:lnSpc>
              <a:spcBef>
                <a:spcPts val="336"/>
              </a:spcBef>
              <a:spcAft>
                <a:spcPts val="0"/>
              </a:spcAft>
              <a:buClr>
                <a:schemeClr val="dk1"/>
              </a:buClr>
              <a:buSzPct val="100000"/>
              <a:buNone/>
            </a:pPr>
            <a:r>
              <a:rPr lang="es-MX"/>
              <a:t>        Macro Suma3 n1, n2, n3</a:t>
            </a:r>
            <a:endParaRPr/>
          </a:p>
          <a:p>
            <a:pPr indent="0" lvl="0" marL="0" rtl="0" algn="l">
              <a:lnSpc>
                <a:spcPct val="100000"/>
              </a:lnSpc>
              <a:spcBef>
                <a:spcPts val="336"/>
              </a:spcBef>
              <a:spcAft>
                <a:spcPts val="0"/>
              </a:spcAft>
              <a:buClr>
                <a:schemeClr val="dk1"/>
              </a:buClr>
              <a:buSzPct val="100000"/>
              <a:buNone/>
            </a:pPr>
            <a:r>
              <a:rPr lang="es-MX"/>
              <a:t>            mov al, 00h</a:t>
            </a:r>
            <a:endParaRPr/>
          </a:p>
          <a:p>
            <a:pPr indent="0" lvl="0" marL="0" rtl="0" algn="l">
              <a:lnSpc>
                <a:spcPct val="100000"/>
              </a:lnSpc>
              <a:spcBef>
                <a:spcPts val="336"/>
              </a:spcBef>
              <a:spcAft>
                <a:spcPts val="0"/>
              </a:spcAft>
              <a:buClr>
                <a:schemeClr val="dk1"/>
              </a:buClr>
              <a:buSzPct val="100000"/>
              <a:buNone/>
            </a:pPr>
            <a:r>
              <a:rPr lang="es-MX"/>
              <a:t>            add al, n1</a:t>
            </a:r>
            <a:endParaRPr/>
          </a:p>
          <a:p>
            <a:pPr indent="0" lvl="0" marL="0" rtl="0" algn="l">
              <a:lnSpc>
                <a:spcPct val="100000"/>
              </a:lnSpc>
              <a:spcBef>
                <a:spcPts val="336"/>
              </a:spcBef>
              <a:spcAft>
                <a:spcPts val="0"/>
              </a:spcAft>
              <a:buClr>
                <a:schemeClr val="dk1"/>
              </a:buClr>
              <a:buSzPct val="100000"/>
              <a:buNone/>
            </a:pPr>
            <a:r>
              <a:rPr lang="es-MX"/>
              <a:t>            add al, n2</a:t>
            </a:r>
            <a:endParaRPr/>
          </a:p>
          <a:p>
            <a:pPr indent="0" lvl="0" marL="0" rtl="0" algn="l">
              <a:lnSpc>
                <a:spcPct val="100000"/>
              </a:lnSpc>
              <a:spcBef>
                <a:spcPts val="336"/>
              </a:spcBef>
              <a:spcAft>
                <a:spcPts val="0"/>
              </a:spcAft>
              <a:buClr>
                <a:schemeClr val="dk1"/>
              </a:buClr>
              <a:buSzPct val="100000"/>
              <a:buNone/>
            </a:pPr>
            <a:r>
              <a:rPr lang="es-MX"/>
              <a:t>            add al, n3</a:t>
            </a:r>
            <a:endParaRPr/>
          </a:p>
          <a:p>
            <a:pPr indent="0" lvl="0" marL="0" rtl="0" algn="l">
              <a:lnSpc>
                <a:spcPct val="100000"/>
              </a:lnSpc>
              <a:spcBef>
                <a:spcPts val="336"/>
              </a:spcBef>
              <a:spcAft>
                <a:spcPts val="0"/>
              </a:spcAft>
              <a:buClr>
                <a:schemeClr val="dk1"/>
              </a:buClr>
              <a:buSzPct val="100000"/>
              <a:buNone/>
            </a:pPr>
            <a:r>
              <a:rPr lang="es-MX"/>
              <a:t>        endm</a:t>
            </a:r>
            <a:endParaRPr/>
          </a:p>
          <a:p>
            <a:pPr indent="0" lvl="0" marL="0" rtl="0" algn="l">
              <a:lnSpc>
                <a:spcPct val="100000"/>
              </a:lnSpc>
              <a:spcBef>
                <a:spcPts val="336"/>
              </a:spcBef>
              <a:spcAft>
                <a:spcPts val="0"/>
              </a:spcAft>
              <a:buClr>
                <a:schemeClr val="dk1"/>
              </a:buClr>
              <a:buSzPct val="100000"/>
              <a:buNone/>
            </a:pPr>
            <a:r>
              <a:t/>
            </a:r>
            <a:endParaRPr/>
          </a:p>
          <a:p>
            <a:pPr indent="0" lvl="0" marL="0" rtl="0" algn="l">
              <a:lnSpc>
                <a:spcPct val="100000"/>
              </a:lnSpc>
              <a:spcBef>
                <a:spcPts val="336"/>
              </a:spcBef>
              <a:spcAft>
                <a:spcPts val="0"/>
              </a:spcAft>
              <a:buClr>
                <a:schemeClr val="dk1"/>
              </a:buClr>
              <a:buSzPct val="100000"/>
              <a:buNone/>
            </a:pPr>
            <a:r>
              <a:rPr lang="es-MX"/>
              <a:t>inicio: mov bl,2</a:t>
            </a:r>
            <a:endParaRPr/>
          </a:p>
          <a:p>
            <a:pPr indent="0" lvl="0" marL="0" rtl="0" algn="l">
              <a:lnSpc>
                <a:spcPct val="100000"/>
              </a:lnSpc>
              <a:spcBef>
                <a:spcPts val="336"/>
              </a:spcBef>
              <a:spcAft>
                <a:spcPts val="0"/>
              </a:spcAft>
              <a:buClr>
                <a:schemeClr val="dk1"/>
              </a:buClr>
              <a:buSzPct val="100000"/>
              <a:buNone/>
            </a:pPr>
            <a:r>
              <a:rPr lang="es-MX"/>
              <a:t>        mov cl,3</a:t>
            </a:r>
            <a:endParaRPr/>
          </a:p>
          <a:p>
            <a:pPr indent="0" lvl="0" marL="0" rtl="0" algn="l">
              <a:lnSpc>
                <a:spcPct val="100000"/>
              </a:lnSpc>
              <a:spcBef>
                <a:spcPts val="336"/>
              </a:spcBef>
              <a:spcAft>
                <a:spcPts val="0"/>
              </a:spcAft>
              <a:buClr>
                <a:schemeClr val="dk1"/>
              </a:buClr>
              <a:buSzPct val="100000"/>
              <a:buNone/>
            </a:pPr>
            <a:r>
              <a:rPr lang="es-MX"/>
              <a:t>        mov dl,1</a:t>
            </a:r>
            <a:endParaRPr/>
          </a:p>
          <a:p>
            <a:pPr indent="0" lvl="0" marL="0" rtl="0" algn="l">
              <a:lnSpc>
                <a:spcPct val="100000"/>
              </a:lnSpc>
              <a:spcBef>
                <a:spcPts val="336"/>
              </a:spcBef>
              <a:spcAft>
                <a:spcPts val="0"/>
              </a:spcAft>
              <a:buClr>
                <a:schemeClr val="dk1"/>
              </a:buClr>
              <a:buSzPct val="100000"/>
              <a:buNone/>
            </a:pPr>
            <a:r>
              <a:rPr lang="es-MX"/>
              <a:t>        Suma3 bl, cl, dl</a:t>
            </a:r>
            <a:endParaRPr/>
          </a:p>
          <a:p>
            <a:pPr indent="0" lvl="0" marL="0" rtl="0" algn="l">
              <a:lnSpc>
                <a:spcPct val="100000"/>
              </a:lnSpc>
              <a:spcBef>
                <a:spcPts val="336"/>
              </a:spcBef>
              <a:spcAft>
                <a:spcPts val="0"/>
              </a:spcAft>
              <a:buClr>
                <a:schemeClr val="dk1"/>
              </a:buClr>
              <a:buSzPct val="100000"/>
              <a:buNone/>
            </a:pPr>
            <a:r>
              <a:rPr lang="es-MX"/>
              <a:t>ret</a:t>
            </a:r>
            <a:endParaRPr/>
          </a:p>
        </p:txBody>
      </p:sp>
      <p:sp>
        <p:nvSpPr>
          <p:cNvPr id="2479" name="Google Shape;2479;p31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None/>
            </a:pPr>
            <a:r>
              <a:t/>
            </a:r>
            <a:endParaRPr/>
          </a:p>
        </p:txBody>
      </p:sp>
      <p:sp>
        <p:nvSpPr>
          <p:cNvPr id="2480" name="Google Shape;2480;p31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p>
            <a:pPr indent="-190500" lvl="0" marL="342900" rtl="0" algn="l">
              <a:lnSpc>
                <a:spcPct val="100000"/>
              </a:lnSpc>
              <a:spcBef>
                <a:spcPts val="0"/>
              </a:spcBef>
              <a:spcAft>
                <a:spcPts val="0"/>
              </a:spcAft>
              <a:buClr>
                <a:schemeClr val="dk1"/>
              </a:buClr>
              <a:buSzPts val="2400"/>
              <a:buNone/>
            </a:pPr>
            <a:r>
              <a:t/>
            </a:r>
            <a:endParaRPr/>
          </a:p>
        </p:txBody>
      </p:sp>
      <p:sp>
        <p:nvSpPr>
          <p:cNvPr id="2481" name="Google Shape;2481;p3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82" name="Google Shape;2482;p3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6" name="Shape 2486"/>
        <p:cNvGrpSpPr/>
        <p:nvPr/>
      </p:nvGrpSpPr>
      <p:grpSpPr>
        <a:xfrm>
          <a:off x="0" y="0"/>
          <a:ext cx="0" cy="0"/>
          <a:chOff x="0" y="0"/>
          <a:chExt cx="0" cy="0"/>
        </a:xfrm>
      </p:grpSpPr>
      <p:sp>
        <p:nvSpPr>
          <p:cNvPr id="2487" name="Google Shape;2487;p3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4400"/>
              <a:buNone/>
            </a:pPr>
            <a:r>
              <a:rPr lang="es-MX"/>
              <a:t>MACRO vs CALL</a:t>
            </a:r>
            <a:endParaRPr/>
          </a:p>
        </p:txBody>
      </p:sp>
      <p:sp>
        <p:nvSpPr>
          <p:cNvPr id="2488" name="Google Shape;2488;p3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SzPct val="142857"/>
              <a:buNone/>
            </a:pPr>
            <a:r>
              <a:rPr lang="es-MX"/>
              <a:t> .model small</a:t>
            </a:r>
            <a:endParaRPr/>
          </a:p>
          <a:p>
            <a:pPr indent="0" lvl="0" marL="0" rtl="0" algn="l">
              <a:lnSpc>
                <a:spcPct val="100000"/>
              </a:lnSpc>
              <a:spcBef>
                <a:spcPts val="0"/>
              </a:spcBef>
              <a:spcAft>
                <a:spcPts val="0"/>
              </a:spcAft>
              <a:buSzPct val="142857"/>
              <a:buNone/>
            </a:pPr>
            <a:r>
              <a:rPr lang="es-MX"/>
              <a:t>        .stack 100h</a:t>
            </a:r>
            <a:endParaRPr/>
          </a:p>
          <a:p>
            <a:pPr indent="0" lvl="0" marL="0" rtl="0" algn="l">
              <a:lnSpc>
                <a:spcPct val="100000"/>
              </a:lnSpc>
              <a:spcBef>
                <a:spcPts val="0"/>
              </a:spcBef>
              <a:spcAft>
                <a:spcPts val="0"/>
              </a:spcAft>
              <a:buSzPct val="142857"/>
              <a:buNone/>
            </a:pPr>
            <a:r>
              <a:rPr lang="es-MX"/>
              <a:t>        .data</a:t>
            </a:r>
            <a:endParaRPr/>
          </a:p>
          <a:p>
            <a:pPr indent="0" lvl="0" marL="0" rtl="0" algn="l">
              <a:lnSpc>
                <a:spcPct val="100000"/>
              </a:lnSpc>
              <a:spcBef>
                <a:spcPts val="0"/>
              </a:spcBef>
              <a:spcAft>
                <a:spcPts val="0"/>
              </a:spcAft>
              <a:buSzPct val="142857"/>
              <a:buNone/>
            </a:pPr>
            <a:r>
              <a:rPr lang="es-MX"/>
              <a:t>            mensaje db 'Hola Juan Meza!$'</a:t>
            </a:r>
            <a:endParaRPr/>
          </a:p>
          <a:p>
            <a:pPr indent="0" lvl="0" marL="0" rtl="0" algn="l">
              <a:lnSpc>
                <a:spcPct val="100000"/>
              </a:lnSpc>
              <a:spcBef>
                <a:spcPts val="0"/>
              </a:spcBef>
              <a:spcAft>
                <a:spcPts val="0"/>
              </a:spcAft>
              <a:buSzPct val="142857"/>
              <a:buNone/>
            </a:pPr>
            <a:r>
              <a:rPr lang="es-MX"/>
              <a:t>        .code</a:t>
            </a:r>
            <a:endParaRPr/>
          </a:p>
          <a:p>
            <a:pPr indent="0" lvl="0" marL="0" rtl="0" algn="l">
              <a:lnSpc>
                <a:spcPct val="100000"/>
              </a:lnSpc>
              <a:spcBef>
                <a:spcPts val="0"/>
              </a:spcBef>
              <a:spcAft>
                <a:spcPts val="0"/>
              </a:spcAft>
              <a:buSzPct val="142857"/>
              <a:buNone/>
            </a:pPr>
            <a:r>
              <a:rPr lang="es-MX"/>
              <a:t>            print_macro MACRO cadena</a:t>
            </a:r>
            <a:endParaRPr/>
          </a:p>
          <a:p>
            <a:pPr indent="0" lvl="0" marL="0" rtl="0" algn="l">
              <a:lnSpc>
                <a:spcPct val="100000"/>
              </a:lnSpc>
              <a:spcBef>
                <a:spcPts val="0"/>
              </a:spcBef>
              <a:spcAft>
                <a:spcPts val="0"/>
              </a:spcAft>
              <a:buSzPct val="142857"/>
              <a:buNone/>
            </a:pPr>
            <a:r>
              <a:rPr lang="es-MX"/>
              <a:t>            lea dx, cadena</a:t>
            </a:r>
            <a:endParaRPr/>
          </a:p>
          <a:p>
            <a:pPr indent="0" lvl="0" marL="0" rtl="0" algn="l">
              <a:lnSpc>
                <a:spcPct val="100000"/>
              </a:lnSpc>
              <a:spcBef>
                <a:spcPts val="0"/>
              </a:spcBef>
              <a:spcAft>
                <a:spcPts val="0"/>
              </a:spcAft>
              <a:buSzPct val="142857"/>
              <a:buNone/>
            </a:pPr>
            <a:r>
              <a:rPr lang="es-MX"/>
              <a:t>            mov ah, 09h</a:t>
            </a:r>
            <a:endParaRPr/>
          </a:p>
          <a:p>
            <a:pPr indent="0" lvl="0" marL="0" rtl="0" algn="l">
              <a:lnSpc>
                <a:spcPct val="100000"/>
              </a:lnSpc>
              <a:spcBef>
                <a:spcPts val="0"/>
              </a:spcBef>
              <a:spcAft>
                <a:spcPts val="0"/>
              </a:spcAft>
              <a:buSzPct val="142857"/>
              <a:buNone/>
            </a:pPr>
            <a:r>
              <a:rPr lang="es-MX"/>
              <a:t>            int 21h</a:t>
            </a:r>
            <a:endParaRPr/>
          </a:p>
          <a:p>
            <a:pPr indent="0" lvl="0" marL="0" rtl="0" algn="l">
              <a:lnSpc>
                <a:spcPct val="100000"/>
              </a:lnSpc>
              <a:spcBef>
                <a:spcPts val="0"/>
              </a:spcBef>
              <a:spcAft>
                <a:spcPts val="0"/>
              </a:spcAft>
              <a:buSzPct val="142857"/>
              <a:buNone/>
            </a:pPr>
            <a:r>
              <a:rPr lang="es-MX"/>
              <a:t>            ENDM</a:t>
            </a:r>
            <a:endParaRPr/>
          </a:p>
          <a:p>
            <a:pPr indent="0" lvl="0" marL="0" rtl="0" algn="l">
              <a:lnSpc>
                <a:spcPct val="100000"/>
              </a:lnSpc>
              <a:spcBef>
                <a:spcPts val="0"/>
              </a:spcBef>
              <a:spcAft>
                <a:spcPts val="0"/>
              </a:spcAft>
              <a:buSzPct val="142857"/>
              <a:buNone/>
            </a:pPr>
            <a:r>
              <a:rPr lang="es-MX"/>
              <a:t>start:      mov ax, @data</a:t>
            </a:r>
            <a:endParaRPr/>
          </a:p>
          <a:p>
            <a:pPr indent="0" lvl="0" marL="0" rtl="0" algn="l">
              <a:lnSpc>
                <a:spcPct val="100000"/>
              </a:lnSpc>
              <a:spcBef>
                <a:spcPts val="0"/>
              </a:spcBef>
              <a:spcAft>
                <a:spcPts val="0"/>
              </a:spcAft>
              <a:buSzPct val="142857"/>
              <a:buNone/>
            </a:pPr>
            <a:r>
              <a:rPr lang="es-MX"/>
              <a:t>            mov ds, ax</a:t>
            </a:r>
            <a:endParaRPr/>
          </a:p>
          <a:p>
            <a:pPr indent="0" lvl="0" marL="0" rtl="0" algn="l">
              <a:lnSpc>
                <a:spcPct val="100000"/>
              </a:lnSpc>
              <a:spcBef>
                <a:spcPts val="0"/>
              </a:spcBef>
              <a:spcAft>
                <a:spcPts val="0"/>
              </a:spcAft>
              <a:buSzPct val="142857"/>
              <a:buNone/>
            </a:pPr>
            <a:r>
              <a:rPr lang="es-MX"/>
              <a:t>            print_macro mensaje   </a:t>
            </a:r>
            <a:endParaRPr/>
          </a:p>
          <a:p>
            <a:pPr indent="0" lvl="0" marL="0" rtl="0" algn="l">
              <a:lnSpc>
                <a:spcPct val="100000"/>
              </a:lnSpc>
              <a:spcBef>
                <a:spcPts val="0"/>
              </a:spcBef>
              <a:spcAft>
                <a:spcPts val="0"/>
              </a:spcAft>
              <a:buSzPct val="142857"/>
              <a:buNone/>
            </a:pPr>
            <a:r>
              <a:rPr lang="es-MX"/>
              <a:t>            mov ah, 4ch</a:t>
            </a:r>
            <a:endParaRPr/>
          </a:p>
          <a:p>
            <a:pPr indent="0" lvl="0" marL="0" rtl="0" algn="l">
              <a:lnSpc>
                <a:spcPct val="100000"/>
              </a:lnSpc>
              <a:spcBef>
                <a:spcPts val="0"/>
              </a:spcBef>
              <a:spcAft>
                <a:spcPts val="0"/>
              </a:spcAft>
              <a:buSzPct val="142857"/>
              <a:buNone/>
            </a:pPr>
            <a:r>
              <a:rPr lang="es-MX"/>
              <a:t>            int 21h</a:t>
            </a:r>
            <a:endParaRPr/>
          </a:p>
        </p:txBody>
      </p:sp>
      <p:sp>
        <p:nvSpPr>
          <p:cNvPr id="2489" name="Google Shape;2489;p3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fontScale="70000" lnSpcReduction="20000"/>
          </a:bodyPr>
          <a:lstStyle/>
          <a:p>
            <a:pPr indent="-165100" lvl="0" marL="342900" rtl="0" algn="l">
              <a:lnSpc>
                <a:spcPct val="100000"/>
              </a:lnSpc>
              <a:spcBef>
                <a:spcPts val="0"/>
              </a:spcBef>
              <a:spcAft>
                <a:spcPts val="0"/>
              </a:spcAft>
              <a:buSzPct val="142857"/>
              <a:buNone/>
            </a:pPr>
            <a:r>
              <a:rPr lang="es-MX"/>
              <a:t> .model small</a:t>
            </a:r>
            <a:endParaRPr/>
          </a:p>
          <a:p>
            <a:pPr indent="-165100" lvl="0" marL="342900" rtl="0" algn="l">
              <a:lnSpc>
                <a:spcPct val="100000"/>
              </a:lnSpc>
              <a:spcBef>
                <a:spcPts val="0"/>
              </a:spcBef>
              <a:spcAft>
                <a:spcPts val="0"/>
              </a:spcAft>
              <a:buSzPct val="142857"/>
              <a:buNone/>
            </a:pPr>
            <a:r>
              <a:rPr lang="es-MX"/>
              <a:t>        .stack 100h</a:t>
            </a:r>
            <a:endParaRPr/>
          </a:p>
          <a:p>
            <a:pPr indent="-165100" lvl="0" marL="342900" rtl="0" algn="l">
              <a:lnSpc>
                <a:spcPct val="100000"/>
              </a:lnSpc>
              <a:spcBef>
                <a:spcPts val="0"/>
              </a:spcBef>
              <a:spcAft>
                <a:spcPts val="0"/>
              </a:spcAft>
              <a:buSzPct val="142857"/>
              <a:buNone/>
            </a:pPr>
            <a:r>
              <a:rPr lang="es-MX"/>
              <a:t>        .data</a:t>
            </a:r>
            <a:endParaRPr/>
          </a:p>
          <a:p>
            <a:pPr indent="-165100" lvl="0" marL="342900" rtl="0" algn="l">
              <a:lnSpc>
                <a:spcPct val="100000"/>
              </a:lnSpc>
              <a:spcBef>
                <a:spcPts val="0"/>
              </a:spcBef>
              <a:spcAft>
                <a:spcPts val="0"/>
              </a:spcAft>
              <a:buSzPct val="142857"/>
              <a:buNone/>
            </a:pPr>
            <a:r>
              <a:rPr lang="es-MX"/>
              <a:t>            mensaje db 'Hola Juan Meza$'</a:t>
            </a:r>
            <a:endParaRPr/>
          </a:p>
          <a:p>
            <a:pPr indent="-165100" lvl="0" marL="342900" rtl="0" algn="l">
              <a:lnSpc>
                <a:spcPct val="100000"/>
              </a:lnSpc>
              <a:spcBef>
                <a:spcPts val="0"/>
              </a:spcBef>
              <a:spcAft>
                <a:spcPts val="0"/>
              </a:spcAft>
              <a:buSzPct val="142857"/>
              <a:buNone/>
            </a:pPr>
            <a:r>
              <a:rPr lang="es-MX"/>
              <a:t>        .code</a:t>
            </a:r>
            <a:endParaRPr/>
          </a:p>
          <a:p>
            <a:pPr indent="-165100" lvl="0" marL="342900" rtl="0" algn="l">
              <a:lnSpc>
                <a:spcPct val="100000"/>
              </a:lnSpc>
              <a:spcBef>
                <a:spcPts val="0"/>
              </a:spcBef>
              <a:spcAft>
                <a:spcPts val="0"/>
              </a:spcAft>
              <a:buSzPct val="142857"/>
              <a:buNone/>
            </a:pPr>
            <a:r>
              <a:rPr lang="es-MX"/>
              <a:t>start:      mov ax, @data</a:t>
            </a:r>
            <a:endParaRPr/>
          </a:p>
          <a:p>
            <a:pPr indent="-165100" lvl="0" marL="342900" rtl="0" algn="l">
              <a:lnSpc>
                <a:spcPct val="100000"/>
              </a:lnSpc>
              <a:spcBef>
                <a:spcPts val="0"/>
              </a:spcBef>
              <a:spcAft>
                <a:spcPts val="0"/>
              </a:spcAft>
              <a:buSzPct val="142857"/>
              <a:buNone/>
            </a:pPr>
            <a:r>
              <a:rPr lang="es-MX"/>
              <a:t>            mov ds, ax</a:t>
            </a:r>
            <a:endParaRPr/>
          </a:p>
          <a:p>
            <a:pPr indent="-165100" lvl="0" marL="342900" rtl="0" algn="l">
              <a:lnSpc>
                <a:spcPct val="100000"/>
              </a:lnSpc>
              <a:spcBef>
                <a:spcPts val="0"/>
              </a:spcBef>
              <a:spcAft>
                <a:spcPts val="0"/>
              </a:spcAft>
              <a:buSzPct val="142857"/>
              <a:buNone/>
            </a:pPr>
            <a:r>
              <a:rPr lang="es-MX"/>
              <a:t>            call imprimir_mensaje </a:t>
            </a:r>
            <a:endParaRPr/>
          </a:p>
          <a:p>
            <a:pPr indent="-165100" lvl="0" marL="342900" rtl="0" algn="l">
              <a:lnSpc>
                <a:spcPct val="100000"/>
              </a:lnSpc>
              <a:spcBef>
                <a:spcPts val="0"/>
              </a:spcBef>
              <a:spcAft>
                <a:spcPts val="0"/>
              </a:spcAft>
              <a:buSzPct val="142857"/>
              <a:buNone/>
            </a:pPr>
            <a:r>
              <a:rPr lang="es-MX"/>
              <a:t>            mov ah, 4ch</a:t>
            </a:r>
            <a:endParaRPr/>
          </a:p>
          <a:p>
            <a:pPr indent="-165100" lvl="0" marL="342900" rtl="0" algn="l">
              <a:lnSpc>
                <a:spcPct val="100000"/>
              </a:lnSpc>
              <a:spcBef>
                <a:spcPts val="0"/>
              </a:spcBef>
              <a:spcAft>
                <a:spcPts val="0"/>
              </a:spcAft>
              <a:buSzPct val="142857"/>
              <a:buNone/>
            </a:pPr>
            <a:r>
              <a:rPr lang="es-MX"/>
              <a:t>            int 21h</a:t>
            </a:r>
            <a:endParaRPr/>
          </a:p>
          <a:p>
            <a:pPr indent="-165100" lvl="0" marL="342900" rtl="0" algn="l">
              <a:lnSpc>
                <a:spcPct val="100000"/>
              </a:lnSpc>
              <a:spcBef>
                <a:spcPts val="0"/>
              </a:spcBef>
              <a:spcAft>
                <a:spcPts val="0"/>
              </a:spcAft>
              <a:buSzPct val="142857"/>
              <a:buNone/>
            </a:pPr>
            <a:r>
              <a:t/>
            </a:r>
            <a:endParaRPr/>
          </a:p>
          <a:p>
            <a:pPr indent="-165100" lvl="0" marL="342900" rtl="0" algn="l">
              <a:lnSpc>
                <a:spcPct val="100000"/>
              </a:lnSpc>
              <a:spcBef>
                <a:spcPts val="0"/>
              </a:spcBef>
              <a:spcAft>
                <a:spcPts val="0"/>
              </a:spcAft>
              <a:buSzPct val="142857"/>
              <a:buNone/>
            </a:pPr>
            <a:r>
              <a:rPr lang="es-MX"/>
              <a:t>imprimir_mensaje proc</a:t>
            </a:r>
            <a:endParaRPr/>
          </a:p>
          <a:p>
            <a:pPr indent="-165100" lvl="0" marL="342900" rtl="0" algn="l">
              <a:lnSpc>
                <a:spcPct val="100000"/>
              </a:lnSpc>
              <a:spcBef>
                <a:spcPts val="0"/>
              </a:spcBef>
              <a:spcAft>
                <a:spcPts val="0"/>
              </a:spcAft>
              <a:buSzPct val="142857"/>
              <a:buNone/>
            </a:pPr>
            <a:r>
              <a:rPr lang="es-MX"/>
              <a:t>            lea dx, mensaje</a:t>
            </a:r>
            <a:endParaRPr/>
          </a:p>
          <a:p>
            <a:pPr indent="-165100" lvl="0" marL="342900" rtl="0" algn="l">
              <a:lnSpc>
                <a:spcPct val="100000"/>
              </a:lnSpc>
              <a:spcBef>
                <a:spcPts val="0"/>
              </a:spcBef>
              <a:spcAft>
                <a:spcPts val="0"/>
              </a:spcAft>
              <a:buSzPct val="142857"/>
              <a:buNone/>
            </a:pPr>
            <a:r>
              <a:rPr lang="es-MX"/>
              <a:t>            mov ah, 09h</a:t>
            </a:r>
            <a:endParaRPr/>
          </a:p>
          <a:p>
            <a:pPr indent="-165100" lvl="0" marL="342900" rtl="0" algn="l">
              <a:lnSpc>
                <a:spcPct val="100000"/>
              </a:lnSpc>
              <a:spcBef>
                <a:spcPts val="0"/>
              </a:spcBef>
              <a:spcAft>
                <a:spcPts val="0"/>
              </a:spcAft>
              <a:buSzPct val="142857"/>
              <a:buNone/>
            </a:pPr>
            <a:r>
              <a:rPr lang="es-MX"/>
              <a:t>            int 21h</a:t>
            </a:r>
            <a:endParaRPr/>
          </a:p>
          <a:p>
            <a:pPr indent="-165100" lvl="0" marL="342900" rtl="0" algn="l">
              <a:lnSpc>
                <a:spcPct val="100000"/>
              </a:lnSpc>
              <a:spcBef>
                <a:spcPts val="0"/>
              </a:spcBef>
              <a:spcAft>
                <a:spcPts val="0"/>
              </a:spcAft>
              <a:buSzPct val="142857"/>
              <a:buNone/>
            </a:pPr>
            <a:r>
              <a:rPr lang="es-MX"/>
              <a:t>            ret</a:t>
            </a:r>
            <a:endParaRPr/>
          </a:p>
          <a:p>
            <a:pPr indent="-165100" lvl="0" marL="342900" rtl="0" algn="l">
              <a:lnSpc>
                <a:spcPct val="100000"/>
              </a:lnSpc>
              <a:spcBef>
                <a:spcPts val="0"/>
              </a:spcBef>
              <a:spcAft>
                <a:spcPts val="0"/>
              </a:spcAft>
              <a:buSzPct val="142857"/>
              <a:buNone/>
            </a:pPr>
            <a:r>
              <a:rPr lang="es-MX"/>
              <a:t>imprimir_mensaje endp</a:t>
            </a:r>
            <a:endParaRPr/>
          </a:p>
        </p:txBody>
      </p:sp>
      <p:sp>
        <p:nvSpPr>
          <p:cNvPr id="2490" name="Google Shape;2490;p3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491" name="Google Shape;2491;p3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5" name="Shape 2495"/>
        <p:cNvGrpSpPr/>
        <p:nvPr/>
      </p:nvGrpSpPr>
      <p:grpSpPr>
        <a:xfrm>
          <a:off x="0" y="0"/>
          <a:ext cx="0" cy="0"/>
          <a:chOff x="0" y="0"/>
          <a:chExt cx="0" cy="0"/>
        </a:xfrm>
      </p:grpSpPr>
      <p:sp>
        <p:nvSpPr>
          <p:cNvPr id="2496" name="Google Shape;2496;p3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Comparación rápida</a:t>
            </a:r>
            <a:endParaRPr/>
          </a:p>
        </p:txBody>
      </p:sp>
      <p:sp>
        <p:nvSpPr>
          <p:cNvPr id="2497" name="Google Shape;2497;p3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360"/>
              </a:spcBef>
              <a:spcAft>
                <a:spcPts val="0"/>
              </a:spcAft>
              <a:buClr>
                <a:schemeClr val="dk1"/>
              </a:buClr>
              <a:buSzPts val="1800"/>
              <a:buNone/>
            </a:pPr>
            <a:r>
              <a:t/>
            </a:r>
            <a:endParaRPr/>
          </a:p>
        </p:txBody>
      </p:sp>
      <p:sp>
        <p:nvSpPr>
          <p:cNvPr id="2498" name="Google Shape;2498;p3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graphicFrame>
        <p:nvGraphicFramePr>
          <p:cNvPr id="2499" name="Google Shape;2499;p317"/>
          <p:cNvGraphicFramePr/>
          <p:nvPr/>
        </p:nvGraphicFramePr>
        <p:xfrm>
          <a:off x="771525" y="2825750"/>
          <a:ext cx="3000000" cy="3000000"/>
        </p:xfrm>
        <a:graphic>
          <a:graphicData uri="http://schemas.openxmlformats.org/drawingml/2006/table">
            <a:tbl>
              <a:tblPr bandRow="1" firstRow="1">
                <a:noFill/>
                <a:tableStyleId>{7BCB561C-A8D9-4940-A105-9EE0E4D35472}</a:tableStyleId>
              </a:tblPr>
              <a:tblGrid>
                <a:gridCol w="2571750"/>
                <a:gridCol w="2571750"/>
                <a:gridCol w="2571750"/>
              </a:tblGrid>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Concepto</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Macro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Call + Procedimiento</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Velocidad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Más rápido (se copia el código)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Ligeramente más lento</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Tamaño de código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Mayor (copia el código cada vez)</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Menor (usa solo una copia)</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Parámetros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Más flexible con constantes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Más útil con lógica compleja</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Uso recomendado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Cosas cortas, simples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s-MX" sz="1400" u="none" cap="none" strike="noStrike"/>
                        <a:t>Reutilización, lógica más larga</a:t>
                      </a:r>
                      <a:endParaRPr sz="1400" u="none" cap="none" strike="noStrike"/>
                    </a:p>
                  </a:txBody>
                  <a:tcPr marT="45725" marB="45725" marR="91450" marL="91450"/>
                </a:tc>
              </a:tr>
            </a:tbl>
          </a:graphicData>
        </a:graphic>
      </p:graphicFrame>
    </p:spTree>
  </p:cSld>
  <p:clrMapOvr>
    <a:masterClrMapping/>
  </p:clrMapOvr>
</p:sld>
</file>

<file path=ppt/slides/slide3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3" name="Shape 2503"/>
        <p:cNvGrpSpPr/>
        <p:nvPr/>
      </p:nvGrpSpPr>
      <p:grpSpPr>
        <a:xfrm>
          <a:off x="0" y="0"/>
          <a:ext cx="0" cy="0"/>
          <a:chOff x="0" y="0"/>
          <a:chExt cx="0" cy="0"/>
        </a:xfrm>
      </p:grpSpPr>
      <p:sp>
        <p:nvSpPr>
          <p:cNvPr id="2504" name="Google Shape;2504;p3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NOP</a:t>
            </a:r>
            <a:endParaRPr/>
          </a:p>
        </p:txBody>
      </p:sp>
      <p:sp>
        <p:nvSpPr>
          <p:cNvPr id="2505" name="Google Shape;2505;p3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No opera</a:t>
            </a:r>
            <a:endParaRPr/>
          </a:p>
          <a:p>
            <a:pPr indent="-342900" lvl="0" marL="342900" rtl="0" algn="l">
              <a:lnSpc>
                <a:spcPct val="100000"/>
              </a:lnSpc>
              <a:spcBef>
                <a:spcPts val="640"/>
              </a:spcBef>
              <a:spcAft>
                <a:spcPts val="0"/>
              </a:spcAft>
              <a:buClr>
                <a:schemeClr val="dk1"/>
              </a:buClr>
              <a:buSzPts val="3200"/>
              <a:buChar char="•"/>
            </a:pPr>
            <a:r>
              <a:rPr lang="es-MX"/>
              <a:t>Descripción: Realiza no operación</a:t>
            </a:r>
            <a:endParaRPr/>
          </a:p>
        </p:txBody>
      </p:sp>
      <p:sp>
        <p:nvSpPr>
          <p:cNvPr id="2506" name="Google Shape;2506;p3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507" name="Google Shape;2507;p3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1" name="Shape 2511"/>
        <p:cNvGrpSpPr/>
        <p:nvPr/>
      </p:nvGrpSpPr>
      <p:grpSpPr>
        <a:xfrm>
          <a:off x="0" y="0"/>
          <a:ext cx="0" cy="0"/>
          <a:chOff x="0" y="0"/>
          <a:chExt cx="0" cy="0"/>
        </a:xfrm>
      </p:grpSpPr>
      <p:sp>
        <p:nvSpPr>
          <p:cNvPr id="2512" name="Google Shape;2512;p3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513" name="Google Shape;2513;p3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jmp start</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start:  mov  Al,4h  </a:t>
            </a:r>
            <a:endParaRPr/>
          </a:p>
          <a:p>
            <a:pPr indent="0" lvl="0" marL="0" rtl="0" algn="l">
              <a:lnSpc>
                <a:spcPct val="100000"/>
              </a:lnSpc>
              <a:spcBef>
                <a:spcPts val="304"/>
              </a:spcBef>
              <a:spcAft>
                <a:spcPts val="0"/>
              </a:spcAft>
              <a:buClr>
                <a:schemeClr val="dk1"/>
              </a:buClr>
              <a:buSzPct val="100000"/>
              <a:buNone/>
            </a:pPr>
            <a:r>
              <a:rPr lang="es-MX"/>
              <a:t>        mov  bl,2h</a:t>
            </a:r>
            <a:endParaRPr/>
          </a:p>
          <a:p>
            <a:pPr indent="0" lvl="0" marL="0" rtl="0" algn="l">
              <a:lnSpc>
                <a:spcPct val="100000"/>
              </a:lnSpc>
              <a:spcBef>
                <a:spcPts val="304"/>
              </a:spcBef>
              <a:spcAft>
                <a:spcPts val="0"/>
              </a:spcAft>
              <a:buClr>
                <a:schemeClr val="dk1"/>
              </a:buClr>
              <a:buSzPct val="100000"/>
              <a:buNone/>
            </a:pPr>
            <a:r>
              <a:rPr lang="es-MX"/>
              <a:t>        mul  bl      </a:t>
            </a:r>
            <a:endParaRPr/>
          </a:p>
          <a:p>
            <a:pPr indent="0" lvl="0" marL="0" rtl="0" algn="l">
              <a:lnSpc>
                <a:spcPct val="100000"/>
              </a:lnSpc>
              <a:spcBef>
                <a:spcPts val="304"/>
              </a:spcBef>
              <a:spcAft>
                <a:spcPts val="0"/>
              </a:spcAft>
              <a:buClr>
                <a:schemeClr val="dk1"/>
              </a:buClr>
              <a:buSzPct val="100000"/>
              <a:buNone/>
            </a:pPr>
            <a:r>
              <a:rPr lang="es-MX"/>
              <a:t>        nop</a:t>
            </a:r>
            <a:endParaRPr/>
          </a:p>
          <a:p>
            <a:pPr indent="0" lvl="0" marL="0" rtl="0" algn="l">
              <a:lnSpc>
                <a:spcPct val="100000"/>
              </a:lnSpc>
              <a:spcBef>
                <a:spcPts val="304"/>
              </a:spcBef>
              <a:spcAft>
                <a:spcPts val="0"/>
              </a:spcAft>
              <a:buClr>
                <a:schemeClr val="dk1"/>
              </a:buClr>
              <a:buSzPct val="100000"/>
              <a:buNone/>
            </a:pPr>
            <a:r>
              <a:rPr lang="es-MX"/>
              <a:t>        nop</a:t>
            </a:r>
            <a:endParaRPr/>
          </a:p>
          <a:p>
            <a:pPr indent="0" lvl="0" marL="0" rtl="0" algn="l">
              <a:lnSpc>
                <a:spcPct val="100000"/>
              </a:lnSpc>
              <a:spcBef>
                <a:spcPts val="304"/>
              </a:spcBef>
              <a:spcAft>
                <a:spcPts val="0"/>
              </a:spcAft>
              <a:buClr>
                <a:schemeClr val="dk1"/>
              </a:buClr>
              <a:buSzPct val="100000"/>
              <a:buNone/>
            </a:pPr>
            <a:r>
              <a:rPr lang="es-MX"/>
              <a:t>        nop</a:t>
            </a:r>
            <a:endParaRPr/>
          </a:p>
          <a:p>
            <a:pPr indent="0" lvl="0" marL="0" rtl="0" algn="l">
              <a:lnSpc>
                <a:spcPct val="100000"/>
              </a:lnSpc>
              <a:spcBef>
                <a:spcPts val="304"/>
              </a:spcBef>
              <a:spcAft>
                <a:spcPts val="0"/>
              </a:spcAft>
              <a:buClr>
                <a:schemeClr val="dk1"/>
              </a:buClr>
              <a:buSzPct val="100000"/>
              <a:buNone/>
            </a:pPr>
            <a:r>
              <a:rPr lang="es-MX"/>
              <a:t>        mov  Ax,3E8h        ; 1000 = 3E8h </a:t>
            </a:r>
            <a:endParaRPr/>
          </a:p>
          <a:p>
            <a:pPr indent="0" lvl="0" marL="0" rtl="0" algn="l">
              <a:lnSpc>
                <a:spcPct val="100000"/>
              </a:lnSpc>
              <a:spcBef>
                <a:spcPts val="304"/>
              </a:spcBef>
              <a:spcAft>
                <a:spcPts val="0"/>
              </a:spcAft>
              <a:buClr>
                <a:schemeClr val="dk1"/>
              </a:buClr>
              <a:buSzPct val="100000"/>
              <a:buNone/>
            </a:pPr>
            <a:r>
              <a:rPr lang="es-MX"/>
              <a:t>        mov  bx,6Fh         ; 111 = 6Fh</a:t>
            </a:r>
            <a:endParaRPr/>
          </a:p>
          <a:p>
            <a:pPr indent="0" lvl="0" marL="0" rtl="0" algn="l">
              <a:lnSpc>
                <a:spcPct val="100000"/>
              </a:lnSpc>
              <a:spcBef>
                <a:spcPts val="304"/>
              </a:spcBef>
              <a:spcAft>
                <a:spcPts val="0"/>
              </a:spcAft>
              <a:buClr>
                <a:schemeClr val="dk1"/>
              </a:buClr>
              <a:buSzPct val="100000"/>
              <a:buNone/>
            </a:pPr>
            <a:r>
              <a:rPr lang="es-MX"/>
              <a:t>        mul  bx             ; 111000 = 1B198h =&gt; DX=1h y AX =B198</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        mov     ah, 0 </a:t>
            </a:r>
            <a:endParaRPr/>
          </a:p>
          <a:p>
            <a:pPr indent="0" lvl="0" marL="0" rtl="0" algn="l">
              <a:lnSpc>
                <a:spcPct val="100000"/>
              </a:lnSpc>
              <a:spcBef>
                <a:spcPts val="304"/>
              </a:spcBef>
              <a:spcAft>
                <a:spcPts val="0"/>
              </a:spcAft>
              <a:buClr>
                <a:schemeClr val="dk1"/>
              </a:buClr>
              <a:buSzPct val="100000"/>
              <a:buNone/>
            </a:pPr>
            <a:r>
              <a:rPr lang="es-MX"/>
              <a:t>        int     16h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ret</a:t>
            </a:r>
            <a:endParaRPr/>
          </a:p>
        </p:txBody>
      </p:sp>
      <p:sp>
        <p:nvSpPr>
          <p:cNvPr id="2514" name="Google Shape;2514;p3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515" name="Google Shape;2515;p3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9" name="Shape 2519"/>
        <p:cNvGrpSpPr/>
        <p:nvPr/>
      </p:nvGrpSpPr>
      <p:grpSpPr>
        <a:xfrm>
          <a:off x="0" y="0"/>
          <a:ext cx="0" cy="0"/>
          <a:chOff x="0" y="0"/>
          <a:chExt cx="0" cy="0"/>
        </a:xfrm>
      </p:grpSpPr>
      <p:sp>
        <p:nvSpPr>
          <p:cNvPr id="2520" name="Google Shape;2520;p3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PUSH</a:t>
            </a:r>
            <a:endParaRPr/>
          </a:p>
        </p:txBody>
      </p:sp>
      <p:sp>
        <p:nvSpPr>
          <p:cNvPr id="2521" name="Google Shape;2521;p3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Introduce palabra en pila</a:t>
            </a:r>
            <a:endParaRPr/>
          </a:p>
          <a:p>
            <a:pPr indent="-342900" lvl="0" marL="342900" rtl="0" algn="l">
              <a:lnSpc>
                <a:spcPct val="100000"/>
              </a:lnSpc>
              <a:spcBef>
                <a:spcPts val="640"/>
              </a:spcBef>
              <a:spcAft>
                <a:spcPts val="0"/>
              </a:spcAft>
              <a:buClr>
                <a:schemeClr val="dk1"/>
              </a:buClr>
              <a:buSzPts val="3200"/>
              <a:buChar char="•"/>
            </a:pPr>
            <a:r>
              <a:rPr lang="es-MX"/>
              <a:t>Operación: La instrucción PUSH decrementa SP(ESP) en 2, y el operando es colocado en la parte superior de la pila.</a:t>
            </a:r>
            <a:endParaRPr/>
          </a:p>
          <a:p>
            <a:pPr indent="-342900" lvl="0" marL="342900" rtl="0" algn="l">
              <a:lnSpc>
                <a:spcPct val="100000"/>
              </a:lnSpc>
              <a:spcBef>
                <a:spcPts val="640"/>
              </a:spcBef>
              <a:spcAft>
                <a:spcPts val="0"/>
              </a:spcAft>
              <a:buClr>
                <a:schemeClr val="dk1"/>
              </a:buClr>
              <a:buSzPts val="3200"/>
              <a:buChar char="•"/>
            </a:pPr>
            <a:r>
              <a:rPr lang="es-MX"/>
              <a:t>Sintaxis: PUSH fuente</a:t>
            </a:r>
            <a:endParaRPr/>
          </a:p>
        </p:txBody>
      </p:sp>
      <p:sp>
        <p:nvSpPr>
          <p:cNvPr id="2522" name="Google Shape;2522;p3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523" name="Google Shape;2523;p3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8" name="Shape 2528"/>
        <p:cNvGrpSpPr/>
        <p:nvPr/>
      </p:nvGrpSpPr>
      <p:grpSpPr>
        <a:xfrm>
          <a:off x="0" y="0"/>
          <a:ext cx="0" cy="0"/>
          <a:chOff x="0" y="0"/>
          <a:chExt cx="0" cy="0"/>
        </a:xfrm>
      </p:grpSpPr>
      <p:sp>
        <p:nvSpPr>
          <p:cNvPr id="2529" name="Google Shape;2529;p321"/>
          <p:cNvSpPr txBox="1"/>
          <p:nvPr/>
        </p:nvSpPr>
        <p:spPr>
          <a:xfrm>
            <a:off x="0" y="0"/>
            <a:ext cx="48196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DE MANEJO DE LA PILA </a:t>
            </a:r>
            <a:endParaRPr b="0" i="0" sz="1400" u="none" cap="none" strike="noStrike">
              <a:solidFill>
                <a:srgbClr val="000000"/>
              </a:solidFill>
              <a:latin typeface="Arial"/>
              <a:ea typeface="Arial"/>
              <a:cs typeface="Arial"/>
              <a:sym typeface="Arial"/>
            </a:endParaRPr>
          </a:p>
        </p:txBody>
      </p:sp>
      <p:sp>
        <p:nvSpPr>
          <p:cNvPr id="2530" name="Google Shape;2530;p321"/>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531" name="Google Shape;2531;p321"/>
          <p:cNvSpPr/>
          <p:nvPr/>
        </p:nvSpPr>
        <p:spPr>
          <a:xfrm>
            <a:off x="395288" y="844550"/>
            <a:ext cx="8353425" cy="3387725"/>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PUSH (introduce en la pila)</a:t>
            </a:r>
            <a:br>
              <a:rPr b="0" i="0" lang="es-MX" sz="1800" u="none" cap="none" strike="noStrike">
                <a:solidFill>
                  <a:schemeClr val="dk1"/>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PUSH origen</a:t>
            </a:r>
            <a:br>
              <a:rPr b="0" i="0" lang="es-MX" sz="1800" u="none" cap="none" strike="noStrike">
                <a:solidFill>
                  <a:srgbClr val="0000FF"/>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    -    -    -     -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Decrementa el puntero de pila (SP) en 2 y luego transfiere la palabra especificada en el operando origen a la cima de la pila. El registro CS aquí se puede especificar como origen.</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Ejemplo</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push cs </a:t>
            </a:r>
            <a:endParaRPr b="0" i="0" sz="1400" u="none" cap="none" strike="noStrike">
              <a:solidFill>
                <a:srgbClr val="000000"/>
              </a:solidFill>
              <a:latin typeface="Arial"/>
              <a:ea typeface="Arial"/>
              <a:cs typeface="Arial"/>
              <a:sym typeface="Arial"/>
            </a:endParaRPr>
          </a:p>
        </p:txBody>
      </p:sp>
      <p:sp>
        <p:nvSpPr>
          <p:cNvPr id="2532" name="Google Shape;2532;p3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533" name="Google Shape;2533;p3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8" name="Shape 2538"/>
        <p:cNvGrpSpPr/>
        <p:nvPr/>
      </p:nvGrpSpPr>
      <p:grpSpPr>
        <a:xfrm>
          <a:off x="0" y="0"/>
          <a:ext cx="0" cy="0"/>
          <a:chOff x="0" y="0"/>
          <a:chExt cx="0" cy="0"/>
        </a:xfrm>
      </p:grpSpPr>
      <p:sp>
        <p:nvSpPr>
          <p:cNvPr id="2539" name="Google Shape;2539;p322"/>
          <p:cNvSpPr txBox="1"/>
          <p:nvPr/>
        </p:nvSpPr>
        <p:spPr>
          <a:xfrm>
            <a:off x="0" y="0"/>
            <a:ext cx="48196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DE MANEJO DE LA PILA </a:t>
            </a:r>
            <a:endParaRPr b="0" i="0" sz="1400" u="none" cap="none" strike="noStrike">
              <a:solidFill>
                <a:srgbClr val="000000"/>
              </a:solidFill>
              <a:latin typeface="Arial"/>
              <a:ea typeface="Arial"/>
              <a:cs typeface="Arial"/>
              <a:sym typeface="Arial"/>
            </a:endParaRPr>
          </a:p>
        </p:txBody>
      </p:sp>
      <p:sp>
        <p:nvSpPr>
          <p:cNvPr id="2540" name="Google Shape;2540;p322"/>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541" name="Google Shape;2541;p322"/>
          <p:cNvSpPr/>
          <p:nvPr/>
        </p:nvSpPr>
        <p:spPr>
          <a:xfrm>
            <a:off x="323850" y="771525"/>
            <a:ext cx="8497888" cy="3937000"/>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POP (extraer de la pila)</a:t>
            </a:r>
            <a:br>
              <a:rPr b="0" i="0" lang="es-MX" sz="1800" u="none" cap="none" strike="noStrike">
                <a:solidFill>
                  <a:srgbClr val="FF0000"/>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POP destino</a:t>
            </a:r>
            <a:br>
              <a:rPr b="0" i="0" lang="es-MX" sz="1800" u="none" cap="none" strike="noStrike">
                <a:solidFill>
                  <a:srgbClr val="0000FF"/>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    -    -    -     -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Transfiere el elemento palabra que se encuentra en lo alto de la pila (apuntado por SP) al operando destino que a de ser tipo palabra, e incrementa en dos el registro SP.</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Ejemplos: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pop ax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pop pepe </a:t>
            </a: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42" name="Google Shape;2542;p3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543" name="Google Shape;2543;p3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7" name="Shape 2547"/>
        <p:cNvGrpSpPr/>
        <p:nvPr/>
      </p:nvGrpSpPr>
      <p:grpSpPr>
        <a:xfrm>
          <a:off x="0" y="0"/>
          <a:ext cx="0" cy="0"/>
          <a:chOff x="0" y="0"/>
          <a:chExt cx="0" cy="0"/>
        </a:xfrm>
      </p:grpSpPr>
      <p:sp>
        <p:nvSpPr>
          <p:cNvPr id="2548" name="Google Shape;2548;p3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549" name="Google Shape;2549;p3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t/>
            </a:r>
            <a:endParaRPr/>
          </a:p>
          <a:p>
            <a:pPr indent="0" lvl="0" marL="0" rtl="0" algn="l">
              <a:lnSpc>
                <a:spcPct val="100000"/>
              </a:lnSpc>
              <a:spcBef>
                <a:spcPts val="448"/>
              </a:spcBef>
              <a:spcAft>
                <a:spcPts val="0"/>
              </a:spcAft>
              <a:buClr>
                <a:schemeClr val="dk1"/>
              </a:buClr>
              <a:buSzPct val="100000"/>
              <a:buNone/>
            </a:pPr>
            <a:r>
              <a:rPr lang="es-MX"/>
              <a:t>start:  mov ax,03h </a:t>
            </a:r>
            <a:endParaRPr/>
          </a:p>
          <a:p>
            <a:pPr indent="0" lvl="0" marL="0" rtl="0" algn="l">
              <a:lnSpc>
                <a:spcPct val="100000"/>
              </a:lnSpc>
              <a:spcBef>
                <a:spcPts val="448"/>
              </a:spcBef>
              <a:spcAft>
                <a:spcPts val="0"/>
              </a:spcAft>
              <a:buClr>
                <a:schemeClr val="dk1"/>
              </a:buClr>
              <a:buSzPct val="100000"/>
              <a:buNone/>
            </a:pPr>
            <a:r>
              <a:rPr lang="es-MX"/>
              <a:t>        push ax </a:t>
            </a:r>
            <a:endParaRPr/>
          </a:p>
          <a:p>
            <a:pPr indent="0" lvl="0" marL="0" rtl="0" algn="l">
              <a:lnSpc>
                <a:spcPct val="100000"/>
              </a:lnSpc>
              <a:spcBef>
                <a:spcPts val="448"/>
              </a:spcBef>
              <a:spcAft>
                <a:spcPts val="0"/>
              </a:spcAft>
              <a:buClr>
                <a:schemeClr val="dk1"/>
              </a:buClr>
              <a:buSzPct val="100000"/>
              <a:buNone/>
            </a:pPr>
            <a:r>
              <a:rPr lang="es-MX"/>
              <a:t>        xor ax,ax</a:t>
            </a:r>
            <a:endParaRPr/>
          </a:p>
          <a:p>
            <a:pPr indent="0" lvl="0" marL="0" rtl="0" algn="l">
              <a:lnSpc>
                <a:spcPct val="100000"/>
              </a:lnSpc>
              <a:spcBef>
                <a:spcPts val="448"/>
              </a:spcBef>
              <a:spcAft>
                <a:spcPts val="0"/>
              </a:spcAft>
              <a:buClr>
                <a:schemeClr val="dk1"/>
              </a:buClr>
              <a:buSzPct val="100000"/>
              <a:buNone/>
            </a:pPr>
            <a:r>
              <a:rPr lang="es-MX"/>
              <a:t>        pop ax</a:t>
            </a:r>
            <a:endParaRPr/>
          </a:p>
          <a:p>
            <a:pPr indent="0" lvl="0" marL="0" rtl="0" algn="l">
              <a:lnSpc>
                <a:spcPct val="100000"/>
              </a:lnSpc>
              <a:spcBef>
                <a:spcPts val="448"/>
              </a:spcBef>
              <a:spcAft>
                <a:spcPts val="0"/>
              </a:spcAft>
              <a:buClr>
                <a:schemeClr val="dk1"/>
              </a:buClr>
              <a:buSzPct val="100000"/>
              <a:buNone/>
            </a:pPr>
            <a:r>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 </a:t>
            </a:r>
            <a:endParaRPr/>
          </a:p>
        </p:txBody>
      </p:sp>
      <p:sp>
        <p:nvSpPr>
          <p:cNvPr id="2550" name="Google Shape;2550;p3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551" name="Google Shape;2551;p3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5" name="Shape 2555"/>
        <p:cNvGrpSpPr/>
        <p:nvPr/>
      </p:nvGrpSpPr>
      <p:grpSpPr>
        <a:xfrm>
          <a:off x="0" y="0"/>
          <a:ext cx="0" cy="0"/>
          <a:chOff x="0" y="0"/>
          <a:chExt cx="0" cy="0"/>
        </a:xfrm>
      </p:grpSpPr>
      <p:sp>
        <p:nvSpPr>
          <p:cNvPr id="2556" name="Google Shape;2556;p3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557" name="Google Shape;2557;p3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jmp start</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start:  mov ax,03h </a:t>
            </a:r>
            <a:endParaRPr/>
          </a:p>
          <a:p>
            <a:pPr indent="0" lvl="0" marL="0" rtl="0" algn="l">
              <a:lnSpc>
                <a:spcPct val="100000"/>
              </a:lnSpc>
              <a:spcBef>
                <a:spcPts val="256"/>
              </a:spcBef>
              <a:spcAft>
                <a:spcPts val="0"/>
              </a:spcAft>
              <a:buClr>
                <a:schemeClr val="dk1"/>
              </a:buClr>
              <a:buSzPct val="100000"/>
              <a:buNone/>
            </a:pPr>
            <a:r>
              <a:rPr lang="es-MX"/>
              <a:t>        mov bx,02h</a:t>
            </a:r>
            <a:endParaRPr/>
          </a:p>
          <a:p>
            <a:pPr indent="0" lvl="0" marL="0" rtl="0" algn="l">
              <a:lnSpc>
                <a:spcPct val="100000"/>
              </a:lnSpc>
              <a:spcBef>
                <a:spcPts val="256"/>
              </a:spcBef>
              <a:spcAft>
                <a:spcPts val="0"/>
              </a:spcAft>
              <a:buClr>
                <a:schemeClr val="dk1"/>
              </a:buClr>
              <a:buSzPct val="100000"/>
              <a:buNone/>
            </a:pPr>
            <a:r>
              <a:rPr lang="es-MX"/>
              <a:t>        mov cx,01h</a:t>
            </a:r>
            <a:endParaRPr/>
          </a:p>
          <a:p>
            <a:pPr indent="0" lvl="0" marL="0" rtl="0" algn="l">
              <a:lnSpc>
                <a:spcPct val="100000"/>
              </a:lnSpc>
              <a:spcBef>
                <a:spcPts val="256"/>
              </a:spcBef>
              <a:spcAft>
                <a:spcPts val="0"/>
              </a:spcAft>
              <a:buClr>
                <a:schemeClr val="dk1"/>
              </a:buClr>
              <a:buSzPct val="100000"/>
              <a:buNone/>
            </a:pPr>
            <a:r>
              <a:rPr lang="es-MX"/>
              <a:t>        push ax  </a:t>
            </a:r>
            <a:endParaRPr/>
          </a:p>
          <a:p>
            <a:pPr indent="0" lvl="0" marL="0" rtl="0" algn="l">
              <a:lnSpc>
                <a:spcPct val="100000"/>
              </a:lnSpc>
              <a:spcBef>
                <a:spcPts val="256"/>
              </a:spcBef>
              <a:spcAft>
                <a:spcPts val="0"/>
              </a:spcAft>
              <a:buClr>
                <a:schemeClr val="dk1"/>
              </a:buClr>
              <a:buSzPct val="100000"/>
              <a:buNone/>
            </a:pPr>
            <a:r>
              <a:rPr lang="es-MX"/>
              <a:t>        push bx        </a:t>
            </a:r>
            <a:endParaRPr/>
          </a:p>
          <a:p>
            <a:pPr indent="0" lvl="0" marL="0" rtl="0" algn="l">
              <a:lnSpc>
                <a:spcPct val="100000"/>
              </a:lnSpc>
              <a:spcBef>
                <a:spcPts val="256"/>
              </a:spcBef>
              <a:spcAft>
                <a:spcPts val="0"/>
              </a:spcAft>
              <a:buClr>
                <a:schemeClr val="dk1"/>
              </a:buClr>
              <a:buSzPct val="100000"/>
              <a:buNone/>
            </a:pPr>
            <a:r>
              <a:rPr lang="es-MX"/>
              <a:t>        push cx        </a:t>
            </a:r>
            <a:endParaRPr/>
          </a:p>
          <a:p>
            <a:pPr indent="0" lvl="0" marL="0" rtl="0" algn="l">
              <a:lnSpc>
                <a:spcPct val="100000"/>
              </a:lnSpc>
              <a:spcBef>
                <a:spcPts val="256"/>
              </a:spcBef>
              <a:spcAft>
                <a:spcPts val="0"/>
              </a:spcAft>
              <a:buClr>
                <a:schemeClr val="dk1"/>
              </a:buClr>
              <a:buSzPct val="100000"/>
              <a:buNone/>
            </a:pPr>
            <a:r>
              <a:rPr lang="es-MX"/>
              <a:t>        xor ax,ax </a:t>
            </a:r>
            <a:endParaRPr/>
          </a:p>
          <a:p>
            <a:pPr indent="0" lvl="0" marL="0" rtl="0" algn="l">
              <a:lnSpc>
                <a:spcPct val="100000"/>
              </a:lnSpc>
              <a:spcBef>
                <a:spcPts val="256"/>
              </a:spcBef>
              <a:spcAft>
                <a:spcPts val="0"/>
              </a:spcAft>
              <a:buClr>
                <a:schemeClr val="dk1"/>
              </a:buClr>
              <a:buSzPct val="100000"/>
              <a:buNone/>
            </a:pPr>
            <a:r>
              <a:rPr lang="es-MX"/>
              <a:t>        xor bx,bx</a:t>
            </a:r>
            <a:endParaRPr/>
          </a:p>
          <a:p>
            <a:pPr indent="0" lvl="0" marL="0" rtl="0" algn="l">
              <a:lnSpc>
                <a:spcPct val="100000"/>
              </a:lnSpc>
              <a:spcBef>
                <a:spcPts val="256"/>
              </a:spcBef>
              <a:spcAft>
                <a:spcPts val="0"/>
              </a:spcAft>
              <a:buClr>
                <a:schemeClr val="dk1"/>
              </a:buClr>
              <a:buSzPct val="100000"/>
              <a:buNone/>
            </a:pPr>
            <a:r>
              <a:rPr lang="es-MX"/>
              <a:t>        xor cx,cx     </a:t>
            </a:r>
            <a:endParaRPr/>
          </a:p>
          <a:p>
            <a:pPr indent="0" lvl="0" marL="0" rtl="0" algn="l">
              <a:lnSpc>
                <a:spcPct val="100000"/>
              </a:lnSpc>
              <a:spcBef>
                <a:spcPts val="256"/>
              </a:spcBef>
              <a:spcAft>
                <a:spcPts val="0"/>
              </a:spcAft>
              <a:buClr>
                <a:schemeClr val="dk1"/>
              </a:buClr>
              <a:buSzPct val="100000"/>
              <a:buNone/>
            </a:pPr>
            <a:r>
              <a:rPr lang="es-MX"/>
              <a:t>        pop cx</a:t>
            </a:r>
            <a:endParaRPr/>
          </a:p>
          <a:p>
            <a:pPr indent="0" lvl="0" marL="0" rtl="0" algn="l">
              <a:lnSpc>
                <a:spcPct val="100000"/>
              </a:lnSpc>
              <a:spcBef>
                <a:spcPts val="256"/>
              </a:spcBef>
              <a:spcAft>
                <a:spcPts val="0"/>
              </a:spcAft>
              <a:buClr>
                <a:schemeClr val="dk1"/>
              </a:buClr>
              <a:buSzPct val="100000"/>
              <a:buNone/>
            </a:pPr>
            <a:r>
              <a:rPr lang="es-MX"/>
              <a:t>        pop bx</a:t>
            </a:r>
            <a:endParaRPr/>
          </a:p>
          <a:p>
            <a:pPr indent="0" lvl="0" marL="0" rtl="0" algn="l">
              <a:lnSpc>
                <a:spcPct val="100000"/>
              </a:lnSpc>
              <a:spcBef>
                <a:spcPts val="256"/>
              </a:spcBef>
              <a:spcAft>
                <a:spcPts val="0"/>
              </a:spcAft>
              <a:buClr>
                <a:schemeClr val="dk1"/>
              </a:buClr>
              <a:buSzPct val="100000"/>
              <a:buNone/>
            </a:pPr>
            <a:r>
              <a:rPr lang="es-MX"/>
              <a:t>        pop ax                </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        mov     ah, 0 </a:t>
            </a:r>
            <a:endParaRPr/>
          </a:p>
          <a:p>
            <a:pPr indent="0" lvl="0" marL="0" rtl="0" algn="l">
              <a:lnSpc>
                <a:spcPct val="100000"/>
              </a:lnSpc>
              <a:spcBef>
                <a:spcPts val="256"/>
              </a:spcBef>
              <a:spcAft>
                <a:spcPts val="0"/>
              </a:spcAft>
              <a:buClr>
                <a:schemeClr val="dk1"/>
              </a:buClr>
              <a:buSzPct val="100000"/>
              <a:buNone/>
            </a:pPr>
            <a:r>
              <a:rPr lang="es-MX"/>
              <a:t>        int     16h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ret </a:t>
            </a:r>
            <a:endParaRPr/>
          </a:p>
          <a:p>
            <a:pPr indent="0" lvl="0" marL="0" rtl="0" algn="l">
              <a:lnSpc>
                <a:spcPct val="100000"/>
              </a:lnSpc>
              <a:spcBef>
                <a:spcPts val="256"/>
              </a:spcBef>
              <a:spcAft>
                <a:spcPts val="0"/>
              </a:spcAft>
              <a:buClr>
                <a:schemeClr val="dk1"/>
              </a:buClr>
              <a:buSzPct val="100000"/>
              <a:buNone/>
            </a:pPr>
            <a:r>
              <a:t/>
            </a:r>
            <a:endParaRPr/>
          </a:p>
        </p:txBody>
      </p:sp>
      <p:sp>
        <p:nvSpPr>
          <p:cNvPr id="2558" name="Google Shape;2558;p3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559" name="Google Shape;2559;p3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3" name="Shape 2563"/>
        <p:cNvGrpSpPr/>
        <p:nvPr/>
      </p:nvGrpSpPr>
      <p:grpSpPr>
        <a:xfrm>
          <a:off x="0" y="0"/>
          <a:ext cx="0" cy="0"/>
          <a:chOff x="0" y="0"/>
          <a:chExt cx="0" cy="0"/>
        </a:xfrm>
      </p:grpSpPr>
      <p:sp>
        <p:nvSpPr>
          <p:cNvPr id="2564" name="Google Shape;2564;p3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565" name="Google Shape;2565;p3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jmp start</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start:  mov ax,03h </a:t>
            </a:r>
            <a:endParaRPr/>
          </a:p>
          <a:p>
            <a:pPr indent="0" lvl="0" marL="0" rtl="0" algn="l">
              <a:lnSpc>
                <a:spcPct val="100000"/>
              </a:lnSpc>
              <a:spcBef>
                <a:spcPts val="256"/>
              </a:spcBef>
              <a:spcAft>
                <a:spcPts val="0"/>
              </a:spcAft>
              <a:buClr>
                <a:schemeClr val="dk1"/>
              </a:buClr>
              <a:buSzPct val="100000"/>
              <a:buNone/>
            </a:pPr>
            <a:r>
              <a:rPr lang="es-MX"/>
              <a:t>        mov bx,02h</a:t>
            </a:r>
            <a:endParaRPr/>
          </a:p>
          <a:p>
            <a:pPr indent="0" lvl="0" marL="0" rtl="0" algn="l">
              <a:lnSpc>
                <a:spcPct val="100000"/>
              </a:lnSpc>
              <a:spcBef>
                <a:spcPts val="256"/>
              </a:spcBef>
              <a:spcAft>
                <a:spcPts val="0"/>
              </a:spcAft>
              <a:buClr>
                <a:schemeClr val="dk1"/>
              </a:buClr>
              <a:buSzPct val="100000"/>
              <a:buNone/>
            </a:pPr>
            <a:r>
              <a:rPr lang="es-MX"/>
              <a:t>        mov cx,01h</a:t>
            </a:r>
            <a:endParaRPr/>
          </a:p>
          <a:p>
            <a:pPr indent="0" lvl="0" marL="0" rtl="0" algn="l">
              <a:lnSpc>
                <a:spcPct val="100000"/>
              </a:lnSpc>
              <a:spcBef>
                <a:spcPts val="256"/>
              </a:spcBef>
              <a:spcAft>
                <a:spcPts val="0"/>
              </a:spcAft>
              <a:buClr>
                <a:schemeClr val="dk1"/>
              </a:buClr>
              <a:buSzPct val="100000"/>
              <a:buNone/>
            </a:pPr>
            <a:r>
              <a:rPr lang="es-MX"/>
              <a:t>        push ax  </a:t>
            </a:r>
            <a:endParaRPr/>
          </a:p>
          <a:p>
            <a:pPr indent="0" lvl="0" marL="0" rtl="0" algn="l">
              <a:lnSpc>
                <a:spcPct val="100000"/>
              </a:lnSpc>
              <a:spcBef>
                <a:spcPts val="256"/>
              </a:spcBef>
              <a:spcAft>
                <a:spcPts val="0"/>
              </a:spcAft>
              <a:buClr>
                <a:schemeClr val="dk1"/>
              </a:buClr>
              <a:buSzPct val="100000"/>
              <a:buNone/>
            </a:pPr>
            <a:r>
              <a:rPr lang="es-MX"/>
              <a:t>        push bx        </a:t>
            </a:r>
            <a:endParaRPr/>
          </a:p>
          <a:p>
            <a:pPr indent="0" lvl="0" marL="0" rtl="0" algn="l">
              <a:lnSpc>
                <a:spcPct val="100000"/>
              </a:lnSpc>
              <a:spcBef>
                <a:spcPts val="256"/>
              </a:spcBef>
              <a:spcAft>
                <a:spcPts val="0"/>
              </a:spcAft>
              <a:buClr>
                <a:schemeClr val="dk1"/>
              </a:buClr>
              <a:buSzPct val="100000"/>
              <a:buNone/>
            </a:pPr>
            <a:r>
              <a:rPr lang="es-MX"/>
              <a:t>        push cx        </a:t>
            </a:r>
            <a:endParaRPr/>
          </a:p>
          <a:p>
            <a:pPr indent="0" lvl="0" marL="0" rtl="0" algn="l">
              <a:lnSpc>
                <a:spcPct val="100000"/>
              </a:lnSpc>
              <a:spcBef>
                <a:spcPts val="256"/>
              </a:spcBef>
              <a:spcAft>
                <a:spcPts val="0"/>
              </a:spcAft>
              <a:buClr>
                <a:schemeClr val="dk1"/>
              </a:buClr>
              <a:buSzPct val="100000"/>
              <a:buNone/>
            </a:pPr>
            <a:r>
              <a:rPr lang="es-MX"/>
              <a:t>        xor ax,ax </a:t>
            </a:r>
            <a:endParaRPr/>
          </a:p>
          <a:p>
            <a:pPr indent="0" lvl="0" marL="0" rtl="0" algn="l">
              <a:lnSpc>
                <a:spcPct val="100000"/>
              </a:lnSpc>
              <a:spcBef>
                <a:spcPts val="256"/>
              </a:spcBef>
              <a:spcAft>
                <a:spcPts val="0"/>
              </a:spcAft>
              <a:buClr>
                <a:schemeClr val="dk1"/>
              </a:buClr>
              <a:buSzPct val="100000"/>
              <a:buNone/>
            </a:pPr>
            <a:r>
              <a:rPr lang="es-MX"/>
              <a:t>        xor bx,bx</a:t>
            </a:r>
            <a:endParaRPr/>
          </a:p>
          <a:p>
            <a:pPr indent="0" lvl="0" marL="0" rtl="0" algn="l">
              <a:lnSpc>
                <a:spcPct val="100000"/>
              </a:lnSpc>
              <a:spcBef>
                <a:spcPts val="256"/>
              </a:spcBef>
              <a:spcAft>
                <a:spcPts val="0"/>
              </a:spcAft>
              <a:buClr>
                <a:schemeClr val="dk1"/>
              </a:buClr>
              <a:buSzPct val="100000"/>
              <a:buNone/>
            </a:pPr>
            <a:r>
              <a:rPr lang="es-MX"/>
              <a:t>        xor cx,cx     </a:t>
            </a:r>
            <a:endParaRPr/>
          </a:p>
          <a:p>
            <a:pPr indent="0" lvl="0" marL="0" rtl="0" algn="l">
              <a:lnSpc>
                <a:spcPct val="100000"/>
              </a:lnSpc>
              <a:spcBef>
                <a:spcPts val="256"/>
              </a:spcBef>
              <a:spcAft>
                <a:spcPts val="0"/>
              </a:spcAft>
              <a:buClr>
                <a:schemeClr val="dk1"/>
              </a:buClr>
              <a:buSzPct val="100000"/>
              <a:buNone/>
            </a:pPr>
            <a:r>
              <a:rPr lang="es-MX"/>
              <a:t>        pop ax</a:t>
            </a:r>
            <a:endParaRPr/>
          </a:p>
          <a:p>
            <a:pPr indent="0" lvl="0" marL="0" rtl="0" algn="l">
              <a:lnSpc>
                <a:spcPct val="100000"/>
              </a:lnSpc>
              <a:spcBef>
                <a:spcPts val="256"/>
              </a:spcBef>
              <a:spcAft>
                <a:spcPts val="0"/>
              </a:spcAft>
              <a:buClr>
                <a:schemeClr val="dk1"/>
              </a:buClr>
              <a:buSzPct val="100000"/>
              <a:buNone/>
            </a:pPr>
            <a:r>
              <a:rPr lang="es-MX"/>
              <a:t>        pop bx</a:t>
            </a:r>
            <a:endParaRPr/>
          </a:p>
          <a:p>
            <a:pPr indent="0" lvl="0" marL="0" rtl="0" algn="l">
              <a:lnSpc>
                <a:spcPct val="100000"/>
              </a:lnSpc>
              <a:spcBef>
                <a:spcPts val="256"/>
              </a:spcBef>
              <a:spcAft>
                <a:spcPts val="0"/>
              </a:spcAft>
              <a:buClr>
                <a:schemeClr val="dk1"/>
              </a:buClr>
              <a:buSzPct val="100000"/>
              <a:buNone/>
            </a:pPr>
            <a:r>
              <a:rPr lang="es-MX"/>
              <a:t>        pop cx                </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        mov     ah, 0 </a:t>
            </a:r>
            <a:endParaRPr/>
          </a:p>
          <a:p>
            <a:pPr indent="0" lvl="0" marL="0" rtl="0" algn="l">
              <a:lnSpc>
                <a:spcPct val="100000"/>
              </a:lnSpc>
              <a:spcBef>
                <a:spcPts val="256"/>
              </a:spcBef>
              <a:spcAft>
                <a:spcPts val="0"/>
              </a:spcAft>
              <a:buClr>
                <a:schemeClr val="dk1"/>
              </a:buClr>
              <a:buSzPct val="100000"/>
              <a:buNone/>
            </a:pPr>
            <a:r>
              <a:rPr lang="es-MX"/>
              <a:t>        int     16h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ret </a:t>
            </a:r>
            <a:endParaRPr/>
          </a:p>
          <a:p>
            <a:pPr indent="0" lvl="0" marL="0" rtl="0" algn="l">
              <a:lnSpc>
                <a:spcPct val="100000"/>
              </a:lnSpc>
              <a:spcBef>
                <a:spcPts val="256"/>
              </a:spcBef>
              <a:spcAft>
                <a:spcPts val="0"/>
              </a:spcAft>
              <a:buClr>
                <a:schemeClr val="dk1"/>
              </a:buClr>
              <a:buSzPct val="100000"/>
              <a:buNone/>
            </a:pPr>
            <a:r>
              <a:t/>
            </a:r>
            <a:endParaRPr/>
          </a:p>
        </p:txBody>
      </p:sp>
      <p:sp>
        <p:nvSpPr>
          <p:cNvPr id="2566" name="Google Shape;2566;p3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567" name="Google Shape;2567;p3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1" name="Shape 2571"/>
        <p:cNvGrpSpPr/>
        <p:nvPr/>
      </p:nvGrpSpPr>
      <p:grpSpPr>
        <a:xfrm>
          <a:off x="0" y="0"/>
          <a:ext cx="0" cy="0"/>
          <a:chOff x="0" y="0"/>
          <a:chExt cx="0" cy="0"/>
        </a:xfrm>
      </p:grpSpPr>
      <p:sp>
        <p:nvSpPr>
          <p:cNvPr id="2572" name="Google Shape;2572;p326"/>
          <p:cNvSpPr txBox="1"/>
          <p:nvPr>
            <p:ph idx="1" type="body"/>
          </p:nvPr>
        </p:nvSpPr>
        <p:spPr>
          <a:xfrm>
            <a:off x="457200" y="260648"/>
            <a:ext cx="8229600" cy="6264696"/>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jmp start</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start:  mov ax,03h</a:t>
            </a:r>
            <a:endParaRPr/>
          </a:p>
          <a:p>
            <a:pPr indent="0" lvl="0" marL="0" rtl="0" algn="l">
              <a:lnSpc>
                <a:spcPct val="100000"/>
              </a:lnSpc>
              <a:spcBef>
                <a:spcPts val="256"/>
              </a:spcBef>
              <a:spcAft>
                <a:spcPts val="0"/>
              </a:spcAft>
              <a:buClr>
                <a:schemeClr val="dk1"/>
              </a:buClr>
              <a:buSzPct val="100000"/>
              <a:buNone/>
            </a:pPr>
            <a:r>
              <a:rPr lang="es-MX"/>
              <a:t>        mov bx,05h</a:t>
            </a:r>
            <a:endParaRPr/>
          </a:p>
          <a:p>
            <a:pPr indent="0" lvl="0" marL="0" rtl="0" algn="l">
              <a:lnSpc>
                <a:spcPct val="100000"/>
              </a:lnSpc>
              <a:spcBef>
                <a:spcPts val="256"/>
              </a:spcBef>
              <a:spcAft>
                <a:spcPts val="0"/>
              </a:spcAft>
              <a:buClr>
                <a:schemeClr val="dk1"/>
              </a:buClr>
              <a:buSzPct val="100000"/>
              <a:buNone/>
            </a:pPr>
            <a:r>
              <a:rPr lang="es-MX"/>
              <a:t>        mov cx,07h</a:t>
            </a:r>
            <a:endParaRPr/>
          </a:p>
          <a:p>
            <a:pPr indent="0" lvl="0" marL="0" rtl="0" algn="l">
              <a:lnSpc>
                <a:spcPct val="100000"/>
              </a:lnSpc>
              <a:spcBef>
                <a:spcPts val="256"/>
              </a:spcBef>
              <a:spcAft>
                <a:spcPts val="0"/>
              </a:spcAft>
              <a:buClr>
                <a:schemeClr val="dk1"/>
              </a:buClr>
              <a:buSzPct val="100000"/>
              <a:buNone/>
            </a:pPr>
            <a:r>
              <a:rPr lang="es-MX"/>
              <a:t>        mov dx,08h   </a:t>
            </a:r>
            <a:endParaRPr/>
          </a:p>
          <a:p>
            <a:pPr indent="0" lvl="0" marL="0" rtl="0" algn="l">
              <a:lnSpc>
                <a:spcPct val="100000"/>
              </a:lnSpc>
              <a:spcBef>
                <a:spcPts val="256"/>
              </a:spcBef>
              <a:spcAft>
                <a:spcPts val="0"/>
              </a:spcAft>
              <a:buClr>
                <a:schemeClr val="dk1"/>
              </a:buClr>
              <a:buSzPct val="100000"/>
              <a:buNone/>
            </a:pPr>
            <a:r>
              <a:rPr lang="es-MX"/>
              <a:t>        call ojala</a:t>
            </a:r>
            <a:endParaRPr/>
          </a:p>
          <a:p>
            <a:pPr indent="0" lvl="0" marL="0" rtl="0" algn="l">
              <a:lnSpc>
                <a:spcPct val="100000"/>
              </a:lnSpc>
              <a:spcBef>
                <a:spcPts val="256"/>
              </a:spcBef>
              <a:spcAft>
                <a:spcPts val="0"/>
              </a:spcAft>
              <a:buClr>
                <a:schemeClr val="dk1"/>
              </a:buClr>
              <a:buSzPct val="100000"/>
              <a:buNone/>
            </a:pPr>
            <a:r>
              <a:rPr lang="es-MX"/>
              <a:t>        jmp hola</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ojala:  push ax </a:t>
            </a:r>
            <a:endParaRPr/>
          </a:p>
          <a:p>
            <a:pPr indent="0" lvl="0" marL="0" rtl="0" algn="l">
              <a:lnSpc>
                <a:spcPct val="100000"/>
              </a:lnSpc>
              <a:spcBef>
                <a:spcPts val="256"/>
              </a:spcBef>
              <a:spcAft>
                <a:spcPts val="0"/>
              </a:spcAft>
              <a:buClr>
                <a:schemeClr val="dk1"/>
              </a:buClr>
              <a:buSzPct val="100000"/>
              <a:buNone/>
            </a:pPr>
            <a:r>
              <a:rPr lang="es-MX"/>
              <a:t>        push bx </a:t>
            </a:r>
            <a:endParaRPr/>
          </a:p>
          <a:p>
            <a:pPr indent="0" lvl="0" marL="0" rtl="0" algn="l">
              <a:lnSpc>
                <a:spcPct val="100000"/>
              </a:lnSpc>
              <a:spcBef>
                <a:spcPts val="256"/>
              </a:spcBef>
              <a:spcAft>
                <a:spcPts val="0"/>
              </a:spcAft>
              <a:buClr>
                <a:schemeClr val="dk1"/>
              </a:buClr>
              <a:buSzPct val="100000"/>
              <a:buNone/>
            </a:pPr>
            <a:r>
              <a:rPr lang="es-MX"/>
              <a:t>        push cx </a:t>
            </a:r>
            <a:endParaRPr/>
          </a:p>
          <a:p>
            <a:pPr indent="0" lvl="0" marL="0" rtl="0" algn="l">
              <a:lnSpc>
                <a:spcPct val="100000"/>
              </a:lnSpc>
              <a:spcBef>
                <a:spcPts val="256"/>
              </a:spcBef>
              <a:spcAft>
                <a:spcPts val="0"/>
              </a:spcAft>
              <a:buClr>
                <a:schemeClr val="dk1"/>
              </a:buClr>
              <a:buSzPct val="100000"/>
              <a:buNone/>
            </a:pPr>
            <a:r>
              <a:rPr lang="es-MX"/>
              <a:t>        push dx                         </a:t>
            </a:r>
            <a:endParaRPr/>
          </a:p>
          <a:p>
            <a:pPr indent="0" lvl="0" marL="0" rtl="0" algn="l">
              <a:lnSpc>
                <a:spcPct val="100000"/>
              </a:lnSpc>
              <a:spcBef>
                <a:spcPts val="256"/>
              </a:spcBef>
              <a:spcAft>
                <a:spcPts val="0"/>
              </a:spcAft>
              <a:buClr>
                <a:schemeClr val="dk1"/>
              </a:buClr>
              <a:buSzPct val="100000"/>
              <a:buNone/>
            </a:pPr>
            <a:r>
              <a:rPr lang="es-MX"/>
              <a:t>        xor ax,ax</a:t>
            </a:r>
            <a:endParaRPr/>
          </a:p>
          <a:p>
            <a:pPr indent="0" lvl="0" marL="0" rtl="0" algn="l">
              <a:lnSpc>
                <a:spcPct val="100000"/>
              </a:lnSpc>
              <a:spcBef>
                <a:spcPts val="256"/>
              </a:spcBef>
              <a:spcAft>
                <a:spcPts val="0"/>
              </a:spcAft>
              <a:buClr>
                <a:schemeClr val="dk1"/>
              </a:buClr>
              <a:buSzPct val="100000"/>
              <a:buNone/>
            </a:pPr>
            <a:r>
              <a:rPr lang="es-MX"/>
              <a:t>        xor bx,bx</a:t>
            </a:r>
            <a:endParaRPr/>
          </a:p>
          <a:p>
            <a:pPr indent="0" lvl="0" marL="0" rtl="0" algn="l">
              <a:lnSpc>
                <a:spcPct val="100000"/>
              </a:lnSpc>
              <a:spcBef>
                <a:spcPts val="256"/>
              </a:spcBef>
              <a:spcAft>
                <a:spcPts val="0"/>
              </a:spcAft>
              <a:buClr>
                <a:schemeClr val="dk1"/>
              </a:buClr>
              <a:buSzPct val="100000"/>
              <a:buNone/>
            </a:pPr>
            <a:r>
              <a:rPr lang="es-MX"/>
              <a:t>        xor cx,cx</a:t>
            </a:r>
            <a:endParaRPr/>
          </a:p>
          <a:p>
            <a:pPr indent="0" lvl="0" marL="0" rtl="0" algn="l">
              <a:lnSpc>
                <a:spcPct val="100000"/>
              </a:lnSpc>
              <a:spcBef>
                <a:spcPts val="256"/>
              </a:spcBef>
              <a:spcAft>
                <a:spcPts val="0"/>
              </a:spcAft>
              <a:buClr>
                <a:schemeClr val="dk1"/>
              </a:buClr>
              <a:buSzPct val="100000"/>
              <a:buNone/>
            </a:pPr>
            <a:r>
              <a:rPr lang="es-MX"/>
              <a:t>        xor dx,dx                        </a:t>
            </a:r>
            <a:endParaRPr/>
          </a:p>
          <a:p>
            <a:pPr indent="0" lvl="0" marL="0" rtl="0" algn="l">
              <a:lnSpc>
                <a:spcPct val="100000"/>
              </a:lnSpc>
              <a:spcBef>
                <a:spcPts val="256"/>
              </a:spcBef>
              <a:spcAft>
                <a:spcPts val="0"/>
              </a:spcAft>
              <a:buClr>
                <a:schemeClr val="dk1"/>
              </a:buClr>
              <a:buSzPct val="100000"/>
              <a:buNone/>
            </a:pPr>
            <a:r>
              <a:rPr lang="es-MX"/>
              <a:t>        pop dx </a:t>
            </a:r>
            <a:endParaRPr/>
          </a:p>
          <a:p>
            <a:pPr indent="0" lvl="0" marL="0" rtl="0" algn="l">
              <a:lnSpc>
                <a:spcPct val="100000"/>
              </a:lnSpc>
              <a:spcBef>
                <a:spcPts val="256"/>
              </a:spcBef>
              <a:spcAft>
                <a:spcPts val="0"/>
              </a:spcAft>
              <a:buClr>
                <a:schemeClr val="dk1"/>
              </a:buClr>
              <a:buSzPct val="100000"/>
              <a:buNone/>
            </a:pPr>
            <a:r>
              <a:rPr lang="es-MX"/>
              <a:t>        pop cx</a:t>
            </a:r>
            <a:endParaRPr/>
          </a:p>
          <a:p>
            <a:pPr indent="0" lvl="0" marL="0" rtl="0" algn="l">
              <a:lnSpc>
                <a:spcPct val="100000"/>
              </a:lnSpc>
              <a:spcBef>
                <a:spcPts val="256"/>
              </a:spcBef>
              <a:spcAft>
                <a:spcPts val="0"/>
              </a:spcAft>
              <a:buClr>
                <a:schemeClr val="dk1"/>
              </a:buClr>
              <a:buSzPct val="100000"/>
              <a:buNone/>
            </a:pPr>
            <a:r>
              <a:rPr lang="es-MX"/>
              <a:t>        pop bx</a:t>
            </a:r>
            <a:endParaRPr/>
          </a:p>
          <a:p>
            <a:pPr indent="0" lvl="0" marL="0" rtl="0" algn="l">
              <a:lnSpc>
                <a:spcPct val="100000"/>
              </a:lnSpc>
              <a:spcBef>
                <a:spcPts val="256"/>
              </a:spcBef>
              <a:spcAft>
                <a:spcPts val="0"/>
              </a:spcAft>
              <a:buClr>
                <a:schemeClr val="dk1"/>
              </a:buClr>
              <a:buSzPct val="100000"/>
              <a:buNone/>
            </a:pPr>
            <a:r>
              <a:rPr lang="es-MX"/>
              <a:t>        pop ax</a:t>
            </a:r>
            <a:endParaRPr/>
          </a:p>
          <a:p>
            <a:pPr indent="0" lvl="0" marL="0" rtl="0" algn="l">
              <a:lnSpc>
                <a:spcPct val="100000"/>
              </a:lnSpc>
              <a:spcBef>
                <a:spcPts val="256"/>
              </a:spcBef>
              <a:spcAft>
                <a:spcPts val="0"/>
              </a:spcAft>
              <a:buClr>
                <a:schemeClr val="dk1"/>
              </a:buClr>
              <a:buSzPct val="100000"/>
              <a:buNone/>
            </a:pPr>
            <a:r>
              <a:rPr lang="es-MX"/>
              <a:t>        ret</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hola:   mov     ah, 0 </a:t>
            </a:r>
            <a:endParaRPr/>
          </a:p>
          <a:p>
            <a:pPr indent="0" lvl="0" marL="0" rtl="0" algn="l">
              <a:lnSpc>
                <a:spcPct val="100000"/>
              </a:lnSpc>
              <a:spcBef>
                <a:spcPts val="256"/>
              </a:spcBef>
              <a:spcAft>
                <a:spcPts val="0"/>
              </a:spcAft>
              <a:buClr>
                <a:schemeClr val="dk1"/>
              </a:buClr>
              <a:buSzPct val="100000"/>
              <a:buNone/>
            </a:pPr>
            <a:r>
              <a:rPr lang="es-MX"/>
              <a:t>        int     16h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ret </a:t>
            </a:r>
            <a:endParaRPr/>
          </a:p>
        </p:txBody>
      </p:sp>
      <p:sp>
        <p:nvSpPr>
          <p:cNvPr id="2573" name="Google Shape;2573;p3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574" name="Google Shape;2574;p3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8" name="Shape 2578"/>
        <p:cNvGrpSpPr/>
        <p:nvPr/>
      </p:nvGrpSpPr>
      <p:grpSpPr>
        <a:xfrm>
          <a:off x="0" y="0"/>
          <a:ext cx="0" cy="0"/>
          <a:chOff x="0" y="0"/>
          <a:chExt cx="0" cy="0"/>
        </a:xfrm>
      </p:grpSpPr>
      <p:sp>
        <p:nvSpPr>
          <p:cNvPr id="2579" name="Google Shape;2579;p3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PUSHA</a:t>
            </a:r>
            <a:endParaRPr/>
          </a:p>
        </p:txBody>
      </p:sp>
      <p:sp>
        <p:nvSpPr>
          <p:cNvPr id="2580" name="Google Shape;2580;p3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Introduce todos los registros generales</a:t>
            </a:r>
            <a:endParaRPr/>
          </a:p>
          <a:p>
            <a:pPr indent="-342900" lvl="0" marL="342900" rtl="0" algn="just">
              <a:lnSpc>
                <a:spcPct val="100000"/>
              </a:lnSpc>
              <a:spcBef>
                <a:spcPts val="640"/>
              </a:spcBef>
              <a:spcAft>
                <a:spcPts val="0"/>
              </a:spcAft>
              <a:buClr>
                <a:schemeClr val="dk1"/>
              </a:buClr>
              <a:buSzPts val="3200"/>
              <a:buChar char="•"/>
            </a:pPr>
            <a:r>
              <a:rPr lang="es-MX"/>
              <a:t>Descripción: La instrucción PUSHA guarda el contenido de los ocho registros de propósito general AX,CX,DX,BX, SP, BP, SI y DI en la pila.</a:t>
            </a:r>
            <a:endParaRPr/>
          </a:p>
        </p:txBody>
      </p:sp>
      <p:sp>
        <p:nvSpPr>
          <p:cNvPr id="2581" name="Google Shape;2581;p3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582" name="Google Shape;2582;p3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6" name="Shape 2586"/>
        <p:cNvGrpSpPr/>
        <p:nvPr/>
      </p:nvGrpSpPr>
      <p:grpSpPr>
        <a:xfrm>
          <a:off x="0" y="0"/>
          <a:ext cx="0" cy="0"/>
          <a:chOff x="0" y="0"/>
          <a:chExt cx="0" cy="0"/>
        </a:xfrm>
      </p:grpSpPr>
      <p:sp>
        <p:nvSpPr>
          <p:cNvPr id="2587" name="Google Shape;2587;p3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588" name="Google Shape;2588;p3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jmp start</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start:  mov ax,03h </a:t>
            </a:r>
            <a:endParaRPr/>
          </a:p>
          <a:p>
            <a:pPr indent="0" lvl="0" marL="0" rtl="0" algn="l">
              <a:lnSpc>
                <a:spcPct val="100000"/>
              </a:lnSpc>
              <a:spcBef>
                <a:spcPts val="304"/>
              </a:spcBef>
              <a:spcAft>
                <a:spcPts val="0"/>
              </a:spcAft>
              <a:buClr>
                <a:schemeClr val="dk1"/>
              </a:buClr>
              <a:buSzPct val="100000"/>
              <a:buNone/>
            </a:pPr>
            <a:r>
              <a:rPr lang="es-MX"/>
              <a:t>        mov bx,04h</a:t>
            </a:r>
            <a:endParaRPr/>
          </a:p>
          <a:p>
            <a:pPr indent="0" lvl="0" marL="0" rtl="0" algn="l">
              <a:lnSpc>
                <a:spcPct val="100000"/>
              </a:lnSpc>
              <a:spcBef>
                <a:spcPts val="304"/>
              </a:spcBef>
              <a:spcAft>
                <a:spcPts val="0"/>
              </a:spcAft>
              <a:buClr>
                <a:schemeClr val="dk1"/>
              </a:buClr>
              <a:buSzPct val="100000"/>
              <a:buNone/>
            </a:pPr>
            <a:r>
              <a:rPr lang="es-MX"/>
              <a:t>        mov cx,05h</a:t>
            </a:r>
            <a:endParaRPr/>
          </a:p>
          <a:p>
            <a:pPr indent="0" lvl="0" marL="0" rtl="0" algn="l">
              <a:lnSpc>
                <a:spcPct val="100000"/>
              </a:lnSpc>
              <a:spcBef>
                <a:spcPts val="304"/>
              </a:spcBef>
              <a:spcAft>
                <a:spcPts val="0"/>
              </a:spcAft>
              <a:buClr>
                <a:schemeClr val="dk1"/>
              </a:buClr>
              <a:buSzPct val="100000"/>
              <a:buNone/>
            </a:pPr>
            <a:r>
              <a:rPr lang="es-MX"/>
              <a:t>        mov dx,06h                        </a:t>
            </a:r>
            <a:endParaRPr/>
          </a:p>
          <a:p>
            <a:pPr indent="0" lvl="0" marL="0" rtl="0" algn="l">
              <a:lnSpc>
                <a:spcPct val="100000"/>
              </a:lnSpc>
              <a:spcBef>
                <a:spcPts val="304"/>
              </a:spcBef>
              <a:spcAft>
                <a:spcPts val="0"/>
              </a:spcAft>
              <a:buClr>
                <a:schemeClr val="dk1"/>
              </a:buClr>
              <a:buSzPct val="100000"/>
              <a:buNone/>
            </a:pPr>
            <a:r>
              <a:rPr lang="es-MX"/>
              <a:t>        pusha </a:t>
            </a:r>
            <a:endParaRPr/>
          </a:p>
          <a:p>
            <a:pPr indent="0" lvl="0" marL="0" rtl="0" algn="l">
              <a:lnSpc>
                <a:spcPct val="100000"/>
              </a:lnSpc>
              <a:spcBef>
                <a:spcPts val="304"/>
              </a:spcBef>
              <a:spcAft>
                <a:spcPts val="0"/>
              </a:spcAft>
              <a:buClr>
                <a:schemeClr val="dk1"/>
              </a:buClr>
              <a:buSzPct val="100000"/>
              <a:buNone/>
            </a:pPr>
            <a:r>
              <a:rPr lang="es-MX"/>
              <a:t>        xor ax,ax</a:t>
            </a:r>
            <a:endParaRPr/>
          </a:p>
          <a:p>
            <a:pPr indent="0" lvl="0" marL="0" rtl="0" algn="l">
              <a:lnSpc>
                <a:spcPct val="100000"/>
              </a:lnSpc>
              <a:spcBef>
                <a:spcPts val="304"/>
              </a:spcBef>
              <a:spcAft>
                <a:spcPts val="0"/>
              </a:spcAft>
              <a:buClr>
                <a:schemeClr val="dk1"/>
              </a:buClr>
              <a:buSzPct val="100000"/>
              <a:buNone/>
            </a:pPr>
            <a:r>
              <a:rPr lang="es-MX"/>
              <a:t>        xor bx,bx</a:t>
            </a:r>
            <a:endParaRPr/>
          </a:p>
          <a:p>
            <a:pPr indent="0" lvl="0" marL="0" rtl="0" algn="l">
              <a:lnSpc>
                <a:spcPct val="100000"/>
              </a:lnSpc>
              <a:spcBef>
                <a:spcPts val="304"/>
              </a:spcBef>
              <a:spcAft>
                <a:spcPts val="0"/>
              </a:spcAft>
              <a:buClr>
                <a:schemeClr val="dk1"/>
              </a:buClr>
              <a:buSzPct val="100000"/>
              <a:buNone/>
            </a:pPr>
            <a:r>
              <a:rPr lang="es-MX"/>
              <a:t>        xor cx,cx</a:t>
            </a:r>
            <a:endParaRPr/>
          </a:p>
          <a:p>
            <a:pPr indent="0" lvl="0" marL="0" rtl="0" algn="l">
              <a:lnSpc>
                <a:spcPct val="100000"/>
              </a:lnSpc>
              <a:spcBef>
                <a:spcPts val="304"/>
              </a:spcBef>
              <a:spcAft>
                <a:spcPts val="0"/>
              </a:spcAft>
              <a:buClr>
                <a:schemeClr val="dk1"/>
              </a:buClr>
              <a:buSzPct val="100000"/>
              <a:buNone/>
            </a:pPr>
            <a:r>
              <a:rPr lang="es-MX"/>
              <a:t>        xor dx,dx                        </a:t>
            </a:r>
            <a:endParaRPr/>
          </a:p>
          <a:p>
            <a:pPr indent="0" lvl="0" marL="0" rtl="0" algn="l">
              <a:lnSpc>
                <a:spcPct val="100000"/>
              </a:lnSpc>
              <a:spcBef>
                <a:spcPts val="304"/>
              </a:spcBef>
              <a:spcAft>
                <a:spcPts val="0"/>
              </a:spcAft>
              <a:buClr>
                <a:schemeClr val="dk1"/>
              </a:buClr>
              <a:buSzPct val="100000"/>
              <a:buNone/>
            </a:pPr>
            <a:r>
              <a:rPr lang="es-MX"/>
              <a:t>        popa </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        mov     ah, 0 </a:t>
            </a:r>
            <a:endParaRPr/>
          </a:p>
          <a:p>
            <a:pPr indent="0" lvl="0" marL="0" rtl="0" algn="l">
              <a:lnSpc>
                <a:spcPct val="100000"/>
              </a:lnSpc>
              <a:spcBef>
                <a:spcPts val="304"/>
              </a:spcBef>
              <a:spcAft>
                <a:spcPts val="0"/>
              </a:spcAft>
              <a:buClr>
                <a:schemeClr val="dk1"/>
              </a:buClr>
              <a:buSzPct val="100000"/>
              <a:buNone/>
            </a:pPr>
            <a:r>
              <a:rPr lang="es-MX"/>
              <a:t>        int     16h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ret</a:t>
            </a:r>
            <a:endParaRPr/>
          </a:p>
        </p:txBody>
      </p:sp>
      <p:sp>
        <p:nvSpPr>
          <p:cNvPr id="2589" name="Google Shape;2589;p3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590" name="Google Shape;2590;p3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4" name="Shape 2594"/>
        <p:cNvGrpSpPr/>
        <p:nvPr/>
      </p:nvGrpSpPr>
      <p:grpSpPr>
        <a:xfrm>
          <a:off x="0" y="0"/>
          <a:ext cx="0" cy="0"/>
          <a:chOff x="0" y="0"/>
          <a:chExt cx="0" cy="0"/>
        </a:xfrm>
      </p:grpSpPr>
      <p:sp>
        <p:nvSpPr>
          <p:cNvPr id="2595" name="Google Shape;2595;p3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PUSHF</a:t>
            </a:r>
            <a:endParaRPr/>
          </a:p>
        </p:txBody>
      </p:sp>
      <p:sp>
        <p:nvSpPr>
          <p:cNvPr id="2596" name="Google Shape;2596;p3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Introduce registro de señalizadores en la pila</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2597" name="Google Shape;2597;p3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598" name="Google Shape;2598;p3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2" name="Shape 2602"/>
        <p:cNvGrpSpPr/>
        <p:nvPr/>
      </p:nvGrpSpPr>
      <p:grpSpPr>
        <a:xfrm>
          <a:off x="0" y="0"/>
          <a:ext cx="0" cy="0"/>
          <a:chOff x="0" y="0"/>
          <a:chExt cx="0" cy="0"/>
        </a:xfrm>
      </p:grpSpPr>
      <p:sp>
        <p:nvSpPr>
          <p:cNvPr id="2603" name="Google Shape;2603;p3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604" name="Google Shape;2604;p3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jmp start</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start:  mov ax,03h</a:t>
            </a:r>
            <a:endParaRPr/>
          </a:p>
          <a:p>
            <a:pPr indent="0" lvl="0" marL="0" rtl="0" algn="l">
              <a:lnSpc>
                <a:spcPct val="100000"/>
              </a:lnSpc>
              <a:spcBef>
                <a:spcPts val="352"/>
              </a:spcBef>
              <a:spcAft>
                <a:spcPts val="0"/>
              </a:spcAft>
              <a:buClr>
                <a:schemeClr val="dk1"/>
              </a:buClr>
              <a:buSzPct val="100000"/>
              <a:buNone/>
            </a:pPr>
            <a:r>
              <a:rPr lang="es-MX"/>
              <a:t>        mov bx,04h</a:t>
            </a:r>
            <a:endParaRPr/>
          </a:p>
          <a:p>
            <a:pPr indent="0" lvl="0" marL="0" rtl="0" algn="l">
              <a:lnSpc>
                <a:spcPct val="100000"/>
              </a:lnSpc>
              <a:spcBef>
                <a:spcPts val="352"/>
              </a:spcBef>
              <a:spcAft>
                <a:spcPts val="0"/>
              </a:spcAft>
              <a:buClr>
                <a:schemeClr val="dk1"/>
              </a:buClr>
              <a:buSzPct val="100000"/>
              <a:buNone/>
            </a:pPr>
            <a:r>
              <a:rPr lang="es-MX"/>
              <a:t>        sub ax,bx   </a:t>
            </a:r>
            <a:endParaRPr/>
          </a:p>
          <a:p>
            <a:pPr indent="0" lvl="0" marL="0" rtl="0" algn="l">
              <a:lnSpc>
                <a:spcPct val="100000"/>
              </a:lnSpc>
              <a:spcBef>
                <a:spcPts val="352"/>
              </a:spcBef>
              <a:spcAft>
                <a:spcPts val="0"/>
              </a:spcAft>
              <a:buClr>
                <a:schemeClr val="dk1"/>
              </a:buClr>
              <a:buSzPct val="100000"/>
              <a:buNone/>
            </a:pPr>
            <a:r>
              <a:rPr lang="es-MX"/>
              <a:t>        LAHF</a:t>
            </a:r>
            <a:endParaRPr/>
          </a:p>
          <a:p>
            <a:pPr indent="0" lvl="0" marL="0" rtl="0" algn="l">
              <a:lnSpc>
                <a:spcPct val="100000"/>
              </a:lnSpc>
              <a:spcBef>
                <a:spcPts val="352"/>
              </a:spcBef>
              <a:spcAft>
                <a:spcPts val="0"/>
              </a:spcAft>
              <a:buClr>
                <a:schemeClr val="dk1"/>
              </a:buClr>
              <a:buSzPct val="100000"/>
              <a:buNone/>
            </a:pPr>
            <a:r>
              <a:rPr lang="es-MX"/>
              <a:t>        pushf  </a:t>
            </a:r>
            <a:endParaRPr/>
          </a:p>
          <a:p>
            <a:pPr indent="0" lvl="0" marL="0" rtl="0" algn="l">
              <a:lnSpc>
                <a:spcPct val="100000"/>
              </a:lnSpc>
              <a:spcBef>
                <a:spcPts val="352"/>
              </a:spcBef>
              <a:spcAft>
                <a:spcPts val="0"/>
              </a:spcAft>
              <a:buClr>
                <a:schemeClr val="dk1"/>
              </a:buClr>
              <a:buSzPct val="100000"/>
              <a:buNone/>
            </a:pPr>
            <a:r>
              <a:rPr lang="es-MX"/>
              <a:t>        add ax,bx</a:t>
            </a:r>
            <a:endParaRPr/>
          </a:p>
          <a:p>
            <a:pPr indent="0" lvl="0" marL="0" rtl="0" algn="l">
              <a:lnSpc>
                <a:spcPct val="100000"/>
              </a:lnSpc>
              <a:spcBef>
                <a:spcPts val="352"/>
              </a:spcBef>
              <a:spcAft>
                <a:spcPts val="0"/>
              </a:spcAft>
              <a:buClr>
                <a:schemeClr val="dk1"/>
              </a:buClr>
              <a:buSzPct val="100000"/>
              <a:buNone/>
            </a:pPr>
            <a:r>
              <a:rPr lang="es-MX"/>
              <a:t>        popf </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ret </a:t>
            </a:r>
            <a:endParaRPr/>
          </a:p>
        </p:txBody>
      </p:sp>
      <p:sp>
        <p:nvSpPr>
          <p:cNvPr id="2605" name="Google Shape;2605;p3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606" name="Google Shape;2606;p3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0" name="Shape 2610"/>
        <p:cNvGrpSpPr/>
        <p:nvPr/>
      </p:nvGrpSpPr>
      <p:grpSpPr>
        <a:xfrm>
          <a:off x="0" y="0"/>
          <a:ext cx="0" cy="0"/>
          <a:chOff x="0" y="0"/>
          <a:chExt cx="0" cy="0"/>
        </a:xfrm>
      </p:grpSpPr>
      <p:sp>
        <p:nvSpPr>
          <p:cNvPr id="2611" name="Google Shape;2611;p331"/>
          <p:cNvSpPr txBox="1"/>
          <p:nvPr>
            <p:ph idx="1" type="body"/>
          </p:nvPr>
        </p:nvSpPr>
        <p:spPr>
          <a:xfrm>
            <a:off x="457200" y="260648"/>
            <a:ext cx="8229600" cy="612068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jmp start</a:t>
            </a:r>
            <a:endParaRPr/>
          </a:p>
          <a:p>
            <a:pPr indent="0" lvl="0" marL="0" rtl="0" algn="l">
              <a:lnSpc>
                <a:spcPct val="100000"/>
              </a:lnSpc>
              <a:spcBef>
                <a:spcPts val="352"/>
              </a:spcBef>
              <a:spcAft>
                <a:spcPts val="0"/>
              </a:spcAft>
              <a:buClr>
                <a:schemeClr val="dk1"/>
              </a:buClr>
              <a:buSzPct val="100000"/>
              <a:buNone/>
            </a:pPr>
            <a:r>
              <a:rPr lang="es-MX"/>
              <a:t>start:  MOv ax,01h</a:t>
            </a:r>
            <a:endParaRPr/>
          </a:p>
          <a:p>
            <a:pPr indent="0" lvl="0" marL="0" rtl="0" algn="l">
              <a:lnSpc>
                <a:spcPct val="100000"/>
              </a:lnSpc>
              <a:spcBef>
                <a:spcPts val="352"/>
              </a:spcBef>
              <a:spcAft>
                <a:spcPts val="0"/>
              </a:spcAft>
              <a:buClr>
                <a:schemeClr val="dk1"/>
              </a:buClr>
              <a:buSzPct val="100000"/>
              <a:buNone/>
            </a:pPr>
            <a:r>
              <a:rPr lang="es-MX"/>
              <a:t>        mov bx,02h</a:t>
            </a:r>
            <a:endParaRPr/>
          </a:p>
          <a:p>
            <a:pPr indent="0" lvl="0" marL="0" rtl="0" algn="l">
              <a:lnSpc>
                <a:spcPct val="100000"/>
              </a:lnSpc>
              <a:spcBef>
                <a:spcPts val="352"/>
              </a:spcBef>
              <a:spcAft>
                <a:spcPts val="0"/>
              </a:spcAft>
              <a:buClr>
                <a:schemeClr val="dk1"/>
              </a:buClr>
              <a:buSzPct val="100000"/>
              <a:buNone/>
            </a:pPr>
            <a:r>
              <a:rPr lang="es-MX"/>
              <a:t>        mov cx,05h</a:t>
            </a:r>
            <a:endParaRPr/>
          </a:p>
          <a:p>
            <a:pPr indent="0" lvl="0" marL="0" rtl="0" algn="l">
              <a:lnSpc>
                <a:spcPct val="100000"/>
              </a:lnSpc>
              <a:spcBef>
                <a:spcPts val="352"/>
              </a:spcBef>
              <a:spcAft>
                <a:spcPts val="0"/>
              </a:spcAft>
              <a:buClr>
                <a:schemeClr val="dk1"/>
              </a:buClr>
              <a:buSzPct val="100000"/>
              <a:buNone/>
            </a:pPr>
            <a:r>
              <a:rPr lang="es-MX"/>
              <a:t>        mov dx,07h</a:t>
            </a:r>
            <a:endParaRPr/>
          </a:p>
          <a:p>
            <a:pPr indent="0" lvl="0" marL="0" rtl="0" algn="l">
              <a:lnSpc>
                <a:spcPct val="100000"/>
              </a:lnSpc>
              <a:spcBef>
                <a:spcPts val="352"/>
              </a:spcBef>
              <a:spcAft>
                <a:spcPts val="0"/>
              </a:spcAft>
              <a:buClr>
                <a:schemeClr val="dk1"/>
              </a:buClr>
              <a:buSzPct val="100000"/>
              <a:buNone/>
            </a:pPr>
            <a:r>
              <a:rPr lang="es-MX"/>
              <a:t>        call fun</a:t>
            </a:r>
            <a:endParaRPr/>
          </a:p>
          <a:p>
            <a:pPr indent="0" lvl="0" marL="0" rtl="0" algn="l">
              <a:lnSpc>
                <a:spcPct val="100000"/>
              </a:lnSpc>
              <a:spcBef>
                <a:spcPts val="352"/>
              </a:spcBef>
              <a:spcAft>
                <a:spcPts val="0"/>
              </a:spcAft>
              <a:buClr>
                <a:schemeClr val="dk1"/>
              </a:buClr>
              <a:buSzPct val="100000"/>
              <a:buNone/>
            </a:pPr>
            <a:r>
              <a:rPr lang="es-MX"/>
              <a:t>        jmp fin </a:t>
            </a:r>
            <a:endParaRPr/>
          </a:p>
          <a:p>
            <a:pPr indent="0" lvl="0" marL="0" rtl="0" algn="l">
              <a:lnSpc>
                <a:spcPct val="100000"/>
              </a:lnSpc>
              <a:spcBef>
                <a:spcPts val="352"/>
              </a:spcBef>
              <a:spcAft>
                <a:spcPts val="0"/>
              </a:spcAft>
              <a:buClr>
                <a:schemeClr val="dk1"/>
              </a:buClr>
              <a:buSzPct val="100000"/>
              <a:buNone/>
            </a:pPr>
            <a:r>
              <a:rPr lang="es-MX"/>
              <a:t>fun:        </a:t>
            </a:r>
            <a:endParaRPr/>
          </a:p>
          <a:p>
            <a:pPr indent="0" lvl="0" marL="0" rtl="0" algn="l">
              <a:lnSpc>
                <a:spcPct val="100000"/>
              </a:lnSpc>
              <a:spcBef>
                <a:spcPts val="352"/>
              </a:spcBef>
              <a:spcAft>
                <a:spcPts val="0"/>
              </a:spcAft>
              <a:buClr>
                <a:schemeClr val="dk1"/>
              </a:buClr>
              <a:buSzPct val="100000"/>
              <a:buNone/>
            </a:pPr>
            <a:r>
              <a:rPr lang="es-MX"/>
              <a:t>        pusha </a:t>
            </a:r>
            <a:endParaRPr/>
          </a:p>
          <a:p>
            <a:pPr indent="0" lvl="0" marL="0" rtl="0" algn="l">
              <a:lnSpc>
                <a:spcPct val="100000"/>
              </a:lnSpc>
              <a:spcBef>
                <a:spcPts val="352"/>
              </a:spcBef>
              <a:spcAft>
                <a:spcPts val="0"/>
              </a:spcAft>
              <a:buClr>
                <a:schemeClr val="dk1"/>
              </a:buClr>
              <a:buSzPct val="100000"/>
              <a:buNone/>
            </a:pPr>
            <a:r>
              <a:rPr lang="es-MX"/>
              <a:t>        pushf  </a:t>
            </a:r>
            <a:endParaRPr/>
          </a:p>
          <a:p>
            <a:pPr indent="0" lvl="0" marL="0" rtl="0" algn="l">
              <a:lnSpc>
                <a:spcPct val="100000"/>
              </a:lnSpc>
              <a:spcBef>
                <a:spcPts val="352"/>
              </a:spcBef>
              <a:spcAft>
                <a:spcPts val="0"/>
              </a:spcAft>
              <a:buClr>
                <a:schemeClr val="dk1"/>
              </a:buClr>
              <a:buSzPct val="100000"/>
              <a:buNone/>
            </a:pPr>
            <a:r>
              <a:rPr lang="es-MX"/>
              <a:t>        xor ax,ax</a:t>
            </a:r>
            <a:endParaRPr/>
          </a:p>
          <a:p>
            <a:pPr indent="0" lvl="0" marL="0" rtl="0" algn="l">
              <a:lnSpc>
                <a:spcPct val="100000"/>
              </a:lnSpc>
              <a:spcBef>
                <a:spcPts val="352"/>
              </a:spcBef>
              <a:spcAft>
                <a:spcPts val="0"/>
              </a:spcAft>
              <a:buClr>
                <a:schemeClr val="dk1"/>
              </a:buClr>
              <a:buSzPct val="100000"/>
              <a:buNone/>
            </a:pPr>
            <a:r>
              <a:rPr lang="es-MX"/>
              <a:t>        xor bx,bx</a:t>
            </a:r>
            <a:endParaRPr/>
          </a:p>
          <a:p>
            <a:pPr indent="0" lvl="0" marL="0" rtl="0" algn="l">
              <a:lnSpc>
                <a:spcPct val="100000"/>
              </a:lnSpc>
              <a:spcBef>
                <a:spcPts val="352"/>
              </a:spcBef>
              <a:spcAft>
                <a:spcPts val="0"/>
              </a:spcAft>
              <a:buClr>
                <a:schemeClr val="dk1"/>
              </a:buClr>
              <a:buSzPct val="100000"/>
              <a:buNone/>
            </a:pPr>
            <a:r>
              <a:rPr lang="es-MX"/>
              <a:t>        xor cx,cx</a:t>
            </a:r>
            <a:endParaRPr/>
          </a:p>
          <a:p>
            <a:pPr indent="0" lvl="0" marL="0" rtl="0" algn="l">
              <a:lnSpc>
                <a:spcPct val="100000"/>
              </a:lnSpc>
              <a:spcBef>
                <a:spcPts val="352"/>
              </a:spcBef>
              <a:spcAft>
                <a:spcPts val="0"/>
              </a:spcAft>
              <a:buClr>
                <a:schemeClr val="dk1"/>
              </a:buClr>
              <a:buSzPct val="100000"/>
              <a:buNone/>
            </a:pPr>
            <a:r>
              <a:rPr lang="es-MX"/>
              <a:t>        add dx,01h </a:t>
            </a:r>
            <a:endParaRPr/>
          </a:p>
          <a:p>
            <a:pPr indent="0" lvl="0" marL="0" rtl="0" algn="l">
              <a:lnSpc>
                <a:spcPct val="100000"/>
              </a:lnSpc>
              <a:spcBef>
                <a:spcPts val="352"/>
              </a:spcBef>
              <a:spcAft>
                <a:spcPts val="0"/>
              </a:spcAft>
              <a:buClr>
                <a:schemeClr val="dk1"/>
              </a:buClr>
              <a:buSzPct val="100000"/>
              <a:buNone/>
            </a:pPr>
            <a:r>
              <a:rPr lang="es-MX"/>
              <a:t>        popf </a:t>
            </a:r>
            <a:endParaRPr/>
          </a:p>
          <a:p>
            <a:pPr indent="0" lvl="0" marL="0" rtl="0" algn="l">
              <a:lnSpc>
                <a:spcPct val="100000"/>
              </a:lnSpc>
              <a:spcBef>
                <a:spcPts val="352"/>
              </a:spcBef>
              <a:spcAft>
                <a:spcPts val="0"/>
              </a:spcAft>
              <a:buClr>
                <a:schemeClr val="dk1"/>
              </a:buClr>
              <a:buSzPct val="100000"/>
              <a:buNone/>
            </a:pPr>
            <a:r>
              <a:rPr lang="es-MX"/>
              <a:t>        popa </a:t>
            </a:r>
            <a:endParaRPr/>
          </a:p>
          <a:p>
            <a:pPr indent="0" lvl="0" marL="0" rtl="0" algn="l">
              <a:lnSpc>
                <a:spcPct val="100000"/>
              </a:lnSpc>
              <a:spcBef>
                <a:spcPts val="352"/>
              </a:spcBef>
              <a:spcAft>
                <a:spcPts val="0"/>
              </a:spcAft>
              <a:buClr>
                <a:schemeClr val="dk1"/>
              </a:buClr>
              <a:buSzPct val="100000"/>
              <a:buNone/>
            </a:pPr>
            <a:r>
              <a:rPr lang="es-MX"/>
              <a:t>        ret</a:t>
            </a:r>
            <a:endParaRPr/>
          </a:p>
          <a:p>
            <a:pPr indent="0" lvl="0" marL="0" rtl="0" algn="l">
              <a:lnSpc>
                <a:spcPct val="100000"/>
              </a:lnSpc>
              <a:spcBef>
                <a:spcPts val="352"/>
              </a:spcBef>
              <a:spcAft>
                <a:spcPts val="0"/>
              </a:spcAft>
              <a:buClr>
                <a:schemeClr val="dk1"/>
              </a:buClr>
              <a:buSzPct val="100000"/>
              <a:buNone/>
            </a:pPr>
            <a:r>
              <a:rPr lang="es-MX"/>
              <a:t>fin: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ret</a:t>
            </a:r>
            <a:endParaRPr/>
          </a:p>
        </p:txBody>
      </p:sp>
      <p:sp>
        <p:nvSpPr>
          <p:cNvPr id="2612" name="Google Shape;2612;p3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613" name="Google Shape;2613;p3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7" name="Shape 2617"/>
        <p:cNvGrpSpPr/>
        <p:nvPr/>
      </p:nvGrpSpPr>
      <p:grpSpPr>
        <a:xfrm>
          <a:off x="0" y="0"/>
          <a:ext cx="0" cy="0"/>
          <a:chOff x="0" y="0"/>
          <a:chExt cx="0" cy="0"/>
        </a:xfrm>
      </p:grpSpPr>
      <p:sp>
        <p:nvSpPr>
          <p:cNvPr id="2618" name="Google Shape;2618;p332"/>
          <p:cNvSpPr txBox="1"/>
          <p:nvPr>
            <p:ph type="title"/>
          </p:nvPr>
        </p:nvSpPr>
        <p:spPr>
          <a:xfrm>
            <a:off x="457200" y="274638"/>
            <a:ext cx="8229600" cy="418058"/>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Ejemplo int 21h</a:t>
            </a:r>
            <a:endParaRPr/>
          </a:p>
        </p:txBody>
      </p:sp>
      <p:sp>
        <p:nvSpPr>
          <p:cNvPr id="2619" name="Google Shape;2619;p332"/>
          <p:cNvSpPr txBox="1"/>
          <p:nvPr>
            <p:ph idx="1" type="body"/>
          </p:nvPr>
        </p:nvSpPr>
        <p:spPr>
          <a:xfrm>
            <a:off x="457200" y="908720"/>
            <a:ext cx="8229600" cy="561662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050"/>
              <a:buNone/>
            </a:pPr>
            <a:r>
              <a:rPr lang="es-MX" sz="1050"/>
              <a:t>org 100h</a:t>
            </a:r>
            <a:endParaRPr/>
          </a:p>
          <a:p>
            <a:pPr indent="0" lvl="0" marL="0" rtl="0" algn="l">
              <a:lnSpc>
                <a:spcPct val="100000"/>
              </a:lnSpc>
              <a:spcBef>
                <a:spcPts val="210"/>
              </a:spcBef>
              <a:spcAft>
                <a:spcPts val="0"/>
              </a:spcAft>
              <a:buClr>
                <a:schemeClr val="dk1"/>
              </a:buClr>
              <a:buSzPts val="1050"/>
              <a:buNone/>
            </a:pPr>
            <a:r>
              <a:rPr lang="es-MX" sz="1050"/>
              <a:t>        jmp start</a:t>
            </a:r>
            <a:endParaRPr sz="1050"/>
          </a:p>
          <a:p>
            <a:pPr indent="0" lvl="0" marL="0" rtl="0" algn="l">
              <a:lnSpc>
                <a:spcPct val="100000"/>
              </a:lnSpc>
              <a:spcBef>
                <a:spcPts val="210"/>
              </a:spcBef>
              <a:spcAft>
                <a:spcPts val="0"/>
              </a:spcAft>
              <a:buClr>
                <a:schemeClr val="dk1"/>
              </a:buClr>
              <a:buSzPts val="1050"/>
              <a:buNone/>
            </a:pPr>
            <a:r>
              <a:rPr lang="es-MX" sz="1050"/>
              <a:t>msg1:    db      "Hola a todos", 0Dh,0Ah, 24h        </a:t>
            </a:r>
            <a:endParaRPr/>
          </a:p>
          <a:p>
            <a:pPr indent="0" lvl="0" marL="0" rtl="0" algn="l">
              <a:lnSpc>
                <a:spcPct val="100000"/>
              </a:lnSpc>
              <a:spcBef>
                <a:spcPts val="210"/>
              </a:spcBef>
              <a:spcAft>
                <a:spcPts val="0"/>
              </a:spcAft>
              <a:buClr>
                <a:schemeClr val="dk1"/>
              </a:buClr>
              <a:buSzPts val="1050"/>
              <a:buNone/>
            </a:pPr>
            <a:r>
              <a:rPr lang="es-MX" sz="1050"/>
              <a:t>msg2:    db      "Espero esten bien", 0Dh,0Ah, 24h   </a:t>
            </a:r>
            <a:endParaRPr/>
          </a:p>
          <a:p>
            <a:pPr indent="0" lvl="0" marL="0" rtl="0" algn="l">
              <a:lnSpc>
                <a:spcPct val="100000"/>
              </a:lnSpc>
              <a:spcBef>
                <a:spcPts val="210"/>
              </a:spcBef>
              <a:spcAft>
                <a:spcPts val="0"/>
              </a:spcAft>
              <a:buClr>
                <a:schemeClr val="dk1"/>
              </a:buClr>
              <a:buSzPts val="1050"/>
              <a:buNone/>
            </a:pPr>
            <a:r>
              <a:rPr lang="es-MX" sz="1050"/>
              <a:t>msg3:    db      "introduce un numero", 0Dh,0Ah, 24h</a:t>
            </a:r>
            <a:endParaRPr/>
          </a:p>
          <a:p>
            <a:pPr indent="0" lvl="0" marL="0" rtl="0" algn="l">
              <a:lnSpc>
                <a:spcPct val="100000"/>
              </a:lnSpc>
              <a:spcBef>
                <a:spcPts val="210"/>
              </a:spcBef>
              <a:spcAft>
                <a:spcPts val="0"/>
              </a:spcAft>
              <a:buClr>
                <a:schemeClr val="dk1"/>
              </a:buClr>
              <a:buSzPts val="1050"/>
              <a:buNone/>
            </a:pPr>
            <a:r>
              <a:t/>
            </a:r>
            <a:endParaRPr sz="1050"/>
          </a:p>
          <a:p>
            <a:pPr indent="0" lvl="0" marL="0" rtl="0" algn="l">
              <a:lnSpc>
                <a:spcPct val="100000"/>
              </a:lnSpc>
              <a:spcBef>
                <a:spcPts val="210"/>
              </a:spcBef>
              <a:spcAft>
                <a:spcPts val="0"/>
              </a:spcAft>
              <a:buClr>
                <a:schemeClr val="dk1"/>
              </a:buClr>
              <a:buSzPts val="1050"/>
              <a:buNone/>
            </a:pPr>
            <a:r>
              <a:rPr lang="es-MX" sz="1050"/>
              <a:t>start:  mov     dx, msg1</a:t>
            </a:r>
            <a:endParaRPr/>
          </a:p>
          <a:p>
            <a:pPr indent="0" lvl="0" marL="0" rtl="0" algn="l">
              <a:lnSpc>
                <a:spcPct val="100000"/>
              </a:lnSpc>
              <a:spcBef>
                <a:spcPts val="210"/>
              </a:spcBef>
              <a:spcAft>
                <a:spcPts val="0"/>
              </a:spcAft>
              <a:buClr>
                <a:schemeClr val="dk1"/>
              </a:buClr>
              <a:buSzPts val="1050"/>
              <a:buNone/>
            </a:pPr>
            <a:r>
              <a:rPr lang="es-MX" sz="1050"/>
              <a:t>        mov     ah, 09h </a:t>
            </a:r>
            <a:endParaRPr/>
          </a:p>
          <a:p>
            <a:pPr indent="0" lvl="0" marL="0" rtl="0" algn="l">
              <a:lnSpc>
                <a:spcPct val="100000"/>
              </a:lnSpc>
              <a:spcBef>
                <a:spcPts val="210"/>
              </a:spcBef>
              <a:spcAft>
                <a:spcPts val="0"/>
              </a:spcAft>
              <a:buClr>
                <a:schemeClr val="dk1"/>
              </a:buClr>
              <a:buSzPts val="1050"/>
              <a:buNone/>
            </a:pPr>
            <a:r>
              <a:rPr lang="es-MX" sz="1050"/>
              <a:t>        int     21h  </a:t>
            </a:r>
            <a:endParaRPr/>
          </a:p>
          <a:p>
            <a:pPr indent="0" lvl="0" marL="0" rtl="0" algn="l">
              <a:lnSpc>
                <a:spcPct val="100000"/>
              </a:lnSpc>
              <a:spcBef>
                <a:spcPts val="210"/>
              </a:spcBef>
              <a:spcAft>
                <a:spcPts val="0"/>
              </a:spcAft>
              <a:buClr>
                <a:schemeClr val="dk1"/>
              </a:buClr>
              <a:buSzPts val="1050"/>
              <a:buNone/>
            </a:pPr>
            <a:r>
              <a:rPr lang="es-MX" sz="1050"/>
              <a:t>        mov     dx, msg2</a:t>
            </a:r>
            <a:endParaRPr/>
          </a:p>
          <a:p>
            <a:pPr indent="0" lvl="0" marL="0" rtl="0" algn="l">
              <a:lnSpc>
                <a:spcPct val="100000"/>
              </a:lnSpc>
              <a:spcBef>
                <a:spcPts val="210"/>
              </a:spcBef>
              <a:spcAft>
                <a:spcPts val="0"/>
              </a:spcAft>
              <a:buClr>
                <a:schemeClr val="dk1"/>
              </a:buClr>
              <a:buSzPts val="1050"/>
              <a:buNone/>
            </a:pPr>
            <a:r>
              <a:rPr lang="es-MX" sz="1050"/>
              <a:t>        mov     ah, 09h </a:t>
            </a:r>
            <a:endParaRPr/>
          </a:p>
          <a:p>
            <a:pPr indent="0" lvl="0" marL="0" rtl="0" algn="l">
              <a:lnSpc>
                <a:spcPct val="100000"/>
              </a:lnSpc>
              <a:spcBef>
                <a:spcPts val="210"/>
              </a:spcBef>
              <a:spcAft>
                <a:spcPts val="0"/>
              </a:spcAft>
              <a:buClr>
                <a:schemeClr val="dk1"/>
              </a:buClr>
              <a:buSzPts val="1050"/>
              <a:buNone/>
            </a:pPr>
            <a:r>
              <a:rPr lang="es-MX" sz="1050"/>
              <a:t>        int     21h </a:t>
            </a:r>
            <a:endParaRPr/>
          </a:p>
          <a:p>
            <a:pPr indent="0" lvl="0" marL="0" rtl="0" algn="l">
              <a:lnSpc>
                <a:spcPct val="100000"/>
              </a:lnSpc>
              <a:spcBef>
                <a:spcPts val="210"/>
              </a:spcBef>
              <a:spcAft>
                <a:spcPts val="0"/>
              </a:spcAft>
              <a:buClr>
                <a:schemeClr val="dk1"/>
              </a:buClr>
              <a:buSzPts val="1050"/>
              <a:buNone/>
            </a:pPr>
            <a:r>
              <a:rPr lang="es-MX" sz="1050"/>
              <a:t>        mov     dx, msg3</a:t>
            </a:r>
            <a:endParaRPr/>
          </a:p>
          <a:p>
            <a:pPr indent="0" lvl="0" marL="0" rtl="0" algn="l">
              <a:lnSpc>
                <a:spcPct val="100000"/>
              </a:lnSpc>
              <a:spcBef>
                <a:spcPts val="210"/>
              </a:spcBef>
              <a:spcAft>
                <a:spcPts val="0"/>
              </a:spcAft>
              <a:buClr>
                <a:schemeClr val="dk1"/>
              </a:buClr>
              <a:buSzPts val="1050"/>
              <a:buNone/>
            </a:pPr>
            <a:r>
              <a:rPr lang="es-MX" sz="1050"/>
              <a:t>        mov     ah, 09h </a:t>
            </a:r>
            <a:endParaRPr/>
          </a:p>
          <a:p>
            <a:pPr indent="0" lvl="0" marL="0" rtl="0" algn="l">
              <a:lnSpc>
                <a:spcPct val="100000"/>
              </a:lnSpc>
              <a:spcBef>
                <a:spcPts val="210"/>
              </a:spcBef>
              <a:spcAft>
                <a:spcPts val="0"/>
              </a:spcAft>
              <a:buClr>
                <a:schemeClr val="dk1"/>
              </a:buClr>
              <a:buSzPts val="1050"/>
              <a:buNone/>
            </a:pPr>
            <a:r>
              <a:rPr lang="es-MX" sz="1050"/>
              <a:t>        int     21h   </a:t>
            </a:r>
            <a:endParaRPr/>
          </a:p>
          <a:p>
            <a:pPr indent="0" lvl="0" marL="0" rtl="0" algn="l">
              <a:lnSpc>
                <a:spcPct val="100000"/>
              </a:lnSpc>
              <a:spcBef>
                <a:spcPts val="210"/>
              </a:spcBef>
              <a:spcAft>
                <a:spcPts val="0"/>
              </a:spcAft>
              <a:buClr>
                <a:schemeClr val="dk1"/>
              </a:buClr>
              <a:buSzPts val="1050"/>
              <a:buNone/>
            </a:pPr>
            <a:r>
              <a:rPr lang="es-MX" sz="1050"/>
              <a:t>        </a:t>
            </a:r>
            <a:endParaRPr/>
          </a:p>
          <a:p>
            <a:pPr indent="0" lvl="0" marL="0" rtl="0" algn="l">
              <a:lnSpc>
                <a:spcPct val="100000"/>
              </a:lnSpc>
              <a:spcBef>
                <a:spcPts val="210"/>
              </a:spcBef>
              <a:spcAft>
                <a:spcPts val="0"/>
              </a:spcAft>
              <a:buClr>
                <a:schemeClr val="dk1"/>
              </a:buClr>
              <a:buSzPts val="1050"/>
              <a:buNone/>
            </a:pPr>
            <a:r>
              <a:rPr lang="es-MX" sz="1050"/>
              <a:t>        mov     ah, 01h         </a:t>
            </a:r>
            <a:endParaRPr/>
          </a:p>
          <a:p>
            <a:pPr indent="0" lvl="0" marL="0" rtl="0" algn="l">
              <a:lnSpc>
                <a:spcPct val="100000"/>
              </a:lnSpc>
              <a:spcBef>
                <a:spcPts val="210"/>
              </a:spcBef>
              <a:spcAft>
                <a:spcPts val="0"/>
              </a:spcAft>
              <a:buClr>
                <a:schemeClr val="dk1"/>
              </a:buClr>
              <a:buSzPts val="1050"/>
              <a:buNone/>
            </a:pPr>
            <a:r>
              <a:rPr lang="es-MX" sz="1050"/>
              <a:t>        int     21h    </a:t>
            </a:r>
            <a:endParaRPr/>
          </a:p>
          <a:p>
            <a:pPr indent="0" lvl="0" marL="0" rtl="0" algn="l">
              <a:lnSpc>
                <a:spcPct val="100000"/>
              </a:lnSpc>
              <a:spcBef>
                <a:spcPts val="210"/>
              </a:spcBef>
              <a:spcAft>
                <a:spcPts val="0"/>
              </a:spcAft>
              <a:buClr>
                <a:schemeClr val="dk1"/>
              </a:buClr>
              <a:buSzPts val="1050"/>
              <a:buNone/>
            </a:pPr>
            <a:r>
              <a:rPr lang="es-MX" sz="1050"/>
              <a:t>        sub     al,30h</a:t>
            </a:r>
            <a:endParaRPr/>
          </a:p>
          <a:p>
            <a:pPr indent="0" lvl="0" marL="0" rtl="0" algn="l">
              <a:lnSpc>
                <a:spcPct val="100000"/>
              </a:lnSpc>
              <a:spcBef>
                <a:spcPts val="210"/>
              </a:spcBef>
              <a:spcAft>
                <a:spcPts val="0"/>
              </a:spcAft>
              <a:buClr>
                <a:schemeClr val="dk1"/>
              </a:buClr>
              <a:buSzPts val="1050"/>
              <a:buNone/>
            </a:pPr>
            <a:r>
              <a:rPr lang="es-MX" sz="1050"/>
              <a:t>        mov     dl,al</a:t>
            </a:r>
            <a:endParaRPr sz="1050"/>
          </a:p>
          <a:p>
            <a:pPr indent="0" lvl="0" marL="0" rtl="0" algn="l">
              <a:lnSpc>
                <a:spcPct val="100000"/>
              </a:lnSpc>
              <a:spcBef>
                <a:spcPts val="210"/>
              </a:spcBef>
              <a:spcAft>
                <a:spcPts val="0"/>
              </a:spcAft>
              <a:buClr>
                <a:schemeClr val="dk1"/>
              </a:buClr>
              <a:buSzPts val="1050"/>
              <a:buNone/>
            </a:pPr>
            <a:r>
              <a:rPr lang="es-MX" sz="1050"/>
              <a:t>        mov     ah, 02h         </a:t>
            </a:r>
            <a:endParaRPr/>
          </a:p>
          <a:p>
            <a:pPr indent="0" lvl="0" marL="0" rtl="0" algn="l">
              <a:lnSpc>
                <a:spcPct val="100000"/>
              </a:lnSpc>
              <a:spcBef>
                <a:spcPts val="210"/>
              </a:spcBef>
              <a:spcAft>
                <a:spcPts val="0"/>
              </a:spcAft>
              <a:buClr>
                <a:schemeClr val="dk1"/>
              </a:buClr>
              <a:buSzPts val="1050"/>
              <a:buNone/>
            </a:pPr>
            <a:r>
              <a:rPr lang="es-MX" sz="1050"/>
              <a:t>        int     21h         </a:t>
            </a:r>
            <a:endParaRPr/>
          </a:p>
          <a:p>
            <a:pPr indent="0" lvl="0" marL="0" rtl="0" algn="l">
              <a:lnSpc>
                <a:spcPct val="100000"/>
              </a:lnSpc>
              <a:spcBef>
                <a:spcPts val="210"/>
              </a:spcBef>
              <a:spcAft>
                <a:spcPts val="0"/>
              </a:spcAft>
              <a:buClr>
                <a:schemeClr val="dk1"/>
              </a:buClr>
              <a:buSzPts val="1050"/>
              <a:buNone/>
            </a:pPr>
            <a:r>
              <a:rPr lang="es-MX" sz="1050"/>
              <a:t>          mov     ah, 0 </a:t>
            </a:r>
            <a:endParaRPr/>
          </a:p>
          <a:p>
            <a:pPr indent="0" lvl="0" marL="0" rtl="0" algn="l">
              <a:lnSpc>
                <a:spcPct val="100000"/>
              </a:lnSpc>
              <a:spcBef>
                <a:spcPts val="210"/>
              </a:spcBef>
              <a:spcAft>
                <a:spcPts val="0"/>
              </a:spcAft>
              <a:buClr>
                <a:schemeClr val="dk1"/>
              </a:buClr>
              <a:buSzPts val="1050"/>
              <a:buNone/>
            </a:pPr>
            <a:r>
              <a:rPr lang="es-MX" sz="1050"/>
              <a:t>        int     16h </a:t>
            </a:r>
            <a:endParaRPr/>
          </a:p>
          <a:p>
            <a:pPr indent="0" lvl="0" marL="0" rtl="0" algn="l">
              <a:lnSpc>
                <a:spcPct val="100000"/>
              </a:lnSpc>
              <a:spcBef>
                <a:spcPts val="210"/>
              </a:spcBef>
              <a:spcAft>
                <a:spcPts val="0"/>
              </a:spcAft>
              <a:buClr>
                <a:schemeClr val="dk1"/>
              </a:buClr>
              <a:buSzPts val="1050"/>
              <a:buNone/>
            </a:pPr>
            <a:r>
              <a:rPr lang="es-MX" sz="1050"/>
              <a:t>        </a:t>
            </a:r>
            <a:endParaRPr/>
          </a:p>
          <a:p>
            <a:pPr indent="0" lvl="0" marL="0" rtl="0" algn="l">
              <a:lnSpc>
                <a:spcPct val="100000"/>
              </a:lnSpc>
              <a:spcBef>
                <a:spcPts val="210"/>
              </a:spcBef>
              <a:spcAft>
                <a:spcPts val="0"/>
              </a:spcAft>
              <a:buClr>
                <a:schemeClr val="dk1"/>
              </a:buClr>
              <a:buSzPts val="1050"/>
              <a:buNone/>
            </a:pPr>
            <a:r>
              <a:rPr lang="es-MX" sz="1050"/>
              <a:t>ret</a:t>
            </a:r>
            <a:endParaRPr sz="1050"/>
          </a:p>
        </p:txBody>
      </p:sp>
      <p:sp>
        <p:nvSpPr>
          <p:cNvPr id="2620" name="Google Shape;2620;p3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621" name="Google Shape;2621;p3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6" name="Shape 2626"/>
        <p:cNvGrpSpPr/>
        <p:nvPr/>
      </p:nvGrpSpPr>
      <p:grpSpPr>
        <a:xfrm>
          <a:off x="0" y="0"/>
          <a:ext cx="0" cy="0"/>
          <a:chOff x="0" y="0"/>
          <a:chExt cx="0" cy="0"/>
        </a:xfrm>
      </p:grpSpPr>
      <p:sp>
        <p:nvSpPr>
          <p:cNvPr id="2627" name="Google Shape;2627;p333"/>
          <p:cNvSpPr txBox="1"/>
          <p:nvPr/>
        </p:nvSpPr>
        <p:spPr>
          <a:xfrm>
            <a:off x="0" y="-20638"/>
            <a:ext cx="7210425" cy="3968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Arimo"/>
                <a:ea typeface="Arimo"/>
                <a:cs typeface="Arimo"/>
                <a:sym typeface="Arimo"/>
              </a:rPr>
              <a:t>INSTRUCCIONES DE </a:t>
            </a:r>
            <a:r>
              <a:rPr b="0" i="0" lang="es-MX" sz="2000" u="none" cap="none" strike="noStrike">
                <a:solidFill>
                  <a:schemeClr val="dk1"/>
                </a:solidFill>
                <a:latin typeface="Arimo"/>
                <a:ea typeface="Arimo"/>
                <a:cs typeface="Arimo"/>
                <a:sym typeface="Arimo"/>
              </a:rPr>
              <a:t>CARGA</a:t>
            </a:r>
            <a:r>
              <a:rPr b="0" i="0" lang="es-MX" sz="1800" u="none" cap="none" strike="noStrike">
                <a:solidFill>
                  <a:schemeClr val="dk1"/>
                </a:solidFill>
                <a:latin typeface="Arimo"/>
                <a:ea typeface="Arimo"/>
                <a:cs typeface="Arimo"/>
                <a:sym typeface="Arimo"/>
              </a:rPr>
              <a:t> DE REGISTROS Y DIRECCIONES. </a:t>
            </a:r>
            <a:endParaRPr b="0" i="0" sz="1400" u="none" cap="none" strike="noStrike">
              <a:solidFill>
                <a:srgbClr val="000000"/>
              </a:solidFill>
              <a:latin typeface="Arial"/>
              <a:ea typeface="Arial"/>
              <a:cs typeface="Arial"/>
              <a:sym typeface="Arial"/>
            </a:endParaRPr>
          </a:p>
        </p:txBody>
      </p:sp>
      <p:sp>
        <p:nvSpPr>
          <p:cNvPr id="2628" name="Google Shape;2628;p333"/>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629" name="Google Shape;2629;p333"/>
          <p:cNvSpPr/>
          <p:nvPr/>
        </p:nvSpPr>
        <p:spPr>
          <a:xfrm>
            <a:off x="179388" y="635000"/>
            <a:ext cx="8642350" cy="4211638"/>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XCHG (intercambiar)</a:t>
            </a:r>
            <a:br>
              <a:rPr b="0" i="0" lang="es-MX" sz="1800" u="none" cap="none" strike="noStrike">
                <a:solidFill>
                  <a:schemeClr val="dk1"/>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XCHG destino, origen</a:t>
            </a:r>
            <a:br>
              <a:rPr b="0" i="0" lang="es-MX" sz="1800" u="none" cap="none" strike="noStrike">
                <a:solidFill>
                  <a:srgbClr val="0000FF"/>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    -     -    -    -</a:t>
            </a:r>
            <a:r>
              <a:rPr b="0" i="0" lang="es-MX" sz="18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63538"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363538"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363538" lvl="0" marL="363538" marR="0" rtl="0" algn="l">
              <a:lnSpc>
                <a:spcPct val="100000"/>
              </a:lnSpc>
              <a:spcBef>
                <a:spcPts val="0"/>
              </a:spcBef>
              <a:spcAft>
                <a:spcPts val="0"/>
              </a:spcAft>
              <a:buClr>
                <a:srgbClr val="FF0000"/>
              </a:buClr>
              <a:buSzPts val="1800"/>
              <a:buFont typeface="Noto Sans Symbols"/>
              <a:buChar char="❖"/>
            </a:pPr>
            <a:r>
              <a:rPr b="0" i="0" lang="es-MX" sz="1800" u="none" cap="none" strike="noStrike">
                <a:solidFill>
                  <a:schemeClr val="dk1"/>
                </a:solidFill>
                <a:latin typeface="Arial"/>
                <a:ea typeface="Arial"/>
                <a:cs typeface="Arial"/>
                <a:sym typeface="Arial"/>
              </a:rPr>
              <a:t>Intercambia el contenido de los operandos origen y destino. </a:t>
            </a:r>
            <a:endParaRPr b="0" i="0" sz="1400" u="none" cap="none" strike="noStrike">
              <a:solidFill>
                <a:srgbClr val="000000"/>
              </a:solidFill>
              <a:latin typeface="Arial"/>
              <a:ea typeface="Arial"/>
              <a:cs typeface="Arial"/>
              <a:sym typeface="Arial"/>
            </a:endParaRPr>
          </a:p>
          <a:p>
            <a:pPr indent="-363538" lvl="0" marL="363538" marR="0" rtl="0" algn="l">
              <a:lnSpc>
                <a:spcPct val="100000"/>
              </a:lnSpc>
              <a:spcBef>
                <a:spcPts val="0"/>
              </a:spcBef>
              <a:spcAft>
                <a:spcPts val="0"/>
              </a:spcAft>
              <a:buClr>
                <a:srgbClr val="FF0000"/>
              </a:buClr>
              <a:buSzPts val="1800"/>
              <a:buFont typeface="Noto Sans Symbols"/>
              <a:buChar char="❖"/>
            </a:pPr>
            <a:r>
              <a:rPr b="0" i="0" lang="es-MX" sz="1800" u="none" cap="none" strike="noStrike">
                <a:solidFill>
                  <a:schemeClr val="dk1"/>
                </a:solidFill>
                <a:latin typeface="Arial"/>
                <a:ea typeface="Arial"/>
                <a:cs typeface="Arial"/>
                <a:sym typeface="Arial"/>
              </a:rPr>
              <a:t>No pueden utilizarse registros de segmentos como operandos.</a:t>
            </a:r>
            <a:br>
              <a:rPr b="0" i="0" lang="es-MX" sz="1800" u="none" cap="none" strike="noStrike">
                <a:solidFill>
                  <a:schemeClr val="dk1"/>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Ejemplo:</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xchg bl,ch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xchg mem_pal,bx </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p:txBody>
      </p:sp>
      <p:sp>
        <p:nvSpPr>
          <p:cNvPr id="2630" name="Google Shape;2630;p3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631" name="Google Shape;2631;p3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pic>
        <p:nvPicPr>
          <p:cNvPr id="2632" name="Google Shape;2632;p333"/>
          <p:cNvPicPr preferRelativeResize="0"/>
          <p:nvPr/>
        </p:nvPicPr>
        <p:blipFill rotWithShape="1">
          <a:blip r:embed="rId3">
            <a:alphaModFix/>
          </a:blip>
          <a:srcRect b="0" l="0" r="0" t="0"/>
          <a:stretch/>
        </p:blipFill>
        <p:spPr>
          <a:xfrm>
            <a:off x="3887099" y="3789215"/>
            <a:ext cx="4934639" cy="1057423"/>
          </a:xfrm>
          <a:prstGeom prst="rect">
            <a:avLst/>
          </a:prstGeom>
          <a:noFill/>
          <a:ln>
            <a:noFill/>
          </a:ln>
        </p:spPr>
      </p:pic>
    </p:spTree>
  </p:cSld>
  <p:clrMapOvr>
    <a:masterClrMapping/>
  </p:clrMapOvr>
</p:sld>
</file>

<file path=ppt/slides/slide3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6" name="Shape 2636"/>
        <p:cNvGrpSpPr/>
        <p:nvPr/>
      </p:nvGrpSpPr>
      <p:grpSpPr>
        <a:xfrm>
          <a:off x="0" y="0"/>
          <a:ext cx="0" cy="0"/>
          <a:chOff x="0" y="0"/>
          <a:chExt cx="0" cy="0"/>
        </a:xfrm>
      </p:grpSpPr>
      <p:sp>
        <p:nvSpPr>
          <p:cNvPr id="2637" name="Google Shape;2637;p3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638" name="Google Shape;2638;p3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44"/>
              </a:spcBef>
              <a:spcAft>
                <a:spcPts val="0"/>
              </a:spcAft>
              <a:buClr>
                <a:schemeClr val="dk1"/>
              </a:buClr>
              <a:buSzPct val="100000"/>
              <a:buNone/>
            </a:pPr>
            <a:r>
              <a:rPr lang="es-MX"/>
              <a:t>jmp start</a:t>
            </a:r>
            <a:endParaRPr/>
          </a:p>
          <a:p>
            <a:pPr indent="0" lvl="0" marL="0" rtl="0" algn="l">
              <a:lnSpc>
                <a:spcPct val="100000"/>
              </a:lnSpc>
              <a:spcBef>
                <a:spcPts val="544"/>
              </a:spcBef>
              <a:spcAft>
                <a:spcPts val="0"/>
              </a:spcAft>
              <a:buClr>
                <a:schemeClr val="dk1"/>
              </a:buClr>
              <a:buSzPct val="100000"/>
              <a:buNone/>
            </a:pPr>
            <a:r>
              <a:rPr lang="es-MX"/>
              <a:t>start:  mov ax,8h</a:t>
            </a:r>
            <a:endParaRPr/>
          </a:p>
          <a:p>
            <a:pPr indent="0" lvl="0" marL="0" rtl="0" algn="l">
              <a:lnSpc>
                <a:spcPct val="100000"/>
              </a:lnSpc>
              <a:spcBef>
                <a:spcPts val="544"/>
              </a:spcBef>
              <a:spcAft>
                <a:spcPts val="0"/>
              </a:spcAft>
              <a:buClr>
                <a:schemeClr val="dk1"/>
              </a:buClr>
              <a:buSzPct val="100000"/>
              <a:buNone/>
            </a:pPr>
            <a:r>
              <a:rPr lang="es-MX"/>
              <a:t>        mov bx,4h</a:t>
            </a:r>
            <a:endParaRPr/>
          </a:p>
          <a:p>
            <a:pPr indent="0" lvl="0" marL="0" rtl="0" algn="l">
              <a:lnSpc>
                <a:spcPct val="100000"/>
              </a:lnSpc>
              <a:spcBef>
                <a:spcPts val="544"/>
              </a:spcBef>
              <a:spcAft>
                <a:spcPts val="0"/>
              </a:spcAft>
              <a:buClr>
                <a:schemeClr val="dk1"/>
              </a:buClr>
              <a:buSzPct val="100000"/>
              <a:buNone/>
            </a:pPr>
            <a:r>
              <a:rPr lang="es-MX"/>
              <a:t>        XCHG ax,bx</a:t>
            </a:r>
            <a:endParaRPr/>
          </a:p>
          <a:p>
            <a:pPr indent="0" lvl="0" marL="0" rtl="0" algn="l">
              <a:lnSpc>
                <a:spcPct val="100000"/>
              </a:lnSpc>
              <a:spcBef>
                <a:spcPts val="544"/>
              </a:spcBef>
              <a:spcAft>
                <a:spcPts val="0"/>
              </a:spcAft>
              <a:buClr>
                <a:schemeClr val="dk1"/>
              </a:buClr>
              <a:buSzPct val="100000"/>
              <a:buNone/>
            </a:pPr>
            <a:r>
              <a:rPr lang="es-MX"/>
              <a:t>        </a:t>
            </a:r>
            <a:endParaRPr/>
          </a:p>
          <a:p>
            <a:pPr indent="0" lvl="0" marL="0" rtl="0" algn="l">
              <a:lnSpc>
                <a:spcPct val="100000"/>
              </a:lnSpc>
              <a:spcBef>
                <a:spcPts val="544"/>
              </a:spcBef>
              <a:spcAft>
                <a:spcPts val="0"/>
              </a:spcAft>
              <a:buClr>
                <a:schemeClr val="dk1"/>
              </a:buClr>
              <a:buSzPct val="100000"/>
              <a:buNone/>
            </a:pPr>
            <a:r>
              <a:rPr lang="es-MX"/>
              <a:t>        mov     ah, 0 </a:t>
            </a:r>
            <a:endParaRPr/>
          </a:p>
          <a:p>
            <a:pPr indent="0" lvl="0" marL="0" rtl="0" algn="l">
              <a:lnSpc>
                <a:spcPct val="100000"/>
              </a:lnSpc>
              <a:spcBef>
                <a:spcPts val="544"/>
              </a:spcBef>
              <a:spcAft>
                <a:spcPts val="0"/>
              </a:spcAft>
              <a:buClr>
                <a:schemeClr val="dk1"/>
              </a:buClr>
              <a:buSzPct val="100000"/>
              <a:buNone/>
            </a:pPr>
            <a:r>
              <a:rPr lang="es-MX"/>
              <a:t>        int     16h </a:t>
            </a:r>
            <a:endParaRPr/>
          </a:p>
          <a:p>
            <a:pPr indent="0" lvl="0" marL="0" rtl="0" algn="l">
              <a:lnSpc>
                <a:spcPct val="100000"/>
              </a:lnSpc>
              <a:spcBef>
                <a:spcPts val="544"/>
              </a:spcBef>
              <a:spcAft>
                <a:spcPts val="0"/>
              </a:spcAft>
              <a:buClr>
                <a:schemeClr val="dk1"/>
              </a:buClr>
              <a:buSzPct val="100000"/>
              <a:buNone/>
            </a:pPr>
            <a:r>
              <a:rPr lang="es-MX"/>
              <a:t>        </a:t>
            </a:r>
            <a:endParaRPr/>
          </a:p>
          <a:p>
            <a:pPr indent="0" lvl="0" marL="0" rtl="0" algn="l">
              <a:lnSpc>
                <a:spcPct val="100000"/>
              </a:lnSpc>
              <a:spcBef>
                <a:spcPts val="544"/>
              </a:spcBef>
              <a:spcAft>
                <a:spcPts val="0"/>
              </a:spcAft>
              <a:buClr>
                <a:schemeClr val="dk1"/>
              </a:buClr>
              <a:buSzPct val="100000"/>
              <a:buNone/>
            </a:pPr>
            <a:r>
              <a:rPr lang="es-MX"/>
              <a:t>ret</a:t>
            </a:r>
            <a:endParaRPr/>
          </a:p>
        </p:txBody>
      </p:sp>
      <p:sp>
        <p:nvSpPr>
          <p:cNvPr id="2639" name="Google Shape;2639;p3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640" name="Google Shape;2640;p3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4" name="Shape 2644"/>
        <p:cNvGrpSpPr/>
        <p:nvPr/>
      </p:nvGrpSpPr>
      <p:grpSpPr>
        <a:xfrm>
          <a:off x="0" y="0"/>
          <a:ext cx="0" cy="0"/>
          <a:chOff x="0" y="0"/>
          <a:chExt cx="0" cy="0"/>
        </a:xfrm>
      </p:grpSpPr>
      <p:sp>
        <p:nvSpPr>
          <p:cNvPr id="2645" name="Google Shape;2645;p3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646" name="Google Shape;2646;p3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04"/>
              </a:spcBef>
              <a:spcAft>
                <a:spcPts val="0"/>
              </a:spcAft>
              <a:buClr>
                <a:schemeClr val="dk1"/>
              </a:buClr>
              <a:buSzPct val="100000"/>
              <a:buNone/>
            </a:pPr>
            <a:r>
              <a:rPr lang="es-MX"/>
              <a:t>        jmp start</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start:  mov ax,09h    ; ax = 9</a:t>
            </a:r>
            <a:endParaRPr/>
          </a:p>
          <a:p>
            <a:pPr indent="0" lvl="0" marL="0" rtl="0" algn="l">
              <a:lnSpc>
                <a:spcPct val="100000"/>
              </a:lnSpc>
              <a:spcBef>
                <a:spcPts val="304"/>
              </a:spcBef>
              <a:spcAft>
                <a:spcPts val="0"/>
              </a:spcAft>
              <a:buClr>
                <a:schemeClr val="dk1"/>
              </a:buClr>
              <a:buSzPct val="100000"/>
              <a:buNone/>
            </a:pPr>
            <a:r>
              <a:rPr lang="es-MX"/>
              <a:t>        mov bx,01h    ; bx = 1</a:t>
            </a:r>
            <a:endParaRPr/>
          </a:p>
          <a:p>
            <a:pPr indent="0" lvl="0" marL="0" rtl="0" algn="l">
              <a:lnSpc>
                <a:spcPct val="100000"/>
              </a:lnSpc>
              <a:spcBef>
                <a:spcPts val="304"/>
              </a:spcBef>
              <a:spcAft>
                <a:spcPts val="0"/>
              </a:spcAft>
              <a:buClr>
                <a:schemeClr val="dk1"/>
              </a:buClr>
              <a:buSzPct val="100000"/>
              <a:buNone/>
            </a:pPr>
            <a:r>
              <a:rPr lang="es-MX"/>
              <a:t>        xor cx,cx     ; cx = 0</a:t>
            </a:r>
            <a:endParaRPr/>
          </a:p>
          <a:p>
            <a:pPr indent="0" lvl="0" marL="0" rtl="0" algn="l">
              <a:lnSpc>
                <a:spcPct val="100000"/>
              </a:lnSpc>
              <a:spcBef>
                <a:spcPts val="304"/>
              </a:spcBef>
              <a:spcAft>
                <a:spcPts val="0"/>
              </a:spcAft>
              <a:buClr>
                <a:schemeClr val="dk1"/>
              </a:buClr>
              <a:buSzPct val="100000"/>
              <a:buNone/>
            </a:pPr>
            <a:r>
              <a:rPr lang="es-MX"/>
              <a:t>        mov cx,ax     ; cx = ax = 9</a:t>
            </a:r>
            <a:endParaRPr/>
          </a:p>
          <a:p>
            <a:pPr indent="0" lvl="0" marL="0" rtl="0" algn="l">
              <a:lnSpc>
                <a:spcPct val="100000"/>
              </a:lnSpc>
              <a:spcBef>
                <a:spcPts val="304"/>
              </a:spcBef>
              <a:spcAft>
                <a:spcPts val="0"/>
              </a:spcAft>
              <a:buClr>
                <a:schemeClr val="dk1"/>
              </a:buClr>
              <a:buSzPct val="100000"/>
              <a:buNone/>
            </a:pPr>
            <a:r>
              <a:rPr lang="es-MX"/>
              <a:t>        mov ax,bx</a:t>
            </a:r>
            <a:endParaRPr/>
          </a:p>
          <a:p>
            <a:pPr indent="0" lvl="0" marL="0" rtl="0" algn="l">
              <a:lnSpc>
                <a:spcPct val="100000"/>
              </a:lnSpc>
              <a:spcBef>
                <a:spcPts val="304"/>
              </a:spcBef>
              <a:spcAft>
                <a:spcPts val="0"/>
              </a:spcAft>
              <a:buClr>
                <a:schemeClr val="dk1"/>
              </a:buClr>
              <a:buSzPct val="100000"/>
              <a:buNone/>
            </a:pPr>
            <a:r>
              <a:rPr lang="es-MX"/>
              <a:t>        mov bx,cx  </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        mov ax,09h    ; ax = 9</a:t>
            </a:r>
            <a:endParaRPr/>
          </a:p>
          <a:p>
            <a:pPr indent="0" lvl="0" marL="0" rtl="0" algn="l">
              <a:lnSpc>
                <a:spcPct val="100000"/>
              </a:lnSpc>
              <a:spcBef>
                <a:spcPts val="304"/>
              </a:spcBef>
              <a:spcAft>
                <a:spcPts val="0"/>
              </a:spcAft>
              <a:buClr>
                <a:schemeClr val="dk1"/>
              </a:buClr>
              <a:buSzPct val="100000"/>
              <a:buNone/>
            </a:pPr>
            <a:r>
              <a:rPr lang="es-MX"/>
              <a:t>        mov bx,01h    ; bx = 1  </a:t>
            </a:r>
            <a:endParaRPr/>
          </a:p>
          <a:p>
            <a:pPr indent="0" lvl="0" marL="0" rtl="0" algn="l">
              <a:lnSpc>
                <a:spcPct val="100000"/>
              </a:lnSpc>
              <a:spcBef>
                <a:spcPts val="304"/>
              </a:spcBef>
              <a:spcAft>
                <a:spcPts val="0"/>
              </a:spcAft>
              <a:buClr>
                <a:schemeClr val="dk1"/>
              </a:buClr>
              <a:buSzPct val="100000"/>
              <a:buNone/>
            </a:pPr>
            <a:r>
              <a:rPr lang="es-MX"/>
              <a:t>        XCHG ax,bx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ah, 0 </a:t>
            </a:r>
            <a:endParaRPr/>
          </a:p>
          <a:p>
            <a:pPr indent="0" lvl="0" marL="0" rtl="0" algn="l">
              <a:lnSpc>
                <a:spcPct val="100000"/>
              </a:lnSpc>
              <a:spcBef>
                <a:spcPts val="304"/>
              </a:spcBef>
              <a:spcAft>
                <a:spcPts val="0"/>
              </a:spcAft>
              <a:buClr>
                <a:schemeClr val="dk1"/>
              </a:buClr>
              <a:buSzPct val="100000"/>
              <a:buNone/>
            </a:pPr>
            <a:r>
              <a:rPr lang="es-MX"/>
              <a:t>        int     16h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ret</a:t>
            </a:r>
            <a:endParaRPr/>
          </a:p>
        </p:txBody>
      </p:sp>
      <p:sp>
        <p:nvSpPr>
          <p:cNvPr id="2647" name="Google Shape;2647;p3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648" name="Google Shape;2648;p3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3" name="Shape 2653"/>
        <p:cNvGrpSpPr/>
        <p:nvPr/>
      </p:nvGrpSpPr>
      <p:grpSpPr>
        <a:xfrm>
          <a:off x="0" y="0"/>
          <a:ext cx="0" cy="0"/>
          <a:chOff x="0" y="0"/>
          <a:chExt cx="0" cy="0"/>
        </a:xfrm>
      </p:grpSpPr>
      <p:sp>
        <p:nvSpPr>
          <p:cNvPr id="2654" name="Google Shape;2654;p336"/>
          <p:cNvSpPr txBox="1"/>
          <p:nvPr/>
        </p:nvSpPr>
        <p:spPr>
          <a:xfrm>
            <a:off x="0" y="-20638"/>
            <a:ext cx="7210425" cy="3968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Arimo"/>
                <a:ea typeface="Arimo"/>
                <a:cs typeface="Arimo"/>
                <a:sym typeface="Arimo"/>
              </a:rPr>
              <a:t>INSTRUCCIONES DE </a:t>
            </a:r>
            <a:r>
              <a:rPr b="0" i="0" lang="es-MX" sz="2000" u="none" cap="none" strike="noStrike">
                <a:solidFill>
                  <a:schemeClr val="dk1"/>
                </a:solidFill>
                <a:latin typeface="Arimo"/>
                <a:ea typeface="Arimo"/>
                <a:cs typeface="Arimo"/>
                <a:sym typeface="Arimo"/>
              </a:rPr>
              <a:t>CARGA</a:t>
            </a:r>
            <a:r>
              <a:rPr b="0" i="0" lang="es-MX" sz="1800" u="none" cap="none" strike="noStrike">
                <a:solidFill>
                  <a:schemeClr val="dk1"/>
                </a:solidFill>
                <a:latin typeface="Arimo"/>
                <a:ea typeface="Arimo"/>
                <a:cs typeface="Arimo"/>
                <a:sym typeface="Arimo"/>
              </a:rPr>
              <a:t> DE REGISTROS Y DIRECCIONES. </a:t>
            </a:r>
            <a:endParaRPr b="0" i="0" sz="1400" u="none" cap="none" strike="noStrike">
              <a:solidFill>
                <a:srgbClr val="000000"/>
              </a:solidFill>
              <a:latin typeface="Arial"/>
              <a:ea typeface="Arial"/>
              <a:cs typeface="Arial"/>
              <a:sym typeface="Arial"/>
            </a:endParaRPr>
          </a:p>
        </p:txBody>
      </p:sp>
      <p:sp>
        <p:nvSpPr>
          <p:cNvPr id="2655" name="Google Shape;2655;p336"/>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656" name="Google Shape;2656;p336"/>
          <p:cNvSpPr/>
          <p:nvPr/>
        </p:nvSpPr>
        <p:spPr>
          <a:xfrm>
            <a:off x="539750" y="771525"/>
            <a:ext cx="8031163" cy="4211638"/>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XLAT (traducción&gt; </a:t>
            </a:r>
            <a:br>
              <a:rPr b="0" i="0" lang="es-MX" sz="1800" u="none" cap="none" strike="noStrike">
                <a:solidFill>
                  <a:srgbClr val="FF0000"/>
                </a:solidFill>
                <a:latin typeface="Arial"/>
                <a:ea typeface="Arial"/>
                <a:cs typeface="Arial"/>
                <a:sym typeface="Arial"/>
              </a:rPr>
            </a:br>
            <a:endParaRPr b="0" i="0" sz="1800" u="none" cap="none" strike="noStrike">
              <a:solidFill>
                <a:srgbClr val="FF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XLAT tabla</a:t>
            </a:r>
            <a:br>
              <a:rPr b="0" i="0" lang="es-MX" sz="1800" u="none" cap="none" strike="noStrike">
                <a:solidFill>
                  <a:srgbClr val="0000FF"/>
                </a:solidFill>
                <a:latin typeface="Arial"/>
                <a:ea typeface="Arial"/>
                <a:cs typeface="Arial"/>
                <a:sym typeface="Arial"/>
              </a:rPr>
            </a:br>
            <a:br>
              <a:rPr b="0" i="0" lang="es-MX" sz="1800" u="none" cap="none" strike="noStrike">
                <a:solidFill>
                  <a:schemeClr val="dk1"/>
                </a:solidFill>
                <a:latin typeface="Arial"/>
                <a:ea typeface="Arial"/>
                <a:cs typeface="Arial"/>
                <a:sym typeface="Arial"/>
              </a:rPr>
            </a:br>
            <a:r>
              <a:rPr b="0" i="0" lang="es-MX" sz="1800" u="none" cap="none" strike="noStrike">
                <a:solidFill>
                  <a:schemeClr val="dk1"/>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    -    -    -      -   </a:t>
            </a:r>
            <a:r>
              <a:rPr b="0" i="0" lang="es-MX" sz="18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363538" lvl="0" marL="0" marR="0" rtl="0" algn="just">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Se utiliza para traducir un byte del registro AL a un byte tomado de la tabla de traducción. Los datos se toman desde una dirección de la tabla correspondiente a BX + AL, donde bx es un puntero a el comienzo de la tabla y AL es un índice. Indicar tabla al lado de xlat es una redundancia opcional.</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Ejemplo:</a:t>
            </a:r>
            <a:r>
              <a:rPr b="0" i="0" lang="es-MX" sz="1800" u="none" cap="none" strike="noStrike">
                <a:solidFill>
                  <a:schemeClr val="dk1"/>
                </a:solidFill>
                <a:latin typeface="Arial"/>
                <a:ea typeface="Arial"/>
                <a:cs typeface="Arial"/>
                <a:sym typeface="Arial"/>
              </a:rPr>
              <a:t> </a:t>
            </a:r>
            <a:r>
              <a:rPr b="0" i="0" lang="es-MX" sz="1800" u="none" cap="none" strike="noStrike">
                <a:solidFill>
                  <a:srgbClr val="0000FF"/>
                </a:solidFill>
                <a:latin typeface="Arial"/>
                <a:ea typeface="Arial"/>
                <a:cs typeface="Arial"/>
                <a:sym typeface="Arial"/>
              </a:rPr>
              <a:t>mov bx,offset tabla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mov al,4</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xlat </a:t>
            </a:r>
            <a:endParaRPr b="0" i="0" sz="1400" u="none" cap="none" strike="noStrike">
              <a:solidFill>
                <a:srgbClr val="000000"/>
              </a:solidFill>
              <a:latin typeface="Arial"/>
              <a:ea typeface="Arial"/>
              <a:cs typeface="Arial"/>
              <a:sym typeface="Arial"/>
            </a:endParaRPr>
          </a:p>
        </p:txBody>
      </p:sp>
      <p:sp>
        <p:nvSpPr>
          <p:cNvPr id="2657" name="Google Shape;2657;p3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658" name="Google Shape;2658;p3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2" name="Shape 2662"/>
        <p:cNvGrpSpPr/>
        <p:nvPr/>
      </p:nvGrpSpPr>
      <p:grpSpPr>
        <a:xfrm>
          <a:off x="0" y="0"/>
          <a:ext cx="0" cy="0"/>
          <a:chOff x="0" y="0"/>
          <a:chExt cx="0" cy="0"/>
        </a:xfrm>
      </p:grpSpPr>
      <p:sp>
        <p:nvSpPr>
          <p:cNvPr id="2663" name="Google Shape;2663;p3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664" name="Google Shape;2664;p3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96"/>
              </a:spcBef>
              <a:spcAft>
                <a:spcPts val="0"/>
              </a:spcAft>
              <a:buClr>
                <a:schemeClr val="dk1"/>
              </a:buClr>
              <a:buSzPct val="100000"/>
              <a:buNone/>
            </a:pPr>
            <a:r>
              <a:rPr lang="es-MX"/>
              <a:t>jmp start</a:t>
            </a:r>
            <a:endParaRPr/>
          </a:p>
          <a:p>
            <a:pPr indent="0" lvl="0" marL="0" rtl="0" algn="l">
              <a:lnSpc>
                <a:spcPct val="100000"/>
              </a:lnSpc>
              <a:spcBef>
                <a:spcPts val="496"/>
              </a:spcBef>
              <a:spcAft>
                <a:spcPts val="0"/>
              </a:spcAft>
              <a:buClr>
                <a:schemeClr val="dk1"/>
              </a:buClr>
              <a:buSzPct val="100000"/>
              <a:buNone/>
            </a:pPr>
            <a:r>
              <a:rPr lang="es-MX"/>
              <a:t>tabla:    db  1,2,10,4,5</a:t>
            </a:r>
            <a:endParaRPr/>
          </a:p>
          <a:p>
            <a:pPr indent="0" lvl="0" marL="0" rtl="0" algn="l">
              <a:lnSpc>
                <a:spcPct val="100000"/>
              </a:lnSpc>
              <a:spcBef>
                <a:spcPts val="496"/>
              </a:spcBef>
              <a:spcAft>
                <a:spcPts val="0"/>
              </a:spcAft>
              <a:buClr>
                <a:schemeClr val="dk1"/>
              </a:buClr>
              <a:buSzPct val="100000"/>
              <a:buNone/>
            </a:pPr>
            <a:r>
              <a:rPr lang="es-MX"/>
              <a:t>start:  lea bx,tabla</a:t>
            </a:r>
            <a:endParaRPr/>
          </a:p>
          <a:p>
            <a:pPr indent="0" lvl="0" marL="0" rtl="0" algn="l">
              <a:lnSpc>
                <a:spcPct val="100000"/>
              </a:lnSpc>
              <a:spcBef>
                <a:spcPts val="496"/>
              </a:spcBef>
              <a:spcAft>
                <a:spcPts val="0"/>
              </a:spcAft>
              <a:buClr>
                <a:schemeClr val="dk1"/>
              </a:buClr>
              <a:buSzPct val="100000"/>
              <a:buNone/>
            </a:pPr>
            <a:r>
              <a:rPr lang="es-MX"/>
              <a:t>        mov al,2</a:t>
            </a:r>
            <a:endParaRPr/>
          </a:p>
          <a:p>
            <a:pPr indent="0" lvl="0" marL="0" rtl="0" algn="l">
              <a:lnSpc>
                <a:spcPct val="100000"/>
              </a:lnSpc>
              <a:spcBef>
                <a:spcPts val="496"/>
              </a:spcBef>
              <a:spcAft>
                <a:spcPts val="0"/>
              </a:spcAft>
              <a:buClr>
                <a:schemeClr val="dk1"/>
              </a:buClr>
              <a:buSzPct val="100000"/>
              <a:buNone/>
            </a:pPr>
            <a:r>
              <a:rPr lang="es-MX"/>
              <a:t>        XLAT </a:t>
            </a:r>
            <a:endParaRPr/>
          </a:p>
          <a:p>
            <a:pPr indent="0" lvl="0" marL="0" rtl="0" algn="l">
              <a:lnSpc>
                <a:spcPct val="100000"/>
              </a:lnSpc>
              <a:spcBef>
                <a:spcPts val="496"/>
              </a:spcBef>
              <a:spcAft>
                <a:spcPts val="0"/>
              </a:spcAft>
              <a:buClr>
                <a:schemeClr val="dk1"/>
              </a:buClr>
              <a:buSzPct val="100000"/>
              <a:buNone/>
            </a:pPr>
            <a:r>
              <a:rPr lang="es-MX"/>
              <a:t>        </a:t>
            </a:r>
            <a:endParaRPr/>
          </a:p>
          <a:p>
            <a:pPr indent="0" lvl="0" marL="0" rtl="0" algn="l">
              <a:lnSpc>
                <a:spcPct val="100000"/>
              </a:lnSpc>
              <a:spcBef>
                <a:spcPts val="496"/>
              </a:spcBef>
              <a:spcAft>
                <a:spcPts val="0"/>
              </a:spcAft>
              <a:buClr>
                <a:schemeClr val="dk1"/>
              </a:buClr>
              <a:buSzPct val="100000"/>
              <a:buNone/>
            </a:pPr>
            <a:r>
              <a:rPr lang="es-MX"/>
              <a:t>      mov     ah, 0 </a:t>
            </a:r>
            <a:endParaRPr/>
          </a:p>
          <a:p>
            <a:pPr indent="0" lvl="0" marL="0" rtl="0" algn="l">
              <a:lnSpc>
                <a:spcPct val="100000"/>
              </a:lnSpc>
              <a:spcBef>
                <a:spcPts val="496"/>
              </a:spcBef>
              <a:spcAft>
                <a:spcPts val="0"/>
              </a:spcAft>
              <a:buClr>
                <a:schemeClr val="dk1"/>
              </a:buClr>
              <a:buSzPct val="100000"/>
              <a:buNone/>
            </a:pPr>
            <a:r>
              <a:rPr lang="es-MX"/>
              <a:t>        int     16h </a:t>
            </a:r>
            <a:endParaRPr/>
          </a:p>
          <a:p>
            <a:pPr indent="0" lvl="0" marL="0" rtl="0" algn="l">
              <a:lnSpc>
                <a:spcPct val="100000"/>
              </a:lnSpc>
              <a:spcBef>
                <a:spcPts val="496"/>
              </a:spcBef>
              <a:spcAft>
                <a:spcPts val="0"/>
              </a:spcAft>
              <a:buClr>
                <a:schemeClr val="dk1"/>
              </a:buClr>
              <a:buSzPct val="100000"/>
              <a:buNone/>
            </a:pPr>
            <a:r>
              <a:rPr lang="es-MX"/>
              <a:t>        </a:t>
            </a:r>
            <a:endParaRPr/>
          </a:p>
          <a:p>
            <a:pPr indent="0" lvl="0" marL="0" rtl="0" algn="l">
              <a:lnSpc>
                <a:spcPct val="100000"/>
              </a:lnSpc>
              <a:spcBef>
                <a:spcPts val="496"/>
              </a:spcBef>
              <a:spcAft>
                <a:spcPts val="0"/>
              </a:spcAft>
              <a:buClr>
                <a:schemeClr val="dk1"/>
              </a:buClr>
              <a:buSzPct val="100000"/>
              <a:buNone/>
            </a:pPr>
            <a:r>
              <a:rPr lang="es-MX"/>
              <a:t>ret</a:t>
            </a:r>
            <a:endParaRPr/>
          </a:p>
        </p:txBody>
      </p:sp>
      <p:sp>
        <p:nvSpPr>
          <p:cNvPr id="2665" name="Google Shape;2665;p3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666" name="Google Shape;2666;p3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1" name="Shape 2671"/>
        <p:cNvGrpSpPr/>
        <p:nvPr/>
      </p:nvGrpSpPr>
      <p:grpSpPr>
        <a:xfrm>
          <a:off x="0" y="0"/>
          <a:ext cx="0" cy="0"/>
          <a:chOff x="0" y="0"/>
          <a:chExt cx="0" cy="0"/>
        </a:xfrm>
      </p:grpSpPr>
      <p:sp>
        <p:nvSpPr>
          <p:cNvPr id="2672" name="Google Shape;2672;p338"/>
          <p:cNvSpPr txBox="1"/>
          <p:nvPr/>
        </p:nvSpPr>
        <p:spPr>
          <a:xfrm>
            <a:off x="0" y="0"/>
            <a:ext cx="74866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DE TRANSFERENCIA DE CONTROL (Condicional) </a:t>
            </a:r>
            <a:endParaRPr b="0" i="0" sz="1400" u="none" cap="none" strike="noStrike">
              <a:solidFill>
                <a:srgbClr val="000000"/>
              </a:solidFill>
              <a:latin typeface="Arial"/>
              <a:ea typeface="Arial"/>
              <a:cs typeface="Arial"/>
              <a:sym typeface="Arial"/>
            </a:endParaRPr>
          </a:p>
        </p:txBody>
      </p:sp>
      <p:sp>
        <p:nvSpPr>
          <p:cNvPr id="2673" name="Google Shape;2673;p338"/>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674" name="Google Shape;2674;p338"/>
          <p:cNvSpPr/>
          <p:nvPr/>
        </p:nvSpPr>
        <p:spPr>
          <a:xfrm>
            <a:off x="539750" y="700088"/>
            <a:ext cx="8064500" cy="5584825"/>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Las siguientes instrucciones son de transferencia condicional de control a la instrucción que se encuentra en la posición IP + desplazamiento (desplazamiento comprendido entre -128 y +127) si se cumple la condición. Algunas condiciones se pueden denotar de varias maneras. Todos los saltos son cortos. </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JA/JNBE</a:t>
            </a:r>
            <a:r>
              <a:rPr b="0" i="0" lang="es-MX" sz="1800" u="none" cap="none" strike="noStrike">
                <a:solidFill>
                  <a:srgbClr val="0000FF"/>
                </a:solidFill>
                <a:latin typeface="Arial"/>
                <a:ea typeface="Arial"/>
                <a:cs typeface="Arial"/>
                <a:sym typeface="Arial"/>
              </a:rPr>
              <a:t> Salto si mayor , si no menor o igual , si CF=0 y ZF=0.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JAE/JNB</a:t>
            </a:r>
            <a:r>
              <a:rPr b="0" i="0" lang="es-MX" sz="1800" u="none" cap="none" strike="noStrike">
                <a:solidFill>
                  <a:srgbClr val="0000FF"/>
                </a:solidFill>
                <a:latin typeface="Arial"/>
                <a:ea typeface="Arial"/>
                <a:cs typeface="Arial"/>
                <a:sym typeface="Arial"/>
              </a:rPr>
              <a:t> Salto si mayor o igual, si no menor, si CF=0.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JB/JNAE/JC</a:t>
            </a:r>
            <a:r>
              <a:rPr b="0" i="0" lang="es-MX" sz="1800" u="none" cap="none" strike="noStrike">
                <a:solidFill>
                  <a:srgbClr val="0000FF"/>
                </a:solidFill>
                <a:latin typeface="Arial"/>
                <a:ea typeface="Arial"/>
                <a:cs typeface="Arial"/>
                <a:sym typeface="Arial"/>
              </a:rPr>
              <a:t> Salto si menor , si no superior ni igual , si acarreo, si CF=1.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JBE/JNA</a:t>
            </a:r>
            <a:r>
              <a:rPr b="0" i="0" lang="es-MX" sz="1800" u="none" cap="none" strike="noStrike">
                <a:solidFill>
                  <a:srgbClr val="0000FF"/>
                </a:solidFill>
                <a:latin typeface="Arial"/>
                <a:ea typeface="Arial"/>
                <a:cs typeface="Arial"/>
                <a:sym typeface="Arial"/>
              </a:rPr>
              <a:t> Salto si menor o igual, si no mayor, si CF=1.</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JCXZ</a:t>
            </a:r>
            <a:r>
              <a:rPr b="0" i="0" lang="es-MX" sz="1800" u="none" cap="none" strike="noStrike">
                <a:solidFill>
                  <a:srgbClr val="0000FF"/>
                </a:solidFill>
                <a:latin typeface="Arial"/>
                <a:ea typeface="Arial"/>
                <a:cs typeface="Arial"/>
                <a:sym typeface="Arial"/>
              </a:rPr>
              <a:t> Salto si CX=0. JE/JZ Salto si igual, si cero , si ZF=1.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JG/JNLE</a:t>
            </a:r>
            <a:r>
              <a:rPr b="0" i="0" lang="es-MX" sz="1800" u="none" cap="none" strike="noStrike">
                <a:solidFill>
                  <a:srgbClr val="0000FF"/>
                </a:solidFill>
                <a:latin typeface="Arial"/>
                <a:ea typeface="Arial"/>
                <a:cs typeface="Arial"/>
                <a:sym typeface="Arial"/>
              </a:rPr>
              <a:t> Salto si mayor, si no menor ni igual, si ZF=0 y SF=0.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JGE/JNL</a:t>
            </a:r>
            <a:r>
              <a:rPr b="0" i="0" lang="es-MX" sz="1800" u="none" cap="none" strike="noStrike">
                <a:solidFill>
                  <a:srgbClr val="0000FF"/>
                </a:solidFill>
                <a:latin typeface="Arial"/>
                <a:ea typeface="Arial"/>
                <a:cs typeface="Arial"/>
                <a:sym typeface="Arial"/>
              </a:rPr>
              <a:t> Salto si mayor o igual, si no menor, si SF=0.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p:txBody>
      </p:sp>
      <p:sp>
        <p:nvSpPr>
          <p:cNvPr id="2675" name="Google Shape;2675;p3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676" name="Google Shape;2676;p3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1" name="Shape 2681"/>
        <p:cNvGrpSpPr/>
        <p:nvPr/>
      </p:nvGrpSpPr>
      <p:grpSpPr>
        <a:xfrm>
          <a:off x="0" y="0"/>
          <a:ext cx="0" cy="0"/>
          <a:chOff x="0" y="0"/>
          <a:chExt cx="0" cy="0"/>
        </a:xfrm>
      </p:grpSpPr>
      <p:sp>
        <p:nvSpPr>
          <p:cNvPr id="2682" name="Google Shape;2682;p339"/>
          <p:cNvSpPr txBox="1"/>
          <p:nvPr/>
        </p:nvSpPr>
        <p:spPr>
          <a:xfrm>
            <a:off x="0" y="0"/>
            <a:ext cx="74866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DE TRANSFERENCIA DE CONTROL (Condicional) </a:t>
            </a:r>
            <a:endParaRPr b="0" i="0" sz="1400" u="none" cap="none" strike="noStrike">
              <a:solidFill>
                <a:srgbClr val="000000"/>
              </a:solidFill>
              <a:latin typeface="Arial"/>
              <a:ea typeface="Arial"/>
              <a:cs typeface="Arial"/>
              <a:sym typeface="Arial"/>
            </a:endParaRPr>
          </a:p>
        </p:txBody>
      </p:sp>
      <p:sp>
        <p:nvSpPr>
          <p:cNvPr id="2683" name="Google Shape;2683;p339"/>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684" name="Google Shape;2684;p339"/>
          <p:cNvSpPr/>
          <p:nvPr/>
        </p:nvSpPr>
        <p:spPr>
          <a:xfrm>
            <a:off x="395288" y="537052"/>
            <a:ext cx="8351837" cy="5909310"/>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JL/JNGE</a:t>
            </a:r>
            <a:r>
              <a:rPr b="0" i="0" lang="es-MX" sz="1800" u="none" cap="none" strike="noStrike">
                <a:solidFill>
                  <a:srgbClr val="0000FF"/>
                </a:solidFill>
                <a:latin typeface="Arial"/>
                <a:ea typeface="Arial"/>
                <a:cs typeface="Arial"/>
                <a:sym typeface="Arial"/>
              </a:rPr>
              <a:t> Salto si menor , si no mayor ni igual , si SF&lt;&gt;OF.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JLE/JNG </a:t>
            </a:r>
            <a:r>
              <a:rPr b="0" i="0" lang="es-MX" sz="1800" u="none" cap="none" strike="noStrike">
                <a:solidFill>
                  <a:srgbClr val="0000FF"/>
                </a:solidFill>
                <a:latin typeface="Arial"/>
                <a:ea typeface="Arial"/>
                <a:cs typeface="Arial"/>
                <a:sym typeface="Arial"/>
              </a:rPr>
              <a:t>Salto si menor o igual , si no mayor , si ZF=0 y SF&lt;&gt;OF.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JNC</a:t>
            </a:r>
            <a:r>
              <a:rPr b="0" i="0" lang="es-MX" sz="1800" u="none" cap="none" strike="noStrike">
                <a:solidFill>
                  <a:srgbClr val="0000FF"/>
                </a:solidFill>
                <a:latin typeface="Arial"/>
                <a:ea typeface="Arial"/>
                <a:cs typeface="Arial"/>
                <a:sym typeface="Arial"/>
              </a:rPr>
              <a:t> Salto si no acarreo, si CF=0.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JNE/JNZ</a:t>
            </a:r>
            <a:r>
              <a:rPr b="0" i="0" lang="es-MX" sz="1800" u="none" cap="none" strike="noStrike">
                <a:solidFill>
                  <a:srgbClr val="0000FF"/>
                </a:solidFill>
                <a:latin typeface="Arial"/>
                <a:ea typeface="Arial"/>
                <a:cs typeface="Arial"/>
                <a:sym typeface="Arial"/>
              </a:rPr>
              <a:t> Salto si no igual, si no cero, si ZF=0.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JNO</a:t>
            </a:r>
            <a:r>
              <a:rPr b="0" i="0" lang="es-MX" sz="1800" u="none" cap="none" strike="noStrike">
                <a:solidFill>
                  <a:srgbClr val="0000FF"/>
                </a:solidFill>
                <a:latin typeface="Arial"/>
                <a:ea typeface="Arial"/>
                <a:cs typeface="Arial"/>
                <a:sym typeface="Arial"/>
              </a:rPr>
              <a:t> Salto si no desbordamiento, si OF=0.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JNP/JPO</a:t>
            </a:r>
            <a:r>
              <a:rPr b="0" i="0" lang="es-MX" sz="1800" u="none" cap="none" strike="noStrike">
                <a:solidFill>
                  <a:srgbClr val="0000FF"/>
                </a:solidFill>
                <a:latin typeface="Arial"/>
                <a:ea typeface="Arial"/>
                <a:cs typeface="Arial"/>
                <a:sym typeface="Arial"/>
              </a:rPr>
              <a:t> Salto si no paridad, si paridad impar, si PF=0.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JNS</a:t>
            </a:r>
            <a:r>
              <a:rPr b="0" i="0" lang="es-MX" sz="1800" u="none" cap="none" strike="noStrike">
                <a:solidFill>
                  <a:srgbClr val="0000FF"/>
                </a:solidFill>
                <a:latin typeface="Arial"/>
                <a:ea typeface="Arial"/>
                <a:cs typeface="Arial"/>
                <a:sym typeface="Arial"/>
              </a:rPr>
              <a:t> Salto si no signo, si positivo, si SF=0.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JO</a:t>
            </a:r>
            <a:r>
              <a:rPr b="0" i="0" lang="es-MX" sz="1800" u="none" cap="none" strike="noStrike">
                <a:solidFill>
                  <a:srgbClr val="0000FF"/>
                </a:solidFill>
                <a:latin typeface="Arial"/>
                <a:ea typeface="Arial"/>
                <a:cs typeface="Arial"/>
                <a:sym typeface="Arial"/>
              </a:rPr>
              <a:t> Salto si desbordamiento, si OF=1.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JP/JPE</a:t>
            </a:r>
            <a:r>
              <a:rPr b="0" i="0" lang="es-MX" sz="1800" u="none" cap="none" strike="noStrike">
                <a:solidFill>
                  <a:srgbClr val="0000FF"/>
                </a:solidFill>
                <a:latin typeface="Arial"/>
                <a:ea typeface="Arial"/>
                <a:cs typeface="Arial"/>
                <a:sym typeface="Arial"/>
              </a:rPr>
              <a:t> Salto si paridad, si paridad par, si PF=1.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JS</a:t>
            </a:r>
            <a:r>
              <a:rPr b="0" i="0" lang="es-MX" sz="1800" u="none" cap="none" strike="noStrike">
                <a:solidFill>
                  <a:srgbClr val="0000FF"/>
                </a:solidFill>
                <a:latin typeface="Arial"/>
                <a:ea typeface="Arial"/>
                <a:cs typeface="Arial"/>
                <a:sym typeface="Arial"/>
              </a:rPr>
              <a:t> Salto si signo, si SF=1.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JE, JZ</a:t>
            </a:r>
            <a:r>
              <a:rPr b="0" i="0" lang="es-MX" sz="1800" u="none" cap="none" strike="noStrike">
                <a:solidFill>
                  <a:srgbClr val="0000FF"/>
                </a:solidFill>
                <a:latin typeface="Arial"/>
                <a:ea typeface="Arial"/>
                <a:cs typeface="Arial"/>
                <a:sym typeface="Arial"/>
              </a:rPr>
              <a:t> salta si es igual ZF=1</a:t>
            </a:r>
            <a:endParaRPr b="0" i="0" sz="1400" u="none" cap="none" strike="noStrike">
              <a:solidFill>
                <a:srgbClr val="000000"/>
              </a:solidFill>
              <a:latin typeface="Arial"/>
              <a:ea typeface="Arial"/>
              <a:cs typeface="Arial"/>
              <a:sym typeface="Arial"/>
            </a:endParaRPr>
          </a:p>
        </p:txBody>
      </p:sp>
      <p:sp>
        <p:nvSpPr>
          <p:cNvPr id="2685" name="Google Shape;2685;p3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686" name="Google Shape;2686;p3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0" name="Shape 2690"/>
        <p:cNvGrpSpPr/>
        <p:nvPr/>
      </p:nvGrpSpPr>
      <p:grpSpPr>
        <a:xfrm>
          <a:off x="0" y="0"/>
          <a:ext cx="0" cy="0"/>
          <a:chOff x="0" y="0"/>
          <a:chExt cx="0" cy="0"/>
        </a:xfrm>
      </p:grpSpPr>
      <p:sp>
        <p:nvSpPr>
          <p:cNvPr id="2691" name="Google Shape;2691;p3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Estructura IF simple</a:t>
            </a:r>
            <a:endParaRPr/>
          </a:p>
        </p:txBody>
      </p:sp>
      <p:pic>
        <p:nvPicPr>
          <p:cNvPr id="2692" name="Google Shape;2692;p340"/>
          <p:cNvPicPr preferRelativeResize="0"/>
          <p:nvPr>
            <p:ph idx="1" type="body"/>
          </p:nvPr>
        </p:nvPicPr>
        <p:blipFill rotWithShape="1">
          <a:blip r:embed="rId3">
            <a:alphaModFix/>
          </a:blip>
          <a:srcRect b="0" l="0" r="0" t="0"/>
          <a:stretch/>
        </p:blipFill>
        <p:spPr>
          <a:xfrm>
            <a:off x="2267744" y="1988840"/>
            <a:ext cx="4975151" cy="3650966"/>
          </a:xfrm>
          <a:prstGeom prst="rect">
            <a:avLst/>
          </a:prstGeom>
          <a:noFill/>
          <a:ln>
            <a:noFill/>
          </a:ln>
        </p:spPr>
      </p:pic>
      <p:sp>
        <p:nvSpPr>
          <p:cNvPr id="2693" name="Google Shape;2693;p3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694" name="Google Shape;2694;p3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8" name="Shape 2698"/>
        <p:cNvGrpSpPr/>
        <p:nvPr/>
      </p:nvGrpSpPr>
      <p:grpSpPr>
        <a:xfrm>
          <a:off x="0" y="0"/>
          <a:ext cx="0" cy="0"/>
          <a:chOff x="0" y="0"/>
          <a:chExt cx="0" cy="0"/>
        </a:xfrm>
      </p:grpSpPr>
      <p:sp>
        <p:nvSpPr>
          <p:cNvPr id="2699" name="Google Shape;2699;p3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Estructura IF…THEN…ELSE</a:t>
            </a:r>
            <a:endParaRPr/>
          </a:p>
        </p:txBody>
      </p:sp>
      <p:pic>
        <p:nvPicPr>
          <p:cNvPr id="2700" name="Google Shape;2700;p341"/>
          <p:cNvPicPr preferRelativeResize="0"/>
          <p:nvPr>
            <p:ph idx="1" type="body"/>
          </p:nvPr>
        </p:nvPicPr>
        <p:blipFill rotWithShape="1">
          <a:blip r:embed="rId3">
            <a:alphaModFix/>
          </a:blip>
          <a:srcRect b="0" l="0" r="0" t="0"/>
          <a:stretch/>
        </p:blipFill>
        <p:spPr>
          <a:xfrm>
            <a:off x="1547664" y="2054283"/>
            <a:ext cx="6264696" cy="3462949"/>
          </a:xfrm>
          <a:prstGeom prst="rect">
            <a:avLst/>
          </a:prstGeom>
          <a:noFill/>
          <a:ln>
            <a:noFill/>
          </a:ln>
        </p:spPr>
      </p:pic>
      <p:sp>
        <p:nvSpPr>
          <p:cNvPr id="2701" name="Google Shape;2701;p3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702" name="Google Shape;2702;p3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6" name="Shape 2706"/>
        <p:cNvGrpSpPr/>
        <p:nvPr/>
      </p:nvGrpSpPr>
      <p:grpSpPr>
        <a:xfrm>
          <a:off x="0" y="0"/>
          <a:ext cx="0" cy="0"/>
          <a:chOff x="0" y="0"/>
          <a:chExt cx="0" cy="0"/>
        </a:xfrm>
      </p:grpSpPr>
      <p:sp>
        <p:nvSpPr>
          <p:cNvPr id="2707" name="Google Shape;2707;p3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Estructura DO WHILE con prueba al inicio</a:t>
            </a:r>
            <a:endParaRPr/>
          </a:p>
        </p:txBody>
      </p:sp>
      <p:pic>
        <p:nvPicPr>
          <p:cNvPr id="2708" name="Google Shape;2708;p342"/>
          <p:cNvPicPr preferRelativeResize="0"/>
          <p:nvPr>
            <p:ph idx="1" type="body"/>
          </p:nvPr>
        </p:nvPicPr>
        <p:blipFill rotWithShape="1">
          <a:blip r:embed="rId3">
            <a:alphaModFix/>
          </a:blip>
          <a:srcRect b="0" l="0" r="0" t="0"/>
          <a:stretch/>
        </p:blipFill>
        <p:spPr>
          <a:xfrm>
            <a:off x="1377834" y="1772816"/>
            <a:ext cx="6362517" cy="4032447"/>
          </a:xfrm>
          <a:prstGeom prst="rect">
            <a:avLst/>
          </a:prstGeom>
          <a:noFill/>
          <a:ln>
            <a:noFill/>
          </a:ln>
        </p:spPr>
      </p:pic>
      <p:sp>
        <p:nvSpPr>
          <p:cNvPr id="2709" name="Google Shape;2709;p3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710" name="Google Shape;2710;p3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4" name="Shape 2714"/>
        <p:cNvGrpSpPr/>
        <p:nvPr/>
      </p:nvGrpSpPr>
      <p:grpSpPr>
        <a:xfrm>
          <a:off x="0" y="0"/>
          <a:ext cx="0" cy="0"/>
          <a:chOff x="0" y="0"/>
          <a:chExt cx="0" cy="0"/>
        </a:xfrm>
      </p:grpSpPr>
      <p:sp>
        <p:nvSpPr>
          <p:cNvPr id="2715" name="Google Shape;2715;p3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Estructura Do WHILE con prueba final</a:t>
            </a:r>
            <a:endParaRPr/>
          </a:p>
        </p:txBody>
      </p:sp>
      <p:pic>
        <p:nvPicPr>
          <p:cNvPr id="2716" name="Google Shape;2716;p343"/>
          <p:cNvPicPr preferRelativeResize="0"/>
          <p:nvPr>
            <p:ph idx="1" type="body"/>
          </p:nvPr>
        </p:nvPicPr>
        <p:blipFill rotWithShape="1">
          <a:blip r:embed="rId3">
            <a:alphaModFix/>
          </a:blip>
          <a:srcRect b="0" l="0" r="0" t="0"/>
          <a:stretch/>
        </p:blipFill>
        <p:spPr>
          <a:xfrm>
            <a:off x="978824" y="2178974"/>
            <a:ext cx="7193576" cy="3770306"/>
          </a:xfrm>
          <a:prstGeom prst="rect">
            <a:avLst/>
          </a:prstGeom>
          <a:noFill/>
          <a:ln>
            <a:noFill/>
          </a:ln>
        </p:spPr>
      </p:pic>
      <p:sp>
        <p:nvSpPr>
          <p:cNvPr id="2717" name="Google Shape;2717;p3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718" name="Google Shape;2718;p3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2" name="Shape 2722"/>
        <p:cNvGrpSpPr/>
        <p:nvPr/>
      </p:nvGrpSpPr>
      <p:grpSpPr>
        <a:xfrm>
          <a:off x="0" y="0"/>
          <a:ext cx="0" cy="0"/>
          <a:chOff x="0" y="0"/>
          <a:chExt cx="0" cy="0"/>
        </a:xfrm>
      </p:grpSpPr>
      <p:sp>
        <p:nvSpPr>
          <p:cNvPr id="2723" name="Google Shape;2723;p3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724" name="Google Shape;2724;p3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u="sng">
                <a:solidFill>
                  <a:schemeClr val="hlink"/>
                </a:solidFill>
                <a:hlinkClick r:id="rId3"/>
              </a:rPr>
              <a:t>DFD</a:t>
            </a:r>
            <a:endParaRPr/>
          </a:p>
        </p:txBody>
      </p:sp>
      <p:sp>
        <p:nvSpPr>
          <p:cNvPr id="2725" name="Google Shape;2725;p3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726" name="Google Shape;2726;p3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0" name="Shape 2730"/>
        <p:cNvGrpSpPr/>
        <p:nvPr/>
      </p:nvGrpSpPr>
      <p:grpSpPr>
        <a:xfrm>
          <a:off x="0" y="0"/>
          <a:ext cx="0" cy="0"/>
          <a:chOff x="0" y="0"/>
          <a:chExt cx="0" cy="0"/>
        </a:xfrm>
      </p:grpSpPr>
      <p:sp>
        <p:nvSpPr>
          <p:cNvPr id="2731" name="Google Shape;2731;p3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b="1" lang="es-MX"/>
              <a:t>Interrupción 10h función 13h (Gráficos)</a:t>
            </a:r>
            <a:endParaRPr/>
          </a:p>
        </p:txBody>
      </p:sp>
      <p:sp>
        <p:nvSpPr>
          <p:cNvPr id="2732" name="Google Shape;2732;p345"/>
          <p:cNvSpPr txBox="1"/>
          <p:nvPr>
            <p:ph idx="1" type="body"/>
          </p:nvPr>
        </p:nvSpPr>
        <p:spPr>
          <a:xfrm>
            <a:off x="628650" y="1895747"/>
            <a:ext cx="7886700" cy="4701605"/>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304"/>
              </a:spcBef>
              <a:spcAft>
                <a:spcPts val="0"/>
              </a:spcAft>
              <a:buClr>
                <a:schemeClr val="dk1"/>
              </a:buClr>
              <a:buSzPct val="100000"/>
              <a:buNone/>
            </a:pPr>
            <a:r>
              <a:rPr lang="es-MX"/>
              <a:t>            jmp start</a:t>
            </a:r>
            <a:endParaRPr/>
          </a:p>
          <a:p>
            <a:pPr indent="0" lvl="0" marL="0" rtl="0" algn="l">
              <a:lnSpc>
                <a:spcPct val="100000"/>
              </a:lnSpc>
              <a:spcBef>
                <a:spcPts val="304"/>
              </a:spcBef>
              <a:spcAft>
                <a:spcPts val="0"/>
              </a:spcAft>
              <a:buClr>
                <a:schemeClr val="dk1"/>
              </a:buClr>
              <a:buSzPct val="100000"/>
              <a:buNone/>
            </a:pPr>
            <a:r>
              <a:rPr lang="es-MX"/>
              <a:t>color db 1</a:t>
            </a:r>
            <a:endParaRPr/>
          </a:p>
          <a:p>
            <a:pPr indent="0" lvl="0" marL="0" rtl="0" algn="l">
              <a:lnSpc>
                <a:spcPct val="100000"/>
              </a:lnSpc>
              <a:spcBef>
                <a:spcPts val="304"/>
              </a:spcBef>
              <a:spcAft>
                <a:spcPts val="0"/>
              </a:spcAft>
              <a:buClr>
                <a:schemeClr val="dk1"/>
              </a:buClr>
              <a:buSzPct val="100000"/>
              <a:buNone/>
            </a:pPr>
            <a:r>
              <a:rPr lang="es-MX"/>
              <a:t>start:      Mov cx,1</a:t>
            </a:r>
            <a:endParaRPr/>
          </a:p>
          <a:p>
            <a:pPr indent="0" lvl="0" marL="0" rtl="0" algn="l">
              <a:lnSpc>
                <a:spcPct val="100000"/>
              </a:lnSpc>
              <a:spcBef>
                <a:spcPts val="304"/>
              </a:spcBef>
              <a:spcAft>
                <a:spcPts val="0"/>
              </a:spcAft>
              <a:buClr>
                <a:schemeClr val="dk1"/>
              </a:buClr>
              <a:buSzPct val="100000"/>
              <a:buNone/>
            </a:pPr>
            <a:r>
              <a:rPr lang="es-MX"/>
              <a:t>            mov al, 13h</a:t>
            </a:r>
            <a:endParaRPr/>
          </a:p>
          <a:p>
            <a:pPr indent="0" lvl="0" marL="0" rtl="0" algn="l">
              <a:lnSpc>
                <a:spcPct val="100000"/>
              </a:lnSpc>
              <a:spcBef>
                <a:spcPts val="304"/>
              </a:spcBef>
              <a:spcAft>
                <a:spcPts val="0"/>
              </a:spcAft>
              <a:buClr>
                <a:schemeClr val="dk1"/>
              </a:buClr>
              <a:buSzPct val="100000"/>
              <a:buNone/>
            </a:pPr>
            <a:r>
              <a:rPr lang="es-MX"/>
              <a:t>            mov ah, 0</a:t>
            </a:r>
            <a:endParaRPr/>
          </a:p>
          <a:p>
            <a:pPr indent="0" lvl="0" marL="0" rtl="0" algn="l">
              <a:lnSpc>
                <a:spcPct val="100000"/>
              </a:lnSpc>
              <a:spcBef>
                <a:spcPts val="304"/>
              </a:spcBef>
              <a:spcAft>
                <a:spcPts val="0"/>
              </a:spcAft>
              <a:buClr>
                <a:schemeClr val="dk1"/>
              </a:buClr>
              <a:buSzPct val="100000"/>
              <a:buNone/>
            </a:pPr>
            <a:r>
              <a:rPr lang="es-MX"/>
              <a:t>            int 10h         ;Establecer el modo de video de graficos.</a:t>
            </a:r>
            <a:endParaRPr/>
          </a:p>
          <a:p>
            <a:pPr indent="0" lvl="0" marL="0" rtl="0" algn="l">
              <a:lnSpc>
                <a:spcPct val="100000"/>
              </a:lnSpc>
              <a:spcBef>
                <a:spcPts val="304"/>
              </a:spcBef>
              <a:spcAft>
                <a:spcPts val="0"/>
              </a:spcAft>
              <a:buClr>
                <a:schemeClr val="dk1"/>
              </a:buClr>
              <a:buSzPct val="100000"/>
              <a:buNone/>
            </a:pPr>
            <a:r>
              <a:rPr lang="es-MX"/>
              <a:t> bucle1:    mov dx, cx</a:t>
            </a:r>
            <a:endParaRPr/>
          </a:p>
          <a:p>
            <a:pPr indent="0" lvl="0" marL="0" rtl="0" algn="l">
              <a:lnSpc>
                <a:spcPct val="100000"/>
              </a:lnSpc>
              <a:spcBef>
                <a:spcPts val="304"/>
              </a:spcBef>
              <a:spcAft>
                <a:spcPts val="0"/>
              </a:spcAft>
              <a:buClr>
                <a:schemeClr val="dk1"/>
              </a:buClr>
              <a:buSzPct val="100000"/>
              <a:buNone/>
            </a:pPr>
            <a:r>
              <a:rPr lang="es-MX"/>
              <a:t>            mov al, color   ;AL = color de pixel</a:t>
            </a:r>
            <a:endParaRPr/>
          </a:p>
          <a:p>
            <a:pPr indent="0" lvl="0" marL="0" rtl="0" algn="l">
              <a:lnSpc>
                <a:spcPct val="100000"/>
              </a:lnSpc>
              <a:spcBef>
                <a:spcPts val="304"/>
              </a:spcBef>
              <a:spcAft>
                <a:spcPts val="0"/>
              </a:spcAft>
              <a:buClr>
                <a:schemeClr val="dk1"/>
              </a:buClr>
              <a:buSzPct val="100000"/>
              <a:buNone/>
            </a:pPr>
            <a:r>
              <a:rPr lang="es-MX"/>
              <a:t>            mov ah, 0ch     ;Cambiar color para un solo pixel</a:t>
            </a:r>
            <a:endParaRPr/>
          </a:p>
          <a:p>
            <a:pPr indent="0" lvl="0" marL="0" rtl="0" algn="l">
              <a:lnSpc>
                <a:spcPct val="100000"/>
              </a:lnSpc>
              <a:spcBef>
                <a:spcPts val="304"/>
              </a:spcBef>
              <a:spcAft>
                <a:spcPts val="0"/>
              </a:spcAft>
              <a:buClr>
                <a:schemeClr val="dk1"/>
              </a:buClr>
              <a:buSzPct val="100000"/>
              <a:buNone/>
            </a:pPr>
            <a:r>
              <a:rPr lang="es-MX"/>
              <a:t>            int 10h         ;establecer pixel</a:t>
            </a:r>
            <a:endParaRPr/>
          </a:p>
          <a:p>
            <a:pPr indent="0" lvl="0" marL="0" rtl="0" algn="l">
              <a:lnSpc>
                <a:spcPct val="100000"/>
              </a:lnSpc>
              <a:spcBef>
                <a:spcPts val="304"/>
              </a:spcBef>
              <a:spcAft>
                <a:spcPts val="0"/>
              </a:spcAft>
              <a:buClr>
                <a:schemeClr val="dk1"/>
              </a:buClr>
              <a:buSzPct val="100000"/>
              <a:buNone/>
            </a:pPr>
            <a:r>
              <a:rPr lang="es-MX"/>
              <a:t>            cmp cx, 101     ;llegar hasta 100 x 100 (va en diagonal)</a:t>
            </a:r>
            <a:endParaRPr/>
          </a:p>
          <a:p>
            <a:pPr indent="0" lvl="0" marL="0" rtl="0" algn="l">
              <a:lnSpc>
                <a:spcPct val="100000"/>
              </a:lnSpc>
              <a:spcBef>
                <a:spcPts val="304"/>
              </a:spcBef>
              <a:spcAft>
                <a:spcPts val="0"/>
              </a:spcAft>
              <a:buClr>
                <a:schemeClr val="dk1"/>
              </a:buClr>
              <a:buSzPct val="100000"/>
              <a:buNone/>
            </a:pPr>
            <a:r>
              <a:rPr lang="es-MX"/>
              <a:t>            jz fin</a:t>
            </a:r>
            <a:endParaRPr/>
          </a:p>
          <a:p>
            <a:pPr indent="0" lvl="0" marL="0" rtl="0" algn="l">
              <a:lnSpc>
                <a:spcPct val="100000"/>
              </a:lnSpc>
              <a:spcBef>
                <a:spcPts val="304"/>
              </a:spcBef>
              <a:spcAft>
                <a:spcPts val="0"/>
              </a:spcAft>
              <a:buClr>
                <a:schemeClr val="dk1"/>
              </a:buClr>
              <a:buSzPct val="100000"/>
              <a:buNone/>
            </a:pPr>
            <a:r>
              <a:rPr lang="es-MX"/>
              <a:t>            inc cx          ;DX = fila.</a:t>
            </a:r>
            <a:endParaRPr/>
          </a:p>
          <a:p>
            <a:pPr indent="0" lvl="0" marL="0" rtl="0" algn="l">
              <a:lnSpc>
                <a:spcPct val="100000"/>
              </a:lnSpc>
              <a:spcBef>
                <a:spcPts val="304"/>
              </a:spcBef>
              <a:spcAft>
                <a:spcPts val="0"/>
              </a:spcAft>
              <a:buClr>
                <a:schemeClr val="dk1"/>
              </a:buClr>
              <a:buSzPct val="100000"/>
              <a:buNone/>
            </a:pPr>
            <a:r>
              <a:rPr lang="es-MX"/>
              <a:t>            add color, 2    ;para cambiar colores</a:t>
            </a:r>
            <a:endParaRPr/>
          </a:p>
          <a:p>
            <a:pPr indent="0" lvl="0" marL="0" rtl="0" algn="l">
              <a:lnSpc>
                <a:spcPct val="100000"/>
              </a:lnSpc>
              <a:spcBef>
                <a:spcPts val="304"/>
              </a:spcBef>
              <a:spcAft>
                <a:spcPts val="0"/>
              </a:spcAft>
              <a:buClr>
                <a:schemeClr val="dk1"/>
              </a:buClr>
              <a:buSzPct val="100000"/>
              <a:buNone/>
            </a:pPr>
            <a:r>
              <a:rPr lang="es-MX"/>
              <a:t>            jmp bucle1      ;CX = columna</a:t>
            </a:r>
            <a:endParaRPr/>
          </a:p>
          <a:p>
            <a:pPr indent="0" lvl="0" marL="0" rtl="0" algn="l">
              <a:lnSpc>
                <a:spcPct val="100000"/>
              </a:lnSpc>
              <a:spcBef>
                <a:spcPts val="304"/>
              </a:spcBef>
              <a:spcAft>
                <a:spcPts val="0"/>
              </a:spcAft>
              <a:buClr>
                <a:schemeClr val="dk1"/>
              </a:buClr>
              <a:buSzPct val="100000"/>
              <a:buNone/>
            </a:pPr>
            <a:r>
              <a:rPr lang="es-MX"/>
              <a:t>    fin:    mov     ah, 0 </a:t>
            </a:r>
            <a:endParaRPr/>
          </a:p>
          <a:p>
            <a:pPr indent="0" lvl="0" marL="0" rtl="0" algn="l">
              <a:lnSpc>
                <a:spcPct val="100000"/>
              </a:lnSpc>
              <a:spcBef>
                <a:spcPts val="304"/>
              </a:spcBef>
              <a:spcAft>
                <a:spcPts val="0"/>
              </a:spcAft>
              <a:buClr>
                <a:schemeClr val="dk1"/>
              </a:buClr>
              <a:buSzPct val="100000"/>
              <a:buNone/>
            </a:pPr>
            <a:r>
              <a:rPr lang="es-MX"/>
              <a:t>            int     16h </a:t>
            </a:r>
            <a:endParaRPr/>
          </a:p>
          <a:p>
            <a:pPr indent="0" lvl="0" marL="0" rtl="0" algn="l">
              <a:lnSpc>
                <a:spcPct val="100000"/>
              </a:lnSpc>
              <a:spcBef>
                <a:spcPts val="304"/>
              </a:spcBef>
              <a:spcAft>
                <a:spcPts val="0"/>
              </a:spcAft>
              <a:buClr>
                <a:schemeClr val="dk1"/>
              </a:buClr>
              <a:buSzPct val="100000"/>
              <a:buNone/>
            </a:pPr>
            <a:r>
              <a:rPr lang="es-MX"/>
              <a:t>            ret </a:t>
            </a:r>
            <a:endParaRPr/>
          </a:p>
        </p:txBody>
      </p:sp>
      <p:sp>
        <p:nvSpPr>
          <p:cNvPr id="2733" name="Google Shape;2733;p3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734" name="Google Shape;2734;p3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9" name="Shape 2739"/>
        <p:cNvGrpSpPr/>
        <p:nvPr/>
      </p:nvGrpSpPr>
      <p:grpSpPr>
        <a:xfrm>
          <a:off x="0" y="0"/>
          <a:ext cx="0" cy="0"/>
          <a:chOff x="0" y="0"/>
          <a:chExt cx="0" cy="0"/>
        </a:xfrm>
      </p:grpSpPr>
      <p:sp>
        <p:nvSpPr>
          <p:cNvPr id="2740" name="Google Shape;2740;p346"/>
          <p:cNvSpPr txBox="1"/>
          <p:nvPr/>
        </p:nvSpPr>
        <p:spPr>
          <a:xfrm>
            <a:off x="0" y="0"/>
            <a:ext cx="52006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DE ENTRADA SALIDA (E/S). </a:t>
            </a:r>
            <a:endParaRPr b="0" i="0" sz="1400" u="none" cap="none" strike="noStrike">
              <a:solidFill>
                <a:srgbClr val="000000"/>
              </a:solidFill>
              <a:latin typeface="Arial"/>
              <a:ea typeface="Arial"/>
              <a:cs typeface="Arial"/>
              <a:sym typeface="Arial"/>
            </a:endParaRPr>
          </a:p>
        </p:txBody>
      </p:sp>
      <p:sp>
        <p:nvSpPr>
          <p:cNvPr id="2741" name="Google Shape;2741;p346"/>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742" name="Google Shape;2742;p346"/>
          <p:cNvSpPr/>
          <p:nvPr/>
        </p:nvSpPr>
        <p:spPr>
          <a:xfrm>
            <a:off x="395288" y="682248"/>
            <a:ext cx="8351837" cy="4247317"/>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IN </a:t>
            </a:r>
            <a:r>
              <a:rPr b="0" i="0" lang="es-MX" sz="1800" u="none" cap="none" strike="noStrike">
                <a:solidFill>
                  <a:srgbClr val="0000FF"/>
                </a:solidFill>
                <a:latin typeface="Arial"/>
                <a:ea typeface="Arial"/>
                <a:cs typeface="Arial"/>
                <a:sym typeface="Arial"/>
              </a:rPr>
              <a:t> (entrada)</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rgbClr val="0000FF"/>
                </a:solidFill>
                <a:latin typeface="Arial"/>
                <a:ea typeface="Arial"/>
                <a:cs typeface="Arial"/>
                <a:sym typeface="Arial"/>
              </a:rPr>
              <a:t>  IN acumulador, puerto.</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rgbClr val="0000FF"/>
                </a:solidFill>
                <a:latin typeface="Arial"/>
                <a:ea typeface="Arial"/>
                <a:cs typeface="Arial"/>
                <a:sym typeface="Arial"/>
              </a:rPr>
              <a:t> 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    -     -    -     -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just">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Transfiere datos desde el puerto indicado hasta el registro AL o AX, dependiendo de la longitud byte o palabra respectivamente. El puerto puede especificarse mediante una constante (0 a 255) o a través del valor contenido en DX (0 a 65535).</a:t>
            </a:r>
            <a:endParaRPr b="0" i="0" sz="1400" u="none" cap="none" strike="noStrike">
              <a:solidFill>
                <a:srgbClr val="000000"/>
              </a:solidFill>
              <a:latin typeface="Arial"/>
              <a:ea typeface="Arial"/>
              <a:cs typeface="Arial"/>
              <a:sym typeface="Arial"/>
            </a:endParaRPr>
          </a:p>
          <a:p>
            <a:pPr indent="363538"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Ejemplo:</a:t>
            </a:r>
            <a:r>
              <a:rPr b="0" i="0" lang="es-MX" sz="1800" u="none" cap="none" strike="noStrike">
                <a:solidFill>
                  <a:srgbClr val="0000FF"/>
                </a:solidFill>
                <a:latin typeface="Arial"/>
                <a:ea typeface="Arial"/>
                <a:cs typeface="Arial"/>
                <a:sym typeface="Arial"/>
              </a:rPr>
              <a:t> in al,0fh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in al,dx </a:t>
            </a: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743" name="Google Shape;2743;p3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744" name="Google Shape;2744;p3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9" name="Shape 2749"/>
        <p:cNvGrpSpPr/>
        <p:nvPr/>
      </p:nvGrpSpPr>
      <p:grpSpPr>
        <a:xfrm>
          <a:off x="0" y="0"/>
          <a:ext cx="0" cy="0"/>
          <a:chOff x="0" y="0"/>
          <a:chExt cx="0" cy="0"/>
        </a:xfrm>
      </p:grpSpPr>
      <p:sp>
        <p:nvSpPr>
          <p:cNvPr id="2750" name="Google Shape;2750;p347"/>
          <p:cNvSpPr txBox="1"/>
          <p:nvPr/>
        </p:nvSpPr>
        <p:spPr>
          <a:xfrm>
            <a:off x="0" y="0"/>
            <a:ext cx="52006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DE ENTRADA SALIDA (E/S). </a:t>
            </a:r>
            <a:endParaRPr b="0" i="0" sz="1400" u="none" cap="none" strike="noStrike">
              <a:solidFill>
                <a:srgbClr val="000000"/>
              </a:solidFill>
              <a:latin typeface="Arial"/>
              <a:ea typeface="Arial"/>
              <a:cs typeface="Arial"/>
              <a:sym typeface="Arial"/>
            </a:endParaRPr>
          </a:p>
        </p:txBody>
      </p:sp>
      <p:sp>
        <p:nvSpPr>
          <p:cNvPr id="2751" name="Google Shape;2751;p347"/>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752" name="Google Shape;2752;p347"/>
          <p:cNvSpPr/>
          <p:nvPr/>
        </p:nvSpPr>
        <p:spPr>
          <a:xfrm>
            <a:off x="323850" y="700088"/>
            <a:ext cx="8351838" cy="3937000"/>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OUT</a:t>
            </a:r>
            <a:r>
              <a:rPr b="0" i="0" lang="es-MX" sz="1800" u="none" cap="none" strike="noStrike">
                <a:solidFill>
                  <a:srgbClr val="0000FF"/>
                </a:solidFill>
                <a:latin typeface="Arial"/>
                <a:ea typeface="Arial"/>
                <a:cs typeface="Arial"/>
                <a:sym typeface="Arial"/>
              </a:rPr>
              <a:t> (salida)</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rgbClr val="0000FF"/>
                </a:solidFill>
                <a:latin typeface="Arial"/>
                <a:ea typeface="Arial"/>
                <a:cs typeface="Arial"/>
                <a:sym typeface="Arial"/>
              </a:rPr>
              <a:t> OUT puerto, acumulador</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rgbClr val="0000FF"/>
                </a:solidFill>
                <a:latin typeface="Arial"/>
                <a:ea typeface="Arial"/>
                <a:cs typeface="Arial"/>
                <a:sym typeface="Arial"/>
              </a:rPr>
              <a:t> 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    -    -    -     -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Transfiere un byte o palabra del registro AL o AX a un puerto de salida. El puerto puede especificarse con un valor fijo entre 0 y 255 o a través del valor contenido en el registro DX (de 0 a 65535).</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Ejemplo:</a:t>
            </a:r>
            <a:r>
              <a:rPr b="0" i="0" lang="es-MX" sz="1800" u="none" cap="none" strike="noStrike">
                <a:solidFill>
                  <a:srgbClr val="0000FF"/>
                </a:solidFill>
                <a:latin typeface="Arial"/>
                <a:ea typeface="Arial"/>
                <a:cs typeface="Arial"/>
                <a:sym typeface="Arial"/>
              </a:rPr>
              <a:t> out 12h,ax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out dx,al </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p:txBody>
      </p:sp>
      <p:sp>
        <p:nvSpPr>
          <p:cNvPr id="2753" name="Google Shape;2753;p3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754" name="Google Shape;2754;p3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8" name="Shape 2758"/>
        <p:cNvGrpSpPr/>
        <p:nvPr/>
      </p:nvGrpSpPr>
      <p:grpSpPr>
        <a:xfrm>
          <a:off x="0" y="0"/>
          <a:ext cx="0" cy="0"/>
          <a:chOff x="0" y="0"/>
          <a:chExt cx="0" cy="0"/>
        </a:xfrm>
      </p:grpSpPr>
      <p:sp>
        <p:nvSpPr>
          <p:cNvPr id="2759" name="Google Shape;2759;p3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Puertos en el EMU8086</a:t>
            </a:r>
            <a:endParaRPr/>
          </a:p>
        </p:txBody>
      </p:sp>
      <p:sp>
        <p:nvSpPr>
          <p:cNvPr id="2760" name="Google Shape;2760;p3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199 🡪 Display</a:t>
            </a:r>
            <a:endParaRPr/>
          </a:p>
          <a:p>
            <a:pPr indent="-342900" lvl="0" marL="342900" rtl="0" algn="l">
              <a:lnSpc>
                <a:spcPct val="100000"/>
              </a:lnSpc>
              <a:spcBef>
                <a:spcPts val="640"/>
              </a:spcBef>
              <a:spcAft>
                <a:spcPts val="0"/>
              </a:spcAft>
              <a:buClr>
                <a:schemeClr val="dk1"/>
              </a:buClr>
              <a:buSzPts val="3200"/>
              <a:buChar char="•"/>
            </a:pPr>
            <a:r>
              <a:rPr lang="es-MX"/>
              <a:t>4      🡪 semáforos</a:t>
            </a:r>
            <a:endParaRPr/>
          </a:p>
          <a:p>
            <a:pPr indent="-342900" lvl="0" marL="342900" rtl="0" algn="l">
              <a:lnSpc>
                <a:spcPct val="100000"/>
              </a:lnSpc>
              <a:spcBef>
                <a:spcPts val="640"/>
              </a:spcBef>
              <a:spcAft>
                <a:spcPts val="0"/>
              </a:spcAft>
              <a:buClr>
                <a:schemeClr val="dk1"/>
              </a:buClr>
              <a:buSzPts val="3200"/>
              <a:buChar char="•"/>
            </a:pPr>
            <a:r>
              <a:rPr lang="es-MX"/>
              <a:t>7      🡪 motor a pasos</a:t>
            </a:r>
            <a:endParaRPr/>
          </a:p>
          <a:p>
            <a:pPr indent="-342900" lvl="0" marL="342900" rtl="0" algn="l">
              <a:lnSpc>
                <a:spcPct val="100000"/>
              </a:lnSpc>
              <a:spcBef>
                <a:spcPts val="640"/>
              </a:spcBef>
              <a:spcAft>
                <a:spcPts val="0"/>
              </a:spcAft>
              <a:buClr>
                <a:schemeClr val="dk1"/>
              </a:buClr>
              <a:buSzPts val="3200"/>
              <a:buChar char="•"/>
            </a:pPr>
            <a:r>
              <a:rPr lang="es-MX"/>
              <a:t>110  y 112 🡪 simulador de puerto, entrada y salda</a:t>
            </a:r>
            <a:endParaRPr/>
          </a:p>
        </p:txBody>
      </p:sp>
      <p:pic>
        <p:nvPicPr>
          <p:cNvPr id="2761" name="Google Shape;2761;p348"/>
          <p:cNvPicPr preferRelativeResize="0"/>
          <p:nvPr/>
        </p:nvPicPr>
        <p:blipFill rotWithShape="1">
          <a:blip r:embed="rId3">
            <a:alphaModFix/>
          </a:blip>
          <a:srcRect b="0" l="0" r="0" t="0"/>
          <a:stretch/>
        </p:blipFill>
        <p:spPr>
          <a:xfrm>
            <a:off x="6134100" y="1600200"/>
            <a:ext cx="2552700" cy="1771650"/>
          </a:xfrm>
          <a:prstGeom prst="rect">
            <a:avLst/>
          </a:prstGeom>
          <a:noFill/>
          <a:ln>
            <a:noFill/>
          </a:ln>
        </p:spPr>
      </p:pic>
      <p:sp>
        <p:nvSpPr>
          <p:cNvPr id="2762" name="Google Shape;2762;p3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763" name="Google Shape;2763;p3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7" name="Shape 2767"/>
        <p:cNvGrpSpPr/>
        <p:nvPr/>
      </p:nvGrpSpPr>
      <p:grpSpPr>
        <a:xfrm>
          <a:off x="0" y="0"/>
          <a:ext cx="0" cy="0"/>
          <a:chOff x="0" y="0"/>
          <a:chExt cx="0" cy="0"/>
        </a:xfrm>
      </p:grpSpPr>
      <p:sp>
        <p:nvSpPr>
          <p:cNvPr id="2768" name="Google Shape;2768;p3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769" name="Google Shape;2769;p3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Clr>
                <a:schemeClr val="dk1"/>
              </a:buClr>
              <a:buSzPct val="100000"/>
              <a:buNone/>
            </a:pPr>
            <a:r>
              <a:rPr lang="es-MX"/>
              <a:t>#start=led_display.exe#</a:t>
            </a:r>
            <a:endParaRPr/>
          </a:p>
          <a:p>
            <a:pPr indent="0" lvl="0" marL="0" rtl="0" algn="l">
              <a:lnSpc>
                <a:spcPct val="100000"/>
              </a:lnSpc>
              <a:spcBef>
                <a:spcPts val="352"/>
              </a:spcBef>
              <a:spcAft>
                <a:spcPts val="0"/>
              </a:spcAft>
              <a:buClr>
                <a:schemeClr val="dk1"/>
              </a:buClr>
              <a:buSzPct val="100000"/>
              <a:buNone/>
            </a:pPr>
            <a:r>
              <a:rPr lang="es-MX"/>
              <a:t>#make_bin#</a:t>
            </a:r>
            <a:endParaRPr/>
          </a:p>
          <a:p>
            <a:pPr indent="0" lvl="0" marL="0" rtl="0" algn="l">
              <a:lnSpc>
                <a:spcPct val="100000"/>
              </a:lnSpc>
              <a:spcBef>
                <a:spcPts val="352"/>
              </a:spcBef>
              <a:spcAft>
                <a:spcPts val="0"/>
              </a:spcAft>
              <a:buClr>
                <a:schemeClr val="dk1"/>
              </a:buClr>
              <a:buSzPct val="100000"/>
              <a:buNone/>
            </a:pPr>
            <a:r>
              <a:rPr lang="es-MX"/>
              <a:t>name "led"</a:t>
            </a:r>
            <a:endParaRPr/>
          </a:p>
          <a:p>
            <a:pPr indent="0" lvl="0" marL="0" rtl="0" algn="l">
              <a:lnSpc>
                <a:spcPct val="100000"/>
              </a:lnSpc>
              <a:spcBef>
                <a:spcPts val="352"/>
              </a:spcBef>
              <a:spcAft>
                <a:spcPts val="0"/>
              </a:spcAft>
              <a:buClr>
                <a:schemeClr val="dk1"/>
              </a:buClr>
              <a:buSzPct val="100000"/>
              <a:buNone/>
            </a:pPr>
            <a:r>
              <a:rPr lang="es-MX"/>
              <a:t>mov ax, 1234</a:t>
            </a:r>
            <a:endParaRPr/>
          </a:p>
          <a:p>
            <a:pPr indent="0" lvl="0" marL="0" rtl="0" algn="l">
              <a:lnSpc>
                <a:spcPct val="100000"/>
              </a:lnSpc>
              <a:spcBef>
                <a:spcPts val="352"/>
              </a:spcBef>
              <a:spcAft>
                <a:spcPts val="0"/>
              </a:spcAft>
              <a:buClr>
                <a:schemeClr val="dk1"/>
              </a:buClr>
              <a:buSzPct val="100000"/>
              <a:buNone/>
            </a:pPr>
            <a:r>
              <a:rPr lang="es-MX"/>
              <a:t>out 199, ax</a:t>
            </a:r>
            <a:endParaRPr/>
          </a:p>
          <a:p>
            <a:pPr indent="0" lvl="0" marL="0" rtl="0" algn="l">
              <a:lnSpc>
                <a:spcPct val="100000"/>
              </a:lnSpc>
              <a:spcBef>
                <a:spcPts val="352"/>
              </a:spcBef>
              <a:spcAft>
                <a:spcPts val="0"/>
              </a:spcAft>
              <a:buClr>
                <a:schemeClr val="dk1"/>
              </a:buClr>
              <a:buSzPct val="100000"/>
              <a:buNone/>
            </a:pPr>
            <a:r>
              <a:rPr lang="es-MX"/>
              <a:t>mov ax, -5678</a:t>
            </a:r>
            <a:endParaRPr/>
          </a:p>
          <a:p>
            <a:pPr indent="0" lvl="0" marL="0" rtl="0" algn="l">
              <a:lnSpc>
                <a:spcPct val="100000"/>
              </a:lnSpc>
              <a:spcBef>
                <a:spcPts val="352"/>
              </a:spcBef>
              <a:spcAft>
                <a:spcPts val="0"/>
              </a:spcAft>
              <a:buClr>
                <a:schemeClr val="dk1"/>
              </a:buClr>
              <a:buSzPct val="100000"/>
              <a:buNone/>
            </a:pPr>
            <a:r>
              <a:rPr lang="es-MX"/>
              <a:t>out 199, ax</a:t>
            </a:r>
            <a:endParaRPr/>
          </a:p>
          <a:p>
            <a:pPr indent="0" lvl="0" marL="0" rtl="0" algn="l">
              <a:lnSpc>
                <a:spcPct val="100000"/>
              </a:lnSpc>
              <a:spcBef>
                <a:spcPts val="352"/>
              </a:spcBef>
              <a:spcAft>
                <a:spcPts val="0"/>
              </a:spcAft>
              <a:buClr>
                <a:schemeClr val="dk1"/>
              </a:buClr>
              <a:buSzPct val="100000"/>
              <a:buNone/>
            </a:pPr>
            <a:r>
              <a:rPr lang="es-MX"/>
              <a:t>; Eternal loop to write</a:t>
            </a:r>
            <a:endParaRPr/>
          </a:p>
          <a:p>
            <a:pPr indent="0" lvl="0" marL="0" rtl="0" algn="l">
              <a:lnSpc>
                <a:spcPct val="100000"/>
              </a:lnSpc>
              <a:spcBef>
                <a:spcPts val="352"/>
              </a:spcBef>
              <a:spcAft>
                <a:spcPts val="0"/>
              </a:spcAft>
              <a:buClr>
                <a:schemeClr val="dk1"/>
              </a:buClr>
              <a:buSzPct val="100000"/>
              <a:buNone/>
            </a:pPr>
            <a:r>
              <a:rPr lang="es-MX"/>
              <a:t>; values to port:</a:t>
            </a:r>
            <a:endParaRPr/>
          </a:p>
          <a:p>
            <a:pPr indent="0" lvl="0" marL="0" rtl="0" algn="l">
              <a:lnSpc>
                <a:spcPct val="100000"/>
              </a:lnSpc>
              <a:spcBef>
                <a:spcPts val="352"/>
              </a:spcBef>
              <a:spcAft>
                <a:spcPts val="0"/>
              </a:spcAft>
              <a:buClr>
                <a:schemeClr val="dk1"/>
              </a:buClr>
              <a:buSzPct val="100000"/>
              <a:buNone/>
            </a:pPr>
            <a:r>
              <a:rPr lang="es-MX"/>
              <a:t>mov ax, 0</a:t>
            </a:r>
            <a:endParaRPr/>
          </a:p>
          <a:p>
            <a:pPr indent="0" lvl="0" marL="0" rtl="0" algn="l">
              <a:lnSpc>
                <a:spcPct val="100000"/>
              </a:lnSpc>
              <a:spcBef>
                <a:spcPts val="352"/>
              </a:spcBef>
              <a:spcAft>
                <a:spcPts val="0"/>
              </a:spcAft>
              <a:buClr>
                <a:schemeClr val="dk1"/>
              </a:buClr>
              <a:buSzPct val="100000"/>
              <a:buNone/>
            </a:pPr>
            <a:r>
              <a:rPr lang="es-MX"/>
              <a:t>x1:</a:t>
            </a:r>
            <a:endParaRPr/>
          </a:p>
          <a:p>
            <a:pPr indent="0" lvl="0" marL="0" rtl="0" algn="l">
              <a:lnSpc>
                <a:spcPct val="100000"/>
              </a:lnSpc>
              <a:spcBef>
                <a:spcPts val="352"/>
              </a:spcBef>
              <a:spcAft>
                <a:spcPts val="0"/>
              </a:spcAft>
              <a:buClr>
                <a:schemeClr val="dk1"/>
              </a:buClr>
              <a:buSzPct val="100000"/>
              <a:buNone/>
            </a:pPr>
            <a:r>
              <a:rPr lang="es-MX"/>
              <a:t>  out 199, ax  </a:t>
            </a:r>
            <a:endParaRPr/>
          </a:p>
          <a:p>
            <a:pPr indent="0" lvl="0" marL="0" rtl="0" algn="l">
              <a:lnSpc>
                <a:spcPct val="100000"/>
              </a:lnSpc>
              <a:spcBef>
                <a:spcPts val="352"/>
              </a:spcBef>
              <a:spcAft>
                <a:spcPts val="0"/>
              </a:spcAft>
              <a:buClr>
                <a:schemeClr val="dk1"/>
              </a:buClr>
              <a:buSzPct val="100000"/>
              <a:buNone/>
            </a:pPr>
            <a:r>
              <a:rPr lang="es-MX"/>
              <a:t>  inc ax</a:t>
            </a:r>
            <a:endParaRPr/>
          </a:p>
          <a:p>
            <a:pPr indent="0" lvl="0" marL="0" rtl="0" algn="l">
              <a:lnSpc>
                <a:spcPct val="100000"/>
              </a:lnSpc>
              <a:spcBef>
                <a:spcPts val="352"/>
              </a:spcBef>
              <a:spcAft>
                <a:spcPts val="0"/>
              </a:spcAft>
              <a:buClr>
                <a:schemeClr val="dk1"/>
              </a:buClr>
              <a:buSzPct val="100000"/>
              <a:buNone/>
            </a:pPr>
            <a:r>
              <a:rPr lang="es-MX"/>
              <a:t>jmp x1</a:t>
            </a:r>
            <a:endParaRPr/>
          </a:p>
          <a:p>
            <a:pPr indent="0" lvl="0" marL="0" rtl="0" algn="l">
              <a:lnSpc>
                <a:spcPct val="100000"/>
              </a:lnSpc>
              <a:spcBef>
                <a:spcPts val="352"/>
              </a:spcBef>
              <a:spcAft>
                <a:spcPts val="0"/>
              </a:spcAft>
              <a:buClr>
                <a:schemeClr val="dk1"/>
              </a:buClr>
              <a:buSzPct val="100000"/>
              <a:buNone/>
            </a:pPr>
            <a:r>
              <a:rPr lang="es-MX"/>
              <a:t>hlt</a:t>
            </a:r>
            <a:endParaRPr/>
          </a:p>
        </p:txBody>
      </p:sp>
      <p:sp>
        <p:nvSpPr>
          <p:cNvPr id="2770" name="Google Shape;2770;p3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771" name="Google Shape;2771;p3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5" name="Shape 2775"/>
        <p:cNvGrpSpPr/>
        <p:nvPr/>
      </p:nvGrpSpPr>
      <p:grpSpPr>
        <a:xfrm>
          <a:off x="0" y="0"/>
          <a:ext cx="0" cy="0"/>
          <a:chOff x="0" y="0"/>
          <a:chExt cx="0" cy="0"/>
        </a:xfrm>
      </p:grpSpPr>
      <p:sp>
        <p:nvSpPr>
          <p:cNvPr id="2776" name="Google Shape;2776;p3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Decimales, Binario, Hexadecimal</a:t>
            </a:r>
            <a:endParaRPr/>
          </a:p>
        </p:txBody>
      </p:sp>
      <p:pic>
        <p:nvPicPr>
          <p:cNvPr id="2777" name="Google Shape;2777;p350"/>
          <p:cNvPicPr preferRelativeResize="0"/>
          <p:nvPr>
            <p:ph idx="1" type="body"/>
          </p:nvPr>
        </p:nvPicPr>
        <p:blipFill rotWithShape="1">
          <a:blip r:embed="rId3">
            <a:alphaModFix/>
          </a:blip>
          <a:srcRect b="0" l="0" r="0" t="0"/>
          <a:stretch/>
        </p:blipFill>
        <p:spPr>
          <a:xfrm>
            <a:off x="457200" y="1600200"/>
            <a:ext cx="8229599" cy="4525963"/>
          </a:xfrm>
          <a:prstGeom prst="rect">
            <a:avLst/>
          </a:prstGeom>
          <a:noFill/>
          <a:ln>
            <a:noFill/>
          </a:ln>
        </p:spPr>
      </p:pic>
      <p:sp>
        <p:nvSpPr>
          <p:cNvPr id="2778" name="Google Shape;2778;p3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779" name="Google Shape;2779;p3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3" name="Shape 2783"/>
        <p:cNvGrpSpPr/>
        <p:nvPr/>
      </p:nvGrpSpPr>
      <p:grpSpPr>
        <a:xfrm>
          <a:off x="0" y="0"/>
          <a:ext cx="0" cy="0"/>
          <a:chOff x="0" y="0"/>
          <a:chExt cx="0" cy="0"/>
        </a:xfrm>
      </p:grpSpPr>
      <p:sp>
        <p:nvSpPr>
          <p:cNvPr id="2784" name="Google Shape;2784;p3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Números BCD</a:t>
            </a:r>
            <a:endParaRPr/>
          </a:p>
        </p:txBody>
      </p:sp>
      <p:pic>
        <p:nvPicPr>
          <p:cNvPr id="2785" name="Google Shape;2785;p351"/>
          <p:cNvPicPr preferRelativeResize="0"/>
          <p:nvPr>
            <p:ph idx="1" type="body"/>
          </p:nvPr>
        </p:nvPicPr>
        <p:blipFill rotWithShape="1">
          <a:blip r:embed="rId3">
            <a:alphaModFix/>
          </a:blip>
          <a:srcRect b="0" l="0" r="0" t="0"/>
          <a:stretch/>
        </p:blipFill>
        <p:spPr>
          <a:xfrm>
            <a:off x="457200" y="1600200"/>
            <a:ext cx="8229600" cy="4525963"/>
          </a:xfrm>
          <a:prstGeom prst="rect">
            <a:avLst/>
          </a:prstGeom>
          <a:noFill/>
          <a:ln>
            <a:noFill/>
          </a:ln>
        </p:spPr>
      </p:pic>
      <p:sp>
        <p:nvSpPr>
          <p:cNvPr id="2786" name="Google Shape;2786;p3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787" name="Google Shape;2787;p3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2" name="Shape 2792"/>
        <p:cNvGrpSpPr/>
        <p:nvPr/>
      </p:nvGrpSpPr>
      <p:grpSpPr>
        <a:xfrm>
          <a:off x="0" y="0"/>
          <a:ext cx="0" cy="0"/>
          <a:chOff x="0" y="0"/>
          <a:chExt cx="0" cy="0"/>
        </a:xfrm>
      </p:grpSpPr>
      <p:sp>
        <p:nvSpPr>
          <p:cNvPr id="2793" name="Google Shape;2793;p352"/>
          <p:cNvSpPr txBox="1"/>
          <p:nvPr/>
        </p:nvSpPr>
        <p:spPr>
          <a:xfrm>
            <a:off x="0" y="0"/>
            <a:ext cx="4932363"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ARITMETICAS (Suma).</a:t>
            </a:r>
            <a:endParaRPr b="0" i="0" sz="1400" u="none" cap="none" strike="noStrike">
              <a:solidFill>
                <a:srgbClr val="000000"/>
              </a:solidFill>
              <a:latin typeface="Arial"/>
              <a:ea typeface="Arial"/>
              <a:cs typeface="Arial"/>
              <a:sym typeface="Arial"/>
            </a:endParaRPr>
          </a:p>
        </p:txBody>
      </p:sp>
      <p:sp>
        <p:nvSpPr>
          <p:cNvPr id="2794" name="Google Shape;2794;p352"/>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795" name="Google Shape;2795;p352"/>
          <p:cNvSpPr/>
          <p:nvPr/>
        </p:nvSpPr>
        <p:spPr>
          <a:xfrm>
            <a:off x="323850" y="484188"/>
            <a:ext cx="8351838" cy="5859462"/>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AAA (ajuste ASCII para la suma)</a:t>
            </a:r>
            <a:br>
              <a:rPr b="0" i="0" lang="es-MX" sz="1800" u="none" cap="none" strike="noStrike">
                <a:solidFill>
                  <a:srgbClr val="FF0000"/>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rgbClr val="0000FF"/>
                </a:solidFill>
                <a:latin typeface="Arial"/>
                <a:ea typeface="Arial"/>
                <a:cs typeface="Arial"/>
                <a:sym typeface="Arial"/>
              </a:rPr>
              <a:t>: AAA</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rgbClr val="0000FF"/>
                </a:solidFill>
                <a:latin typeface="Arial"/>
                <a:ea typeface="Arial"/>
                <a:cs typeface="Arial"/>
                <a:sym typeface="Arial"/>
              </a:rPr>
              <a:t> 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    ?   x    ?    x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Convierte el contenido del registro AL en un numero BCD no empaquetado. Si los cuatro bits menos significativos de AL son mayores que 9; si el indicador AF esta en 1, se suma 6 a AL, 1 a AH, AF se pone a 1, CF se iguala a AF y AL pone sus cuatro bits menos significativos a 0.</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Ejemplo:</a:t>
            </a:r>
            <a:r>
              <a:rPr b="0" i="0" lang="es-MX" sz="1800" u="none" cap="none" strike="noStrike">
                <a:solidFill>
                  <a:srgbClr val="0000FF"/>
                </a:solidFill>
                <a:latin typeface="Arial"/>
                <a:ea typeface="Arial"/>
                <a:cs typeface="Arial"/>
                <a:sym typeface="Arial"/>
              </a:rPr>
              <a:t> add al,bl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aaa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En el ejemplo, tras la suma de dos números BCD no empaquetados colocados en AL y BL, el resultado (por medio de AAA) sigue siendo un numero BCD no empaquetado.</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p:txBody>
      </p:sp>
      <p:sp>
        <p:nvSpPr>
          <p:cNvPr id="2796" name="Google Shape;2796;p3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797" name="Google Shape;2797;p3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1" name="Shape 2801"/>
        <p:cNvGrpSpPr/>
        <p:nvPr/>
      </p:nvGrpSpPr>
      <p:grpSpPr>
        <a:xfrm>
          <a:off x="0" y="0"/>
          <a:ext cx="0" cy="0"/>
          <a:chOff x="0" y="0"/>
          <a:chExt cx="0" cy="0"/>
        </a:xfrm>
      </p:grpSpPr>
      <p:sp>
        <p:nvSpPr>
          <p:cNvPr id="2802" name="Google Shape;2802;p3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2803" name="Google Shape;2803;p353"/>
          <p:cNvPicPr preferRelativeResize="0"/>
          <p:nvPr>
            <p:ph idx="1" type="body"/>
          </p:nvPr>
        </p:nvPicPr>
        <p:blipFill rotWithShape="1">
          <a:blip r:embed="rId3">
            <a:alphaModFix/>
          </a:blip>
          <a:srcRect b="0" l="0" r="0" t="0"/>
          <a:stretch/>
        </p:blipFill>
        <p:spPr>
          <a:xfrm>
            <a:off x="457200" y="1628800"/>
            <a:ext cx="8229600" cy="4392488"/>
          </a:xfrm>
          <a:prstGeom prst="rect">
            <a:avLst/>
          </a:prstGeom>
          <a:noFill/>
          <a:ln>
            <a:noFill/>
          </a:ln>
        </p:spPr>
      </p:pic>
      <p:sp>
        <p:nvSpPr>
          <p:cNvPr id="2804" name="Google Shape;2804;p3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05" name="Google Shape;2805;p3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9" name="Shape 2809"/>
        <p:cNvGrpSpPr/>
        <p:nvPr/>
      </p:nvGrpSpPr>
      <p:grpSpPr>
        <a:xfrm>
          <a:off x="0" y="0"/>
          <a:ext cx="0" cy="0"/>
          <a:chOff x="0" y="0"/>
          <a:chExt cx="0" cy="0"/>
        </a:xfrm>
      </p:grpSpPr>
      <p:sp>
        <p:nvSpPr>
          <p:cNvPr id="2810" name="Google Shape;2810;p354"/>
          <p:cNvSpPr txBox="1"/>
          <p:nvPr>
            <p:ph idx="1" type="body"/>
          </p:nvPr>
        </p:nvSpPr>
        <p:spPr>
          <a:xfrm>
            <a:off x="457200" y="260648"/>
            <a:ext cx="8229600" cy="58655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700"/>
              <a:buNone/>
            </a:pPr>
            <a:r>
              <a:rPr lang="es-MX" sz="1700"/>
              <a:t>org 100h</a:t>
            </a:r>
            <a:endParaRPr/>
          </a:p>
          <a:p>
            <a:pPr indent="0" lvl="0" marL="0" rtl="0" algn="l">
              <a:lnSpc>
                <a:spcPct val="100000"/>
              </a:lnSpc>
              <a:spcBef>
                <a:spcPts val="340"/>
              </a:spcBef>
              <a:spcAft>
                <a:spcPts val="0"/>
              </a:spcAft>
              <a:buClr>
                <a:schemeClr val="dk1"/>
              </a:buClr>
              <a:buSzPts val="1700"/>
              <a:buNone/>
            </a:pPr>
            <a:r>
              <a:rPr lang="es-MX" sz="1700"/>
              <a:t>jmp start</a:t>
            </a:r>
            <a:endParaRPr sz="1700"/>
          </a:p>
          <a:p>
            <a:pPr indent="0" lvl="0" marL="0" rtl="0" algn="l">
              <a:lnSpc>
                <a:spcPct val="100000"/>
              </a:lnSpc>
              <a:spcBef>
                <a:spcPts val="340"/>
              </a:spcBef>
              <a:spcAft>
                <a:spcPts val="0"/>
              </a:spcAft>
              <a:buClr>
                <a:schemeClr val="dk1"/>
              </a:buClr>
              <a:buSzPts val="1700"/>
              <a:buNone/>
            </a:pPr>
            <a:r>
              <a:rPr lang="es-MX" sz="1700"/>
              <a:t>start:  mov     ax,04h</a:t>
            </a:r>
            <a:endParaRPr/>
          </a:p>
          <a:p>
            <a:pPr indent="0" lvl="0" marL="0" rtl="0" algn="l">
              <a:lnSpc>
                <a:spcPct val="100000"/>
              </a:lnSpc>
              <a:spcBef>
                <a:spcPts val="340"/>
              </a:spcBef>
              <a:spcAft>
                <a:spcPts val="0"/>
              </a:spcAft>
              <a:buClr>
                <a:schemeClr val="dk1"/>
              </a:buClr>
              <a:buSzPts val="1700"/>
              <a:buNone/>
            </a:pPr>
            <a:r>
              <a:rPr lang="es-MX" sz="1700"/>
              <a:t>        mov     bx,01h </a:t>
            </a:r>
            <a:endParaRPr/>
          </a:p>
          <a:p>
            <a:pPr indent="0" lvl="0" marL="0" rtl="0" algn="l">
              <a:lnSpc>
                <a:spcPct val="100000"/>
              </a:lnSpc>
              <a:spcBef>
                <a:spcPts val="340"/>
              </a:spcBef>
              <a:spcAft>
                <a:spcPts val="0"/>
              </a:spcAft>
              <a:buClr>
                <a:schemeClr val="dk1"/>
              </a:buClr>
              <a:buSzPts val="1700"/>
              <a:buNone/>
            </a:pPr>
            <a:r>
              <a:rPr lang="es-MX" sz="1700"/>
              <a:t>        add     ax,bx</a:t>
            </a:r>
            <a:endParaRPr sz="1700"/>
          </a:p>
          <a:p>
            <a:pPr indent="0" lvl="0" marL="0" rtl="0" algn="l">
              <a:lnSpc>
                <a:spcPct val="100000"/>
              </a:lnSpc>
              <a:spcBef>
                <a:spcPts val="340"/>
              </a:spcBef>
              <a:spcAft>
                <a:spcPts val="0"/>
              </a:spcAft>
              <a:buClr>
                <a:schemeClr val="dk1"/>
              </a:buClr>
              <a:buSzPts val="1700"/>
              <a:buNone/>
            </a:pPr>
            <a:r>
              <a:rPr lang="es-MX" sz="1700"/>
              <a:t>        aaa         </a:t>
            </a:r>
            <a:endParaRPr/>
          </a:p>
          <a:p>
            <a:pPr indent="0" lvl="0" marL="0" rtl="0" algn="l">
              <a:lnSpc>
                <a:spcPct val="100000"/>
              </a:lnSpc>
              <a:spcBef>
                <a:spcPts val="340"/>
              </a:spcBef>
              <a:spcAft>
                <a:spcPts val="0"/>
              </a:spcAft>
              <a:buClr>
                <a:schemeClr val="dk1"/>
              </a:buClr>
              <a:buSzPts val="1700"/>
              <a:buNone/>
            </a:pPr>
            <a:r>
              <a:rPr lang="es-MX" sz="1700"/>
              <a:t>        mov     ax,05h</a:t>
            </a:r>
            <a:endParaRPr/>
          </a:p>
          <a:p>
            <a:pPr indent="0" lvl="0" marL="0" rtl="0" algn="l">
              <a:lnSpc>
                <a:spcPct val="100000"/>
              </a:lnSpc>
              <a:spcBef>
                <a:spcPts val="340"/>
              </a:spcBef>
              <a:spcAft>
                <a:spcPts val="0"/>
              </a:spcAft>
              <a:buClr>
                <a:schemeClr val="dk1"/>
              </a:buClr>
              <a:buSzPts val="1700"/>
              <a:buNone/>
            </a:pPr>
            <a:r>
              <a:rPr lang="es-MX" sz="1700"/>
              <a:t>        mov     bx,06h  </a:t>
            </a:r>
            <a:endParaRPr/>
          </a:p>
          <a:p>
            <a:pPr indent="0" lvl="0" marL="0" rtl="0" algn="l">
              <a:lnSpc>
                <a:spcPct val="100000"/>
              </a:lnSpc>
              <a:spcBef>
                <a:spcPts val="340"/>
              </a:spcBef>
              <a:spcAft>
                <a:spcPts val="0"/>
              </a:spcAft>
              <a:buClr>
                <a:schemeClr val="dk1"/>
              </a:buClr>
              <a:buSzPts val="1700"/>
              <a:buNone/>
            </a:pPr>
            <a:r>
              <a:rPr lang="es-MX" sz="1700"/>
              <a:t>        add     ax,bx        </a:t>
            </a:r>
            <a:endParaRPr/>
          </a:p>
          <a:p>
            <a:pPr indent="0" lvl="0" marL="0" rtl="0" algn="l">
              <a:lnSpc>
                <a:spcPct val="100000"/>
              </a:lnSpc>
              <a:spcBef>
                <a:spcPts val="340"/>
              </a:spcBef>
              <a:spcAft>
                <a:spcPts val="0"/>
              </a:spcAft>
              <a:buClr>
                <a:schemeClr val="dk1"/>
              </a:buClr>
              <a:buSzPts val="1700"/>
              <a:buNone/>
            </a:pPr>
            <a:r>
              <a:rPr lang="es-MX" sz="1700"/>
              <a:t>        aaa   </a:t>
            </a:r>
            <a:endParaRPr/>
          </a:p>
          <a:p>
            <a:pPr indent="0" lvl="0" marL="0" rtl="0" algn="l">
              <a:lnSpc>
                <a:spcPct val="100000"/>
              </a:lnSpc>
              <a:spcBef>
                <a:spcPts val="340"/>
              </a:spcBef>
              <a:spcAft>
                <a:spcPts val="0"/>
              </a:spcAft>
              <a:buClr>
                <a:schemeClr val="dk1"/>
              </a:buClr>
              <a:buSzPts val="1700"/>
              <a:buNone/>
            </a:pPr>
            <a:r>
              <a:rPr lang="es-MX" sz="1700"/>
              <a:t>        mov     ax,06h</a:t>
            </a:r>
            <a:endParaRPr/>
          </a:p>
          <a:p>
            <a:pPr indent="0" lvl="0" marL="0" rtl="0" algn="l">
              <a:lnSpc>
                <a:spcPct val="100000"/>
              </a:lnSpc>
              <a:spcBef>
                <a:spcPts val="340"/>
              </a:spcBef>
              <a:spcAft>
                <a:spcPts val="0"/>
              </a:spcAft>
              <a:buClr>
                <a:schemeClr val="dk1"/>
              </a:buClr>
              <a:buSzPts val="1700"/>
              <a:buNone/>
            </a:pPr>
            <a:r>
              <a:rPr lang="es-MX" sz="1700"/>
              <a:t>        mov     bx,06h  </a:t>
            </a:r>
            <a:endParaRPr/>
          </a:p>
          <a:p>
            <a:pPr indent="0" lvl="0" marL="0" rtl="0" algn="l">
              <a:lnSpc>
                <a:spcPct val="100000"/>
              </a:lnSpc>
              <a:spcBef>
                <a:spcPts val="340"/>
              </a:spcBef>
              <a:spcAft>
                <a:spcPts val="0"/>
              </a:spcAft>
              <a:buClr>
                <a:schemeClr val="dk1"/>
              </a:buClr>
              <a:buSzPts val="1700"/>
              <a:buNone/>
            </a:pPr>
            <a:r>
              <a:rPr lang="es-MX" sz="1700"/>
              <a:t>        add     ax,bx        </a:t>
            </a:r>
            <a:endParaRPr/>
          </a:p>
          <a:p>
            <a:pPr indent="0" lvl="0" marL="0" rtl="0" algn="l">
              <a:lnSpc>
                <a:spcPct val="100000"/>
              </a:lnSpc>
              <a:spcBef>
                <a:spcPts val="340"/>
              </a:spcBef>
              <a:spcAft>
                <a:spcPts val="0"/>
              </a:spcAft>
              <a:buClr>
                <a:schemeClr val="dk1"/>
              </a:buClr>
              <a:buSzPts val="1700"/>
              <a:buNone/>
            </a:pPr>
            <a:r>
              <a:rPr lang="es-MX" sz="1700"/>
              <a:t>        aaa                </a:t>
            </a:r>
            <a:endParaRPr/>
          </a:p>
          <a:p>
            <a:pPr indent="0" lvl="0" marL="0" rtl="0" algn="l">
              <a:lnSpc>
                <a:spcPct val="100000"/>
              </a:lnSpc>
              <a:spcBef>
                <a:spcPts val="340"/>
              </a:spcBef>
              <a:spcAft>
                <a:spcPts val="0"/>
              </a:spcAft>
              <a:buClr>
                <a:schemeClr val="dk1"/>
              </a:buClr>
              <a:buSzPts val="1700"/>
              <a:buNone/>
            </a:pPr>
            <a:r>
              <a:rPr lang="es-MX" sz="1700"/>
              <a:t>        mov     ah, 0 </a:t>
            </a:r>
            <a:endParaRPr/>
          </a:p>
          <a:p>
            <a:pPr indent="0" lvl="0" marL="0" rtl="0" algn="l">
              <a:lnSpc>
                <a:spcPct val="100000"/>
              </a:lnSpc>
              <a:spcBef>
                <a:spcPts val="340"/>
              </a:spcBef>
              <a:spcAft>
                <a:spcPts val="0"/>
              </a:spcAft>
              <a:buClr>
                <a:schemeClr val="dk1"/>
              </a:buClr>
              <a:buSzPts val="1700"/>
              <a:buNone/>
            </a:pPr>
            <a:r>
              <a:rPr lang="es-MX" sz="1700"/>
              <a:t>        int     16h  </a:t>
            </a:r>
            <a:endParaRPr/>
          </a:p>
          <a:p>
            <a:pPr indent="0" lvl="0" marL="0" rtl="0" algn="l">
              <a:lnSpc>
                <a:spcPct val="100000"/>
              </a:lnSpc>
              <a:spcBef>
                <a:spcPts val="340"/>
              </a:spcBef>
              <a:spcAft>
                <a:spcPts val="0"/>
              </a:spcAft>
              <a:buClr>
                <a:schemeClr val="dk1"/>
              </a:buClr>
              <a:buSzPts val="1700"/>
              <a:buNone/>
            </a:pPr>
            <a:r>
              <a:rPr lang="es-MX" sz="1700"/>
              <a:t>ret</a:t>
            </a:r>
            <a:r>
              <a:rPr lang="es-MX" sz="1550"/>
              <a:t> </a:t>
            </a:r>
            <a:endParaRPr/>
          </a:p>
        </p:txBody>
      </p:sp>
      <p:sp>
        <p:nvSpPr>
          <p:cNvPr id="2811" name="Google Shape;2811;p3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12" name="Google Shape;2812;p3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7" name="Shape 2817"/>
        <p:cNvGrpSpPr/>
        <p:nvPr/>
      </p:nvGrpSpPr>
      <p:grpSpPr>
        <a:xfrm>
          <a:off x="0" y="0"/>
          <a:ext cx="0" cy="0"/>
          <a:chOff x="0" y="0"/>
          <a:chExt cx="0" cy="0"/>
        </a:xfrm>
      </p:grpSpPr>
      <p:sp>
        <p:nvSpPr>
          <p:cNvPr id="2818" name="Google Shape;2818;p355"/>
          <p:cNvSpPr txBox="1"/>
          <p:nvPr/>
        </p:nvSpPr>
        <p:spPr>
          <a:xfrm>
            <a:off x="0" y="0"/>
            <a:ext cx="4932363"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ARITMETICAS (Suma).</a:t>
            </a:r>
            <a:endParaRPr b="0" i="0" sz="1400" u="none" cap="none" strike="noStrike">
              <a:solidFill>
                <a:srgbClr val="000000"/>
              </a:solidFill>
              <a:latin typeface="Arial"/>
              <a:ea typeface="Arial"/>
              <a:cs typeface="Arial"/>
              <a:sym typeface="Arial"/>
            </a:endParaRPr>
          </a:p>
        </p:txBody>
      </p:sp>
      <p:sp>
        <p:nvSpPr>
          <p:cNvPr id="2819" name="Google Shape;2819;p355"/>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820" name="Google Shape;2820;p355"/>
          <p:cNvSpPr/>
          <p:nvPr/>
        </p:nvSpPr>
        <p:spPr>
          <a:xfrm>
            <a:off x="323850" y="484188"/>
            <a:ext cx="8351838" cy="5859462"/>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DAA (ajuste decimal para la suma)</a:t>
            </a:r>
            <a:br>
              <a:rPr b="0" i="0" lang="es-MX" sz="1800" u="none" cap="none" strike="noStrike">
                <a:solidFill>
                  <a:srgbClr val="FF0000"/>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rgbClr val="0000FF"/>
                </a:solidFill>
                <a:latin typeface="Arial"/>
                <a:ea typeface="Arial"/>
                <a:cs typeface="Arial"/>
                <a:sym typeface="Arial"/>
              </a:rPr>
              <a:t> DAA</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rgbClr val="0000FF"/>
                </a:solidFill>
                <a:latin typeface="Arial"/>
                <a:ea typeface="Arial"/>
                <a:cs typeface="Arial"/>
                <a:sym typeface="Arial"/>
              </a:rPr>
              <a:t> 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x    x    x    x    x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Convierte el contenido del registro AL en un par de valores BCD: si los cuatro bits menos significativos de AL son un numero mayor que 9, el indicador AF se pone a 1 y se suma 6 a AL. De igual forma, si los cuatro bits menos significativos de AL tras la operación anterior son un numero mayor que 9, el indicador CF se pone a 1 y se suma 60h a AL.</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Ejemplo:</a:t>
            </a:r>
            <a:r>
              <a:rPr b="0" i="0" lang="es-MX" sz="1800" u="none" cap="none" strike="noStrike">
                <a:solidFill>
                  <a:srgbClr val="0000FF"/>
                </a:solidFill>
                <a:latin typeface="Arial"/>
                <a:ea typeface="Arial"/>
                <a:cs typeface="Arial"/>
                <a:sym typeface="Arial"/>
              </a:rPr>
              <a:t> add al,cl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daa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En el ejemplo anterior, si AL y CL contienen  dos números BCD empaquetados, DAA hace que el resultado de la suma (en AL) siga siendo también un BCD empaquetado.</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p:txBody>
      </p:sp>
      <p:sp>
        <p:nvSpPr>
          <p:cNvPr id="2821" name="Google Shape;2821;p3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22" name="Google Shape;2822;p3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6" name="Shape 2826"/>
        <p:cNvGrpSpPr/>
        <p:nvPr/>
      </p:nvGrpSpPr>
      <p:grpSpPr>
        <a:xfrm>
          <a:off x="0" y="0"/>
          <a:ext cx="0" cy="0"/>
          <a:chOff x="0" y="0"/>
          <a:chExt cx="0" cy="0"/>
        </a:xfrm>
      </p:grpSpPr>
      <p:sp>
        <p:nvSpPr>
          <p:cNvPr id="2827" name="Google Shape;2827;p356"/>
          <p:cNvSpPr txBox="1"/>
          <p:nvPr>
            <p:ph idx="1" type="body"/>
          </p:nvPr>
        </p:nvSpPr>
        <p:spPr>
          <a:xfrm>
            <a:off x="457200" y="260648"/>
            <a:ext cx="8229600" cy="58655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700"/>
              <a:buNone/>
            </a:pPr>
            <a:r>
              <a:rPr lang="es-MX" sz="1700"/>
              <a:t>org 100h</a:t>
            </a:r>
            <a:endParaRPr/>
          </a:p>
          <a:p>
            <a:pPr indent="0" lvl="0" marL="0" rtl="0" algn="l">
              <a:lnSpc>
                <a:spcPct val="100000"/>
              </a:lnSpc>
              <a:spcBef>
                <a:spcPts val="340"/>
              </a:spcBef>
              <a:spcAft>
                <a:spcPts val="0"/>
              </a:spcAft>
              <a:buClr>
                <a:schemeClr val="dk1"/>
              </a:buClr>
              <a:buSzPts val="1700"/>
              <a:buNone/>
            </a:pPr>
            <a:r>
              <a:rPr lang="es-MX" sz="1700"/>
              <a:t>jmp start</a:t>
            </a:r>
            <a:endParaRPr sz="1700"/>
          </a:p>
          <a:p>
            <a:pPr indent="0" lvl="0" marL="0" rtl="0" algn="l">
              <a:lnSpc>
                <a:spcPct val="100000"/>
              </a:lnSpc>
              <a:spcBef>
                <a:spcPts val="340"/>
              </a:spcBef>
              <a:spcAft>
                <a:spcPts val="0"/>
              </a:spcAft>
              <a:buClr>
                <a:schemeClr val="dk1"/>
              </a:buClr>
              <a:buSzPts val="1700"/>
              <a:buNone/>
            </a:pPr>
            <a:r>
              <a:rPr lang="es-MX" sz="1700"/>
              <a:t>start:  mov     al,04h</a:t>
            </a:r>
            <a:endParaRPr/>
          </a:p>
          <a:p>
            <a:pPr indent="0" lvl="0" marL="0" rtl="0" algn="l">
              <a:lnSpc>
                <a:spcPct val="100000"/>
              </a:lnSpc>
              <a:spcBef>
                <a:spcPts val="340"/>
              </a:spcBef>
              <a:spcAft>
                <a:spcPts val="0"/>
              </a:spcAft>
              <a:buClr>
                <a:schemeClr val="dk1"/>
              </a:buClr>
              <a:buSzPts val="1700"/>
              <a:buNone/>
            </a:pPr>
            <a:r>
              <a:rPr lang="es-MX" sz="1700"/>
              <a:t>        mov     bl,01h </a:t>
            </a:r>
            <a:endParaRPr/>
          </a:p>
          <a:p>
            <a:pPr indent="0" lvl="0" marL="0" rtl="0" algn="l">
              <a:lnSpc>
                <a:spcPct val="100000"/>
              </a:lnSpc>
              <a:spcBef>
                <a:spcPts val="340"/>
              </a:spcBef>
              <a:spcAft>
                <a:spcPts val="0"/>
              </a:spcAft>
              <a:buClr>
                <a:schemeClr val="dk1"/>
              </a:buClr>
              <a:buSzPts val="1700"/>
              <a:buNone/>
            </a:pPr>
            <a:r>
              <a:rPr lang="es-MX" sz="1700"/>
              <a:t>        add     al,bl</a:t>
            </a:r>
            <a:endParaRPr sz="1700"/>
          </a:p>
          <a:p>
            <a:pPr indent="0" lvl="0" marL="0" rtl="0" algn="l">
              <a:lnSpc>
                <a:spcPct val="100000"/>
              </a:lnSpc>
              <a:spcBef>
                <a:spcPts val="340"/>
              </a:spcBef>
              <a:spcAft>
                <a:spcPts val="0"/>
              </a:spcAft>
              <a:buClr>
                <a:schemeClr val="dk1"/>
              </a:buClr>
              <a:buSzPts val="1700"/>
              <a:buNone/>
            </a:pPr>
            <a:r>
              <a:rPr lang="es-MX" sz="1700"/>
              <a:t>        daa</a:t>
            </a:r>
            <a:endParaRPr sz="1700"/>
          </a:p>
          <a:p>
            <a:pPr indent="0" lvl="0" marL="0" rtl="0" algn="l">
              <a:lnSpc>
                <a:spcPct val="100000"/>
              </a:lnSpc>
              <a:spcBef>
                <a:spcPts val="340"/>
              </a:spcBef>
              <a:spcAft>
                <a:spcPts val="0"/>
              </a:spcAft>
              <a:buClr>
                <a:schemeClr val="dk1"/>
              </a:buClr>
              <a:buSzPts val="1700"/>
              <a:buNone/>
            </a:pPr>
            <a:r>
              <a:rPr lang="es-MX" sz="1700"/>
              <a:t>        mov     al,05h</a:t>
            </a:r>
            <a:endParaRPr/>
          </a:p>
          <a:p>
            <a:pPr indent="0" lvl="0" marL="0" rtl="0" algn="l">
              <a:lnSpc>
                <a:spcPct val="100000"/>
              </a:lnSpc>
              <a:spcBef>
                <a:spcPts val="340"/>
              </a:spcBef>
              <a:spcAft>
                <a:spcPts val="0"/>
              </a:spcAft>
              <a:buClr>
                <a:schemeClr val="dk1"/>
              </a:buClr>
              <a:buSzPts val="1700"/>
              <a:buNone/>
            </a:pPr>
            <a:r>
              <a:rPr lang="es-MX" sz="1700"/>
              <a:t>        mov     bl,06h  </a:t>
            </a:r>
            <a:endParaRPr/>
          </a:p>
          <a:p>
            <a:pPr indent="0" lvl="0" marL="0" rtl="0" algn="l">
              <a:lnSpc>
                <a:spcPct val="100000"/>
              </a:lnSpc>
              <a:spcBef>
                <a:spcPts val="340"/>
              </a:spcBef>
              <a:spcAft>
                <a:spcPts val="0"/>
              </a:spcAft>
              <a:buClr>
                <a:schemeClr val="dk1"/>
              </a:buClr>
              <a:buSzPts val="1700"/>
              <a:buNone/>
            </a:pPr>
            <a:r>
              <a:rPr lang="es-MX" sz="1700"/>
              <a:t>        add     al,bl</a:t>
            </a:r>
            <a:endParaRPr sz="1700"/>
          </a:p>
          <a:p>
            <a:pPr indent="0" lvl="0" marL="0" rtl="0" algn="l">
              <a:lnSpc>
                <a:spcPct val="100000"/>
              </a:lnSpc>
              <a:spcBef>
                <a:spcPts val="340"/>
              </a:spcBef>
              <a:spcAft>
                <a:spcPts val="0"/>
              </a:spcAft>
              <a:buClr>
                <a:schemeClr val="dk1"/>
              </a:buClr>
              <a:buSzPts val="1700"/>
              <a:buNone/>
            </a:pPr>
            <a:r>
              <a:rPr lang="es-MX" sz="1700"/>
              <a:t>        daa   </a:t>
            </a:r>
            <a:endParaRPr/>
          </a:p>
          <a:p>
            <a:pPr indent="0" lvl="0" marL="0" rtl="0" algn="l">
              <a:lnSpc>
                <a:spcPct val="100000"/>
              </a:lnSpc>
              <a:spcBef>
                <a:spcPts val="340"/>
              </a:spcBef>
              <a:spcAft>
                <a:spcPts val="0"/>
              </a:spcAft>
              <a:buClr>
                <a:schemeClr val="dk1"/>
              </a:buClr>
              <a:buSzPts val="1700"/>
              <a:buNone/>
            </a:pPr>
            <a:r>
              <a:rPr lang="es-MX" sz="1700"/>
              <a:t>        mov     al,06h</a:t>
            </a:r>
            <a:endParaRPr/>
          </a:p>
          <a:p>
            <a:pPr indent="0" lvl="0" marL="0" rtl="0" algn="l">
              <a:lnSpc>
                <a:spcPct val="100000"/>
              </a:lnSpc>
              <a:spcBef>
                <a:spcPts val="340"/>
              </a:spcBef>
              <a:spcAft>
                <a:spcPts val="0"/>
              </a:spcAft>
              <a:buClr>
                <a:schemeClr val="dk1"/>
              </a:buClr>
              <a:buSzPts val="1700"/>
              <a:buNone/>
            </a:pPr>
            <a:r>
              <a:rPr lang="es-MX" sz="1700"/>
              <a:t>        mov     bl,06h  </a:t>
            </a:r>
            <a:endParaRPr/>
          </a:p>
          <a:p>
            <a:pPr indent="0" lvl="0" marL="0" rtl="0" algn="l">
              <a:lnSpc>
                <a:spcPct val="100000"/>
              </a:lnSpc>
              <a:spcBef>
                <a:spcPts val="340"/>
              </a:spcBef>
              <a:spcAft>
                <a:spcPts val="0"/>
              </a:spcAft>
              <a:buClr>
                <a:schemeClr val="dk1"/>
              </a:buClr>
              <a:buSzPts val="1700"/>
              <a:buNone/>
            </a:pPr>
            <a:r>
              <a:rPr lang="es-MX" sz="1700"/>
              <a:t>        add     al,bl</a:t>
            </a:r>
            <a:endParaRPr sz="1700"/>
          </a:p>
          <a:p>
            <a:pPr indent="0" lvl="0" marL="0" rtl="0" algn="l">
              <a:lnSpc>
                <a:spcPct val="100000"/>
              </a:lnSpc>
              <a:spcBef>
                <a:spcPts val="340"/>
              </a:spcBef>
              <a:spcAft>
                <a:spcPts val="0"/>
              </a:spcAft>
              <a:buClr>
                <a:schemeClr val="dk1"/>
              </a:buClr>
              <a:buSzPts val="1700"/>
              <a:buNone/>
            </a:pPr>
            <a:r>
              <a:rPr lang="es-MX" sz="1700"/>
              <a:t>        daa                </a:t>
            </a:r>
            <a:endParaRPr/>
          </a:p>
          <a:p>
            <a:pPr indent="0" lvl="0" marL="0" rtl="0" algn="l">
              <a:lnSpc>
                <a:spcPct val="100000"/>
              </a:lnSpc>
              <a:spcBef>
                <a:spcPts val="340"/>
              </a:spcBef>
              <a:spcAft>
                <a:spcPts val="0"/>
              </a:spcAft>
              <a:buClr>
                <a:schemeClr val="dk1"/>
              </a:buClr>
              <a:buSzPts val="1700"/>
              <a:buNone/>
            </a:pPr>
            <a:r>
              <a:rPr lang="es-MX" sz="1700"/>
              <a:t>        mov     ah, 0 </a:t>
            </a:r>
            <a:endParaRPr/>
          </a:p>
          <a:p>
            <a:pPr indent="0" lvl="0" marL="0" rtl="0" algn="l">
              <a:lnSpc>
                <a:spcPct val="100000"/>
              </a:lnSpc>
              <a:spcBef>
                <a:spcPts val="340"/>
              </a:spcBef>
              <a:spcAft>
                <a:spcPts val="0"/>
              </a:spcAft>
              <a:buClr>
                <a:schemeClr val="dk1"/>
              </a:buClr>
              <a:buSzPts val="1700"/>
              <a:buNone/>
            </a:pPr>
            <a:r>
              <a:rPr lang="es-MX" sz="1700"/>
              <a:t>        int     16h </a:t>
            </a:r>
            <a:endParaRPr/>
          </a:p>
          <a:p>
            <a:pPr indent="0" lvl="0" marL="0" rtl="0" algn="l">
              <a:lnSpc>
                <a:spcPct val="100000"/>
              </a:lnSpc>
              <a:spcBef>
                <a:spcPts val="340"/>
              </a:spcBef>
              <a:spcAft>
                <a:spcPts val="0"/>
              </a:spcAft>
              <a:buClr>
                <a:schemeClr val="dk1"/>
              </a:buClr>
              <a:buSzPts val="1700"/>
              <a:buNone/>
            </a:pPr>
            <a:r>
              <a:rPr lang="es-MX" sz="1700"/>
              <a:t>ret </a:t>
            </a:r>
            <a:endParaRPr/>
          </a:p>
        </p:txBody>
      </p:sp>
      <p:sp>
        <p:nvSpPr>
          <p:cNvPr id="2828" name="Google Shape;2828;p3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29" name="Google Shape;2829;p3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4" name="Shape 2834"/>
        <p:cNvGrpSpPr/>
        <p:nvPr/>
      </p:nvGrpSpPr>
      <p:grpSpPr>
        <a:xfrm>
          <a:off x="0" y="0"/>
          <a:ext cx="0" cy="0"/>
          <a:chOff x="0" y="0"/>
          <a:chExt cx="0" cy="0"/>
        </a:xfrm>
      </p:grpSpPr>
      <p:sp>
        <p:nvSpPr>
          <p:cNvPr id="2835" name="Google Shape;2835;p357"/>
          <p:cNvSpPr txBox="1"/>
          <p:nvPr/>
        </p:nvSpPr>
        <p:spPr>
          <a:xfrm>
            <a:off x="0" y="0"/>
            <a:ext cx="6372225"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INSTRUCCIONES ARITMETICAS (Multiplicación).</a:t>
            </a:r>
            <a:endParaRPr b="0" i="0" sz="1400" u="none" cap="none" strike="noStrike">
              <a:solidFill>
                <a:srgbClr val="000000"/>
              </a:solidFill>
              <a:latin typeface="Arial"/>
              <a:ea typeface="Arial"/>
              <a:cs typeface="Arial"/>
              <a:sym typeface="Arial"/>
            </a:endParaRPr>
          </a:p>
        </p:txBody>
      </p:sp>
      <p:sp>
        <p:nvSpPr>
          <p:cNvPr id="2836" name="Google Shape;2836;p357"/>
          <p:cNvSpPr txBox="1"/>
          <p:nvPr/>
        </p:nvSpPr>
        <p:spPr>
          <a:xfrm>
            <a:off x="7380288" y="0"/>
            <a:ext cx="1763712"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chemeClr val="dk1"/>
                </a:solidFill>
                <a:latin typeface="Arimo"/>
                <a:ea typeface="Arimo"/>
                <a:cs typeface="Arimo"/>
                <a:sym typeface="Arimo"/>
              </a:rPr>
              <a:t>Lenguaje de maquina</a:t>
            </a:r>
            <a:endParaRPr b="0" i="0" sz="1200" u="none" cap="none" strike="noStrike">
              <a:solidFill>
                <a:schemeClr val="dk1"/>
              </a:solidFill>
              <a:latin typeface="Arimo"/>
              <a:ea typeface="Arimo"/>
              <a:cs typeface="Arimo"/>
              <a:sym typeface="Arimo"/>
            </a:endParaRPr>
          </a:p>
        </p:txBody>
      </p:sp>
      <p:sp>
        <p:nvSpPr>
          <p:cNvPr id="2837" name="Google Shape;2837;p357"/>
          <p:cNvSpPr/>
          <p:nvPr/>
        </p:nvSpPr>
        <p:spPr>
          <a:xfrm>
            <a:off x="323850" y="620713"/>
            <a:ext cx="8351838" cy="5035550"/>
          </a:xfrm>
          <a:prstGeom prst="rect">
            <a:avLst/>
          </a:prstGeom>
          <a:noFill/>
          <a:ln>
            <a:noFill/>
          </a:ln>
        </p:spPr>
        <p:txBody>
          <a:bodyPr anchorCtr="0" anchor="ctr" bIns="45700" lIns="91425" spcFirstLastPara="1" rIns="91425" wrap="square" tIns="45700">
            <a:noAutofit/>
          </a:bodyPr>
          <a:lstStyle/>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AAM (ajuste ASCII para la multiplicación)</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a:t>
            </a: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Sintaxis:</a:t>
            </a:r>
            <a:r>
              <a:rPr b="0" i="0" lang="es-MX" sz="1800" u="none" cap="none" strike="noStrike">
                <a:solidFill>
                  <a:srgbClr val="0000FF"/>
                </a:solidFill>
                <a:latin typeface="Arial"/>
                <a:ea typeface="Arial"/>
                <a:cs typeface="Arial"/>
                <a:sym typeface="Arial"/>
              </a:rPr>
              <a:t> AAM</a:t>
            </a:r>
            <a:br>
              <a:rPr b="0" i="0" lang="es-MX" sz="1800" u="none" cap="none" strike="noStrike">
                <a:solidFill>
                  <a:srgbClr val="0000FF"/>
                </a:solidFill>
                <a:latin typeface="Arial"/>
                <a:ea typeface="Arial"/>
                <a:cs typeface="Arial"/>
                <a:sym typeface="Arial"/>
              </a:rPr>
            </a:br>
            <a:br>
              <a:rPr b="0" i="0" lang="es-MX" sz="1800" u="none" cap="none" strike="noStrike">
                <a:solidFill>
                  <a:srgbClr val="0000FF"/>
                </a:solidFill>
                <a:latin typeface="Arial"/>
                <a:ea typeface="Arial"/>
                <a:cs typeface="Arial"/>
                <a:sym typeface="Arial"/>
              </a:rPr>
            </a:br>
            <a:r>
              <a:rPr b="0" i="0" lang="es-MX" sz="1800" u="none" cap="none" strike="noStrike">
                <a:solidFill>
                  <a:srgbClr val="0000FF"/>
                </a:solidFill>
                <a:latin typeface="Arial"/>
                <a:ea typeface="Arial"/>
                <a:cs typeface="Arial"/>
                <a:sym typeface="Arial"/>
              </a:rPr>
              <a:t>	</a:t>
            </a:r>
            <a:r>
              <a:rPr b="0" i="0" lang="es-MX" sz="1800" u="none" cap="none" strike="noStrike">
                <a:solidFill>
                  <a:srgbClr val="FF0000"/>
                </a:solidFill>
                <a:latin typeface="Arial"/>
                <a:ea typeface="Arial"/>
                <a:cs typeface="Arial"/>
                <a:sym typeface="Arial"/>
              </a:rPr>
              <a:t>Indicadores:</a:t>
            </a:r>
            <a:r>
              <a:rPr b="0" i="0" lang="es-MX" sz="1800" u="none" cap="none" strike="noStrike">
                <a:solidFill>
                  <a:srgbClr val="0000FF"/>
                </a:solidFill>
                <a:latin typeface="Arial"/>
                <a:ea typeface="Arial"/>
                <a:cs typeface="Arial"/>
                <a:sym typeface="Arial"/>
              </a:rPr>
              <a:t> OF DF IF TF SF ZF AF PF CF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   -    -    -    x    x    ?    x   ?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Corrige el resultado en AX del producto de dos números BCD no empaquetados, convirtiéndolo en un valor BCD también empaquetado. En AH sitúa cociente de AL/10 quedando en AL el resto de dicha operación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FF0000"/>
                </a:solidFill>
                <a:latin typeface="Arial"/>
                <a:ea typeface="Arial"/>
                <a:cs typeface="Arial"/>
                <a:sym typeface="Arial"/>
              </a:rPr>
              <a:t>Ejemplo:</a:t>
            </a:r>
            <a:r>
              <a:rPr b="0" i="0" lang="es-MX" sz="1800" u="none" cap="none" strike="noStrike">
                <a:solidFill>
                  <a:srgbClr val="0000FF"/>
                </a:solidFill>
                <a:latin typeface="Arial"/>
                <a:ea typeface="Arial"/>
                <a:cs typeface="Arial"/>
                <a:sym typeface="Arial"/>
              </a:rPr>
              <a:t> mul bl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	      aam                </a:t>
            </a:r>
            <a:endParaRPr b="0" i="0" sz="1400" u="none" cap="none" strike="noStrike">
              <a:solidFill>
                <a:srgbClr val="000000"/>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FF"/>
              </a:solidFill>
              <a:latin typeface="Arial"/>
              <a:ea typeface="Arial"/>
              <a:cs typeface="Arial"/>
              <a:sym typeface="Arial"/>
            </a:endParaRPr>
          </a:p>
          <a:p>
            <a:pPr indent="363538"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FF"/>
                </a:solidFill>
                <a:latin typeface="Arial"/>
                <a:ea typeface="Arial"/>
                <a:cs typeface="Arial"/>
                <a:sym typeface="Arial"/>
              </a:rPr>
              <a:t>En el ejemplo, tras el producto de dos números BCD no empaquetados colocados en AL y BL, el resultado (por medio de AAA) sigue siendo, en AX, un numero BCD no empaquetado.</a:t>
            </a:r>
            <a:br>
              <a:rPr b="0" i="0" lang="es-MX" sz="1800" u="none" cap="none" strike="noStrike">
                <a:solidFill>
                  <a:srgbClr val="0000FF"/>
                </a:solidFill>
                <a:latin typeface="Arial"/>
                <a:ea typeface="Arial"/>
                <a:cs typeface="Arial"/>
                <a:sym typeface="Arial"/>
              </a:rPr>
            </a:br>
            <a:endParaRPr b="0" i="0" sz="1800" u="none" cap="none" strike="noStrike">
              <a:solidFill>
                <a:srgbClr val="0000FF"/>
              </a:solidFill>
              <a:latin typeface="Arial"/>
              <a:ea typeface="Arial"/>
              <a:cs typeface="Arial"/>
              <a:sym typeface="Arial"/>
            </a:endParaRPr>
          </a:p>
        </p:txBody>
      </p:sp>
      <p:sp>
        <p:nvSpPr>
          <p:cNvPr id="2838" name="Google Shape;2838;p3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39" name="Google Shape;2839;p3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3" name="Shape 2843"/>
        <p:cNvGrpSpPr/>
        <p:nvPr/>
      </p:nvGrpSpPr>
      <p:grpSpPr>
        <a:xfrm>
          <a:off x="0" y="0"/>
          <a:ext cx="0" cy="0"/>
          <a:chOff x="0" y="0"/>
          <a:chExt cx="0" cy="0"/>
        </a:xfrm>
      </p:grpSpPr>
      <p:sp>
        <p:nvSpPr>
          <p:cNvPr id="2844" name="Google Shape;2844;p3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845" name="Google Shape;2845;p3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92"/>
              </a:spcBef>
              <a:spcAft>
                <a:spcPts val="0"/>
              </a:spcAft>
              <a:buClr>
                <a:schemeClr val="dk1"/>
              </a:buClr>
              <a:buSzPct val="100000"/>
              <a:buNone/>
            </a:pPr>
            <a:r>
              <a:rPr lang="es-MX"/>
              <a:t>jmp start</a:t>
            </a:r>
            <a:endParaRPr/>
          </a:p>
          <a:p>
            <a:pPr indent="0" lvl="0" marL="0" rtl="0" algn="l">
              <a:lnSpc>
                <a:spcPct val="100000"/>
              </a:lnSpc>
              <a:spcBef>
                <a:spcPts val="592"/>
              </a:spcBef>
              <a:spcAft>
                <a:spcPts val="0"/>
              </a:spcAft>
              <a:buClr>
                <a:schemeClr val="dk1"/>
              </a:buClr>
              <a:buSzPct val="100000"/>
              <a:buNone/>
            </a:pPr>
            <a:r>
              <a:rPr lang="es-MX"/>
              <a:t>start:  mov     al,04h</a:t>
            </a:r>
            <a:endParaRPr/>
          </a:p>
          <a:p>
            <a:pPr indent="0" lvl="0" marL="0" rtl="0" algn="l">
              <a:lnSpc>
                <a:spcPct val="100000"/>
              </a:lnSpc>
              <a:spcBef>
                <a:spcPts val="592"/>
              </a:spcBef>
              <a:spcAft>
                <a:spcPts val="0"/>
              </a:spcAft>
              <a:buClr>
                <a:schemeClr val="dk1"/>
              </a:buClr>
              <a:buSzPct val="100000"/>
              <a:buNone/>
            </a:pPr>
            <a:r>
              <a:rPr lang="es-MX"/>
              <a:t>        mov     bl,04h </a:t>
            </a:r>
            <a:endParaRPr/>
          </a:p>
          <a:p>
            <a:pPr indent="0" lvl="0" marL="0" rtl="0" algn="l">
              <a:lnSpc>
                <a:spcPct val="100000"/>
              </a:lnSpc>
              <a:spcBef>
                <a:spcPts val="592"/>
              </a:spcBef>
              <a:spcAft>
                <a:spcPts val="0"/>
              </a:spcAft>
              <a:buClr>
                <a:schemeClr val="dk1"/>
              </a:buClr>
              <a:buSzPct val="100000"/>
              <a:buNone/>
            </a:pPr>
            <a:r>
              <a:rPr lang="es-MX"/>
              <a:t>        mul     bl</a:t>
            </a:r>
            <a:endParaRPr/>
          </a:p>
          <a:p>
            <a:pPr indent="0" lvl="0" marL="0" rtl="0" algn="l">
              <a:lnSpc>
                <a:spcPct val="100000"/>
              </a:lnSpc>
              <a:spcBef>
                <a:spcPts val="592"/>
              </a:spcBef>
              <a:spcAft>
                <a:spcPts val="0"/>
              </a:spcAft>
              <a:buClr>
                <a:schemeClr val="dk1"/>
              </a:buClr>
              <a:buSzPct val="100000"/>
              <a:buNone/>
            </a:pPr>
            <a:r>
              <a:rPr lang="es-MX"/>
              <a:t>        aam       </a:t>
            </a:r>
            <a:endParaRPr/>
          </a:p>
          <a:p>
            <a:pPr indent="0" lvl="0" marL="0" rtl="0" algn="l">
              <a:lnSpc>
                <a:spcPct val="100000"/>
              </a:lnSpc>
              <a:spcBef>
                <a:spcPts val="592"/>
              </a:spcBef>
              <a:spcAft>
                <a:spcPts val="0"/>
              </a:spcAft>
              <a:buClr>
                <a:schemeClr val="dk1"/>
              </a:buClr>
              <a:buSzPct val="100000"/>
              <a:buNone/>
            </a:pPr>
            <a:r>
              <a:rPr lang="es-MX"/>
              <a:t>        mov     ah, 0 </a:t>
            </a:r>
            <a:endParaRPr/>
          </a:p>
          <a:p>
            <a:pPr indent="0" lvl="0" marL="0" rtl="0" algn="l">
              <a:lnSpc>
                <a:spcPct val="100000"/>
              </a:lnSpc>
              <a:spcBef>
                <a:spcPts val="592"/>
              </a:spcBef>
              <a:spcAft>
                <a:spcPts val="0"/>
              </a:spcAft>
              <a:buClr>
                <a:schemeClr val="dk1"/>
              </a:buClr>
              <a:buSzPct val="100000"/>
              <a:buNone/>
            </a:pPr>
            <a:r>
              <a:rPr lang="es-MX"/>
              <a:t>        int     16h </a:t>
            </a:r>
            <a:endParaRPr/>
          </a:p>
          <a:p>
            <a:pPr indent="0" lvl="0" marL="0" rtl="0" algn="l">
              <a:lnSpc>
                <a:spcPct val="100000"/>
              </a:lnSpc>
              <a:spcBef>
                <a:spcPts val="592"/>
              </a:spcBef>
              <a:spcAft>
                <a:spcPts val="0"/>
              </a:spcAft>
              <a:buClr>
                <a:schemeClr val="dk1"/>
              </a:buClr>
              <a:buSzPct val="100000"/>
              <a:buNone/>
            </a:pPr>
            <a:r>
              <a:rPr lang="es-MX"/>
              <a:t>ret </a:t>
            </a:r>
            <a:endParaRPr/>
          </a:p>
        </p:txBody>
      </p:sp>
      <p:sp>
        <p:nvSpPr>
          <p:cNvPr id="2846" name="Google Shape;2846;p3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47" name="Google Shape;2847;p3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1" name="Shape 2851"/>
        <p:cNvGrpSpPr/>
        <p:nvPr/>
      </p:nvGrpSpPr>
      <p:grpSpPr>
        <a:xfrm>
          <a:off x="0" y="0"/>
          <a:ext cx="0" cy="0"/>
          <a:chOff x="0" y="0"/>
          <a:chExt cx="0" cy="0"/>
        </a:xfrm>
      </p:grpSpPr>
      <p:sp>
        <p:nvSpPr>
          <p:cNvPr id="2852" name="Google Shape;2852;p3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Ensamblador en LINEA</a:t>
            </a:r>
            <a:endParaRPr/>
          </a:p>
        </p:txBody>
      </p:sp>
      <p:sp>
        <p:nvSpPr>
          <p:cNvPr id="2853" name="Google Shape;2853;p3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u="sng">
                <a:solidFill>
                  <a:schemeClr val="hlink"/>
                </a:solidFill>
                <a:hlinkClick r:id="rId3"/>
              </a:rPr>
              <a:t>https://www.tutorialspoint.com/compile_assembly_online.php</a:t>
            </a:r>
            <a:endParaRPr/>
          </a:p>
        </p:txBody>
      </p:sp>
      <p:pic>
        <p:nvPicPr>
          <p:cNvPr id="2854" name="Google Shape;2854;p359"/>
          <p:cNvPicPr preferRelativeResize="0"/>
          <p:nvPr/>
        </p:nvPicPr>
        <p:blipFill rotWithShape="1">
          <a:blip r:embed="rId4">
            <a:alphaModFix/>
          </a:blip>
          <a:srcRect b="0" l="0" r="0" t="0"/>
          <a:stretch/>
        </p:blipFill>
        <p:spPr>
          <a:xfrm>
            <a:off x="457200" y="2954338"/>
            <a:ext cx="8229600" cy="3171825"/>
          </a:xfrm>
          <a:prstGeom prst="rect">
            <a:avLst/>
          </a:prstGeom>
          <a:noFill/>
          <a:ln>
            <a:noFill/>
          </a:ln>
        </p:spPr>
      </p:pic>
      <p:sp>
        <p:nvSpPr>
          <p:cNvPr id="2855" name="Google Shape;2855;p3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56" name="Google Shape;2856;p3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0" name="Shape 2860"/>
        <p:cNvGrpSpPr/>
        <p:nvPr/>
      </p:nvGrpSpPr>
      <p:grpSpPr>
        <a:xfrm>
          <a:off x="0" y="0"/>
          <a:ext cx="0" cy="0"/>
          <a:chOff x="0" y="0"/>
          <a:chExt cx="0" cy="0"/>
        </a:xfrm>
      </p:grpSpPr>
      <p:sp>
        <p:nvSpPr>
          <p:cNvPr id="2861" name="Google Shape;2861;p3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t>Interrupción 21h, función 9h</a:t>
            </a:r>
            <a:endParaRPr/>
          </a:p>
        </p:txBody>
      </p:sp>
      <p:sp>
        <p:nvSpPr>
          <p:cNvPr id="2862" name="Google Shape;2862;p36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92"/>
              </a:spcBef>
              <a:spcAft>
                <a:spcPts val="0"/>
              </a:spcAft>
              <a:buClr>
                <a:schemeClr val="dk1"/>
              </a:buClr>
              <a:buSzPct val="100000"/>
              <a:buNone/>
            </a:pPr>
            <a:r>
              <a:rPr lang="es-MX"/>
              <a:t>jmp start</a:t>
            </a:r>
            <a:endParaRPr/>
          </a:p>
          <a:p>
            <a:pPr indent="0" lvl="0" marL="0" rtl="0" algn="l">
              <a:lnSpc>
                <a:spcPct val="100000"/>
              </a:lnSpc>
              <a:spcBef>
                <a:spcPts val="592"/>
              </a:spcBef>
              <a:spcAft>
                <a:spcPts val="0"/>
              </a:spcAft>
              <a:buClr>
                <a:schemeClr val="dk1"/>
              </a:buClr>
              <a:buSzPct val="100000"/>
              <a:buNone/>
            </a:pPr>
            <a:r>
              <a:rPr lang="es-MX"/>
              <a:t>msg:    db      "Hola Alumnos de la clase", 0Dh,0Ah, 24h</a:t>
            </a:r>
            <a:endParaRPr/>
          </a:p>
          <a:p>
            <a:pPr indent="0" lvl="0" marL="0" rtl="0" algn="l">
              <a:lnSpc>
                <a:spcPct val="100000"/>
              </a:lnSpc>
              <a:spcBef>
                <a:spcPts val="592"/>
              </a:spcBef>
              <a:spcAft>
                <a:spcPts val="0"/>
              </a:spcAft>
              <a:buClr>
                <a:schemeClr val="dk1"/>
              </a:buClr>
              <a:buSzPct val="100000"/>
              <a:buNone/>
            </a:pPr>
            <a:r>
              <a:rPr lang="es-MX"/>
              <a:t>start:  mov     dx, msg</a:t>
            </a:r>
            <a:endParaRPr/>
          </a:p>
          <a:p>
            <a:pPr indent="0" lvl="0" marL="0" rtl="0" algn="l">
              <a:lnSpc>
                <a:spcPct val="100000"/>
              </a:lnSpc>
              <a:spcBef>
                <a:spcPts val="592"/>
              </a:spcBef>
              <a:spcAft>
                <a:spcPts val="0"/>
              </a:spcAft>
              <a:buClr>
                <a:schemeClr val="dk1"/>
              </a:buClr>
              <a:buSzPct val="100000"/>
              <a:buNone/>
            </a:pPr>
            <a:r>
              <a:rPr lang="es-MX"/>
              <a:t>        mov     ah, 09h </a:t>
            </a:r>
            <a:endParaRPr/>
          </a:p>
          <a:p>
            <a:pPr indent="0" lvl="0" marL="0" rtl="0" algn="l">
              <a:lnSpc>
                <a:spcPct val="100000"/>
              </a:lnSpc>
              <a:spcBef>
                <a:spcPts val="592"/>
              </a:spcBef>
              <a:spcAft>
                <a:spcPts val="0"/>
              </a:spcAft>
              <a:buClr>
                <a:schemeClr val="dk1"/>
              </a:buClr>
              <a:buSzPct val="100000"/>
              <a:buNone/>
            </a:pPr>
            <a:r>
              <a:rPr lang="es-MX"/>
              <a:t>        int     21h </a:t>
            </a:r>
            <a:endParaRPr/>
          </a:p>
          <a:p>
            <a:pPr indent="0" lvl="0" marL="0" rtl="0" algn="l">
              <a:lnSpc>
                <a:spcPct val="100000"/>
              </a:lnSpc>
              <a:spcBef>
                <a:spcPts val="592"/>
              </a:spcBef>
              <a:spcAft>
                <a:spcPts val="0"/>
              </a:spcAft>
              <a:buClr>
                <a:schemeClr val="dk1"/>
              </a:buClr>
              <a:buSzPct val="100000"/>
              <a:buNone/>
            </a:pPr>
            <a:r>
              <a:rPr lang="es-MX"/>
              <a:t>        mov     ah, 0 </a:t>
            </a:r>
            <a:endParaRPr/>
          </a:p>
          <a:p>
            <a:pPr indent="0" lvl="0" marL="0" rtl="0" algn="l">
              <a:lnSpc>
                <a:spcPct val="100000"/>
              </a:lnSpc>
              <a:spcBef>
                <a:spcPts val="592"/>
              </a:spcBef>
              <a:spcAft>
                <a:spcPts val="0"/>
              </a:spcAft>
              <a:buClr>
                <a:schemeClr val="dk1"/>
              </a:buClr>
              <a:buSzPct val="100000"/>
              <a:buNone/>
            </a:pPr>
            <a:r>
              <a:rPr lang="es-MX"/>
              <a:t>        int     16h </a:t>
            </a:r>
            <a:endParaRPr/>
          </a:p>
          <a:p>
            <a:pPr indent="0" lvl="0" marL="0" rtl="0" algn="l">
              <a:lnSpc>
                <a:spcPct val="100000"/>
              </a:lnSpc>
              <a:spcBef>
                <a:spcPts val="592"/>
              </a:spcBef>
              <a:spcAft>
                <a:spcPts val="0"/>
              </a:spcAft>
              <a:buClr>
                <a:schemeClr val="dk1"/>
              </a:buClr>
              <a:buSzPct val="100000"/>
              <a:buNone/>
            </a:pPr>
            <a:r>
              <a:rPr lang="es-MX"/>
              <a:t>ret </a:t>
            </a:r>
            <a:endParaRPr/>
          </a:p>
        </p:txBody>
      </p:sp>
      <p:sp>
        <p:nvSpPr>
          <p:cNvPr id="2863" name="Google Shape;2863;p3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64" name="Google Shape;2864;p3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8" name="Shape 2868"/>
        <p:cNvGrpSpPr/>
        <p:nvPr/>
      </p:nvGrpSpPr>
      <p:grpSpPr>
        <a:xfrm>
          <a:off x="0" y="0"/>
          <a:ext cx="0" cy="0"/>
          <a:chOff x="0" y="0"/>
          <a:chExt cx="0" cy="0"/>
        </a:xfrm>
      </p:grpSpPr>
      <p:sp>
        <p:nvSpPr>
          <p:cNvPr id="2869" name="Google Shape;2869;p361"/>
          <p:cNvSpPr txBox="1"/>
          <p:nvPr>
            <p:ph idx="1" type="body"/>
          </p:nvPr>
        </p:nvSpPr>
        <p:spPr>
          <a:xfrm>
            <a:off x="457200" y="260648"/>
            <a:ext cx="8229600" cy="6048672"/>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        jmp start</a:t>
            </a:r>
            <a:endParaRPr/>
          </a:p>
          <a:p>
            <a:pPr indent="0" lvl="0" marL="0" rtl="0" algn="l">
              <a:lnSpc>
                <a:spcPct val="100000"/>
              </a:lnSpc>
              <a:spcBef>
                <a:spcPts val="448"/>
              </a:spcBef>
              <a:spcAft>
                <a:spcPts val="0"/>
              </a:spcAft>
              <a:buClr>
                <a:schemeClr val="dk1"/>
              </a:buClr>
              <a:buSzPct val="100000"/>
              <a:buNone/>
            </a:pPr>
            <a:r>
              <a:rPr lang="es-MX"/>
              <a:t>msg1:    db      "Hola Alumnos de la clase", 0Dh,0Ah, 24h</a:t>
            </a:r>
            <a:endParaRPr/>
          </a:p>
          <a:p>
            <a:pPr indent="0" lvl="0" marL="0" rtl="0" algn="l">
              <a:lnSpc>
                <a:spcPct val="100000"/>
              </a:lnSpc>
              <a:spcBef>
                <a:spcPts val="448"/>
              </a:spcBef>
              <a:spcAft>
                <a:spcPts val="0"/>
              </a:spcAft>
              <a:buClr>
                <a:schemeClr val="dk1"/>
              </a:buClr>
              <a:buSzPct val="100000"/>
              <a:buNone/>
            </a:pPr>
            <a:r>
              <a:rPr lang="es-MX"/>
              <a:t>msg2:    db      "Como están?", 0Dh,0Ah, 24h         </a:t>
            </a:r>
            <a:endParaRPr/>
          </a:p>
          <a:p>
            <a:pPr indent="0" lvl="0" marL="0" rtl="0" algn="l">
              <a:lnSpc>
                <a:spcPct val="100000"/>
              </a:lnSpc>
              <a:spcBef>
                <a:spcPts val="448"/>
              </a:spcBef>
              <a:spcAft>
                <a:spcPts val="0"/>
              </a:spcAft>
              <a:buClr>
                <a:schemeClr val="dk1"/>
              </a:buClr>
              <a:buSzPct val="100000"/>
              <a:buNone/>
            </a:pPr>
            <a:r>
              <a:rPr lang="es-MX"/>
              <a:t>msg3:    db      "Hoy aprenderán a usar la interrupción 21h", 0Dh,0Ah, 24h</a:t>
            </a:r>
            <a:endParaRPr/>
          </a:p>
          <a:p>
            <a:pPr indent="0" lvl="0" marL="0" rtl="0" algn="l">
              <a:lnSpc>
                <a:spcPct val="100000"/>
              </a:lnSpc>
              <a:spcBef>
                <a:spcPts val="448"/>
              </a:spcBef>
              <a:spcAft>
                <a:spcPts val="0"/>
              </a:spcAft>
              <a:buClr>
                <a:schemeClr val="dk1"/>
              </a:buClr>
              <a:buSzPct val="100000"/>
              <a:buNone/>
            </a:pPr>
            <a:r>
              <a:rPr lang="es-MX"/>
              <a:t>start:  mov     dx, msg1</a:t>
            </a:r>
            <a:endParaRPr/>
          </a:p>
          <a:p>
            <a:pPr indent="0" lvl="0" marL="0" rtl="0" algn="l">
              <a:lnSpc>
                <a:spcPct val="100000"/>
              </a:lnSpc>
              <a:spcBef>
                <a:spcPts val="448"/>
              </a:spcBef>
              <a:spcAft>
                <a:spcPts val="0"/>
              </a:spcAft>
              <a:buClr>
                <a:schemeClr val="dk1"/>
              </a:buClr>
              <a:buSzPct val="100000"/>
              <a:buNone/>
            </a:pPr>
            <a:r>
              <a:rPr lang="es-MX"/>
              <a:t>        mov     ah, 09h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mov     dx, msg2</a:t>
            </a:r>
            <a:endParaRPr/>
          </a:p>
          <a:p>
            <a:pPr indent="0" lvl="0" marL="0" rtl="0" algn="l">
              <a:lnSpc>
                <a:spcPct val="100000"/>
              </a:lnSpc>
              <a:spcBef>
                <a:spcPts val="448"/>
              </a:spcBef>
              <a:spcAft>
                <a:spcPts val="0"/>
              </a:spcAft>
              <a:buClr>
                <a:schemeClr val="dk1"/>
              </a:buClr>
              <a:buSzPct val="100000"/>
              <a:buNone/>
            </a:pPr>
            <a:r>
              <a:rPr lang="es-MX"/>
              <a:t>        mov     ah, 09h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mov     dx, msg3</a:t>
            </a:r>
            <a:endParaRPr/>
          </a:p>
          <a:p>
            <a:pPr indent="0" lvl="0" marL="0" rtl="0" algn="l">
              <a:lnSpc>
                <a:spcPct val="100000"/>
              </a:lnSpc>
              <a:spcBef>
                <a:spcPts val="448"/>
              </a:spcBef>
              <a:spcAft>
                <a:spcPts val="0"/>
              </a:spcAft>
              <a:buClr>
                <a:schemeClr val="dk1"/>
              </a:buClr>
              <a:buSzPct val="100000"/>
              <a:buNone/>
            </a:pPr>
            <a:r>
              <a:rPr lang="es-MX"/>
              <a:t>        mov     ah, 09h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ret </a:t>
            </a:r>
            <a:endParaRPr/>
          </a:p>
          <a:p>
            <a:pPr indent="0" lvl="0" marL="0" rtl="0" algn="l">
              <a:lnSpc>
                <a:spcPct val="100000"/>
              </a:lnSpc>
              <a:spcBef>
                <a:spcPts val="448"/>
              </a:spcBef>
              <a:spcAft>
                <a:spcPts val="0"/>
              </a:spcAft>
              <a:buClr>
                <a:schemeClr val="dk1"/>
              </a:buClr>
              <a:buSzPct val="100000"/>
              <a:buNone/>
            </a:pPr>
            <a:r>
              <a:t/>
            </a:r>
            <a:endParaRPr/>
          </a:p>
        </p:txBody>
      </p:sp>
      <p:sp>
        <p:nvSpPr>
          <p:cNvPr id="2870" name="Google Shape;2870;p3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71" name="Google Shape;2871;p3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5" name="Shape 2875"/>
        <p:cNvGrpSpPr/>
        <p:nvPr/>
      </p:nvGrpSpPr>
      <p:grpSpPr>
        <a:xfrm>
          <a:off x="0" y="0"/>
          <a:ext cx="0" cy="0"/>
          <a:chOff x="0" y="0"/>
          <a:chExt cx="0" cy="0"/>
        </a:xfrm>
      </p:grpSpPr>
      <p:sp>
        <p:nvSpPr>
          <p:cNvPr id="2876" name="Google Shape;2876;p3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Interrupción 21h, función 1h</a:t>
            </a:r>
            <a:endParaRPr/>
          </a:p>
        </p:txBody>
      </p:sp>
      <p:sp>
        <p:nvSpPr>
          <p:cNvPr id="2877" name="Google Shape;2877;p36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lnSpc>
                <a:spcPct val="100000"/>
              </a:lnSpc>
              <a:spcBef>
                <a:spcPts val="0"/>
              </a:spcBef>
              <a:spcAft>
                <a:spcPts val="0"/>
              </a:spcAft>
              <a:buClr>
                <a:schemeClr val="dk1"/>
              </a:buClr>
              <a:buSzPct val="100000"/>
              <a:buChar char="•"/>
            </a:pPr>
            <a:r>
              <a:rPr lang="es-MX"/>
              <a:t>AH=1h, su función es: Entrada desde el teclado, Espera entrada proveniente del teclado, la exhibe y la coloca en el registro AL. </a:t>
            </a:r>
            <a:endParaRPr/>
          </a:p>
          <a:p>
            <a:pPr indent="-154940" lvl="0" marL="342900" rtl="0" algn="just">
              <a:lnSpc>
                <a:spcPct val="100000"/>
              </a:lnSpc>
              <a:spcBef>
                <a:spcPts val="592"/>
              </a:spcBef>
              <a:spcAft>
                <a:spcPts val="0"/>
              </a:spcAft>
              <a:buClr>
                <a:schemeClr val="dk1"/>
              </a:buClr>
              <a:buSzPct val="100000"/>
              <a:buNone/>
            </a:pPr>
            <a:r>
              <a:t/>
            </a:r>
            <a:endParaRPr/>
          </a:p>
          <a:p>
            <a:pPr indent="-342900" lvl="0" marL="342900" rtl="0" algn="just">
              <a:lnSpc>
                <a:spcPct val="100000"/>
              </a:lnSpc>
              <a:spcBef>
                <a:spcPts val="592"/>
              </a:spcBef>
              <a:spcAft>
                <a:spcPts val="0"/>
              </a:spcAft>
              <a:buClr>
                <a:schemeClr val="dk1"/>
              </a:buClr>
              <a:buSzPct val="100000"/>
              <a:buChar char="•"/>
            </a:pPr>
            <a:r>
              <a:rPr b="1" lang="es-MX"/>
              <a:t>Entrada de Carácter con Eco (ó salida)</a:t>
            </a:r>
            <a:endParaRPr/>
          </a:p>
          <a:p>
            <a:pPr indent="-285750" lvl="1" marL="742950" rtl="0" algn="just">
              <a:lnSpc>
                <a:spcPct val="100000"/>
              </a:lnSpc>
              <a:spcBef>
                <a:spcPts val="518"/>
              </a:spcBef>
              <a:spcAft>
                <a:spcPts val="0"/>
              </a:spcAft>
              <a:buClr>
                <a:schemeClr val="dk1"/>
              </a:buClr>
              <a:buSzPct val="100000"/>
              <a:buChar char="–"/>
            </a:pPr>
            <a:r>
              <a:rPr lang="es-MX"/>
              <a:t>LLAMADA:</a:t>
            </a:r>
            <a:endParaRPr/>
          </a:p>
          <a:p>
            <a:pPr indent="-228600" lvl="2" marL="1143000" rtl="0" algn="just">
              <a:lnSpc>
                <a:spcPct val="100000"/>
              </a:lnSpc>
              <a:spcBef>
                <a:spcPts val="444"/>
              </a:spcBef>
              <a:spcAft>
                <a:spcPts val="0"/>
              </a:spcAft>
              <a:buClr>
                <a:schemeClr val="dk1"/>
              </a:buClr>
              <a:buSzPct val="100000"/>
              <a:buChar char="•"/>
            </a:pPr>
            <a:r>
              <a:rPr lang="es-MX"/>
              <a:t>AH = 01H</a:t>
            </a:r>
            <a:endParaRPr/>
          </a:p>
          <a:p>
            <a:pPr indent="-285750" lvl="1" marL="742950" rtl="0" algn="just">
              <a:lnSpc>
                <a:spcPct val="100000"/>
              </a:lnSpc>
              <a:spcBef>
                <a:spcPts val="518"/>
              </a:spcBef>
              <a:spcAft>
                <a:spcPts val="0"/>
              </a:spcAft>
              <a:buClr>
                <a:schemeClr val="dk1"/>
              </a:buClr>
              <a:buSzPct val="100000"/>
              <a:buChar char="–"/>
            </a:pPr>
            <a:r>
              <a:rPr lang="es-MX"/>
              <a:t>DEVUELVE: </a:t>
            </a:r>
            <a:endParaRPr/>
          </a:p>
          <a:p>
            <a:pPr indent="-228600" lvl="2" marL="1143000" rtl="0" algn="just">
              <a:lnSpc>
                <a:spcPct val="100000"/>
              </a:lnSpc>
              <a:spcBef>
                <a:spcPts val="444"/>
              </a:spcBef>
              <a:spcAft>
                <a:spcPts val="0"/>
              </a:spcAft>
              <a:buClr>
                <a:schemeClr val="dk1"/>
              </a:buClr>
              <a:buSzPct val="100000"/>
              <a:buChar char="•"/>
            </a:pPr>
            <a:r>
              <a:rPr lang="es-MX"/>
              <a:t>AL = Código ASCII del Carácter leído y Echo a pantalla(si AH =08H) es servicio sin Echo)	</a:t>
            </a:r>
            <a:endParaRPr/>
          </a:p>
          <a:p>
            <a:pPr indent="-154940" lvl="0" marL="342900" rtl="0" algn="l">
              <a:lnSpc>
                <a:spcPct val="100000"/>
              </a:lnSpc>
              <a:spcBef>
                <a:spcPts val="592"/>
              </a:spcBef>
              <a:spcAft>
                <a:spcPts val="0"/>
              </a:spcAft>
              <a:buClr>
                <a:schemeClr val="dk1"/>
              </a:buClr>
              <a:buSzPct val="100000"/>
              <a:buNone/>
            </a:pPr>
            <a:r>
              <a:t/>
            </a:r>
            <a:endParaRPr/>
          </a:p>
        </p:txBody>
      </p:sp>
      <p:sp>
        <p:nvSpPr>
          <p:cNvPr id="2878" name="Google Shape;2878;p3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79" name="Google Shape;2879;p3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3" name="Shape 2883"/>
        <p:cNvGrpSpPr/>
        <p:nvPr/>
      </p:nvGrpSpPr>
      <p:grpSpPr>
        <a:xfrm>
          <a:off x="0" y="0"/>
          <a:ext cx="0" cy="0"/>
          <a:chOff x="0" y="0"/>
          <a:chExt cx="0" cy="0"/>
        </a:xfrm>
      </p:grpSpPr>
      <p:sp>
        <p:nvSpPr>
          <p:cNvPr id="2884" name="Google Shape;2884;p3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885" name="Google Shape;2885;p36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        jmp start</a:t>
            </a:r>
            <a:endParaRPr/>
          </a:p>
          <a:p>
            <a:pPr indent="0" lvl="0" marL="0" rtl="0" algn="l">
              <a:lnSpc>
                <a:spcPct val="100000"/>
              </a:lnSpc>
              <a:spcBef>
                <a:spcPts val="448"/>
              </a:spcBef>
              <a:spcAft>
                <a:spcPts val="0"/>
              </a:spcAft>
              <a:buClr>
                <a:schemeClr val="dk1"/>
              </a:buClr>
              <a:buSzPct val="100000"/>
              <a:buNone/>
            </a:pPr>
            <a:r>
              <a:rPr lang="es-MX"/>
              <a:t>msg1:    db      "Presiona una tecla", 0Dh,0Ah, 24h</a:t>
            </a:r>
            <a:endParaRPr/>
          </a:p>
          <a:p>
            <a:pPr indent="0" lvl="0" marL="0" rtl="0" algn="l">
              <a:lnSpc>
                <a:spcPct val="100000"/>
              </a:lnSpc>
              <a:spcBef>
                <a:spcPts val="448"/>
              </a:spcBef>
              <a:spcAft>
                <a:spcPts val="0"/>
              </a:spcAft>
              <a:buClr>
                <a:schemeClr val="dk1"/>
              </a:buClr>
              <a:buSzPct val="100000"/>
              <a:buNone/>
            </a:pPr>
            <a:r>
              <a:rPr lang="es-MX"/>
              <a:t>start:  mov     dx, msg1</a:t>
            </a:r>
            <a:endParaRPr/>
          </a:p>
          <a:p>
            <a:pPr indent="0" lvl="0" marL="0" rtl="0" algn="l">
              <a:lnSpc>
                <a:spcPct val="100000"/>
              </a:lnSpc>
              <a:spcBef>
                <a:spcPts val="448"/>
              </a:spcBef>
              <a:spcAft>
                <a:spcPts val="0"/>
              </a:spcAft>
              <a:buClr>
                <a:schemeClr val="dk1"/>
              </a:buClr>
              <a:buSzPct val="100000"/>
              <a:buNone/>
            </a:pPr>
            <a:r>
              <a:rPr lang="es-MX"/>
              <a:t>        mov     ah, 09h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mov     ah,1h </a:t>
            </a:r>
            <a:endParaRPr/>
          </a:p>
          <a:p>
            <a:pPr indent="0" lvl="0" marL="0" rtl="0" algn="l">
              <a:lnSpc>
                <a:spcPct val="100000"/>
              </a:lnSpc>
              <a:spcBef>
                <a:spcPts val="448"/>
              </a:spcBef>
              <a:spcAft>
                <a:spcPts val="0"/>
              </a:spcAft>
              <a:buClr>
                <a:schemeClr val="dk1"/>
              </a:buClr>
              <a:buSzPct val="100000"/>
              <a:buNone/>
            </a:pPr>
            <a:r>
              <a:rPr lang="es-MX"/>
              <a:t>        int     21h</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ret </a:t>
            </a:r>
            <a:endParaRPr/>
          </a:p>
          <a:p>
            <a:pPr indent="0" lvl="0" marL="0" rtl="0" algn="l">
              <a:lnSpc>
                <a:spcPct val="100000"/>
              </a:lnSpc>
              <a:spcBef>
                <a:spcPts val="448"/>
              </a:spcBef>
              <a:spcAft>
                <a:spcPts val="0"/>
              </a:spcAft>
              <a:buClr>
                <a:schemeClr val="dk1"/>
              </a:buClr>
              <a:buSzPct val="100000"/>
              <a:buNone/>
            </a:pPr>
            <a:r>
              <a:t/>
            </a:r>
            <a:endParaRPr/>
          </a:p>
        </p:txBody>
      </p:sp>
      <p:sp>
        <p:nvSpPr>
          <p:cNvPr id="2886" name="Google Shape;2886;p3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87" name="Google Shape;2887;p3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1" name="Shape 2891"/>
        <p:cNvGrpSpPr/>
        <p:nvPr/>
      </p:nvGrpSpPr>
      <p:grpSpPr>
        <a:xfrm>
          <a:off x="0" y="0"/>
          <a:ext cx="0" cy="0"/>
          <a:chOff x="0" y="0"/>
          <a:chExt cx="0" cy="0"/>
        </a:xfrm>
      </p:grpSpPr>
      <p:sp>
        <p:nvSpPr>
          <p:cNvPr id="2892" name="Google Shape;2892;p3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INT 21H Función 06H</a:t>
            </a:r>
            <a:endParaRPr/>
          </a:p>
        </p:txBody>
      </p:sp>
      <p:sp>
        <p:nvSpPr>
          <p:cNvPr id="2893" name="Google Shape;2893;p36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s-MX"/>
              <a:t>Envío de Carácter a la pantalla como símbolo</a:t>
            </a:r>
            <a:endParaRPr/>
          </a:p>
          <a:p>
            <a:pPr indent="-342900" lvl="0" marL="342900" rtl="0" algn="l">
              <a:lnSpc>
                <a:spcPct val="100000"/>
              </a:lnSpc>
              <a:spcBef>
                <a:spcPts val="640"/>
              </a:spcBef>
              <a:spcAft>
                <a:spcPts val="0"/>
              </a:spcAft>
              <a:buClr>
                <a:schemeClr val="dk1"/>
              </a:buClr>
              <a:buSzPts val="3200"/>
              <a:buChar char="•"/>
            </a:pPr>
            <a:r>
              <a:rPr lang="es-MX"/>
              <a:t>LLAMADA:</a:t>
            </a:r>
            <a:endParaRPr/>
          </a:p>
          <a:p>
            <a:pPr indent="-285750" lvl="1" marL="742950" rtl="0" algn="l">
              <a:lnSpc>
                <a:spcPct val="100000"/>
              </a:lnSpc>
              <a:spcBef>
                <a:spcPts val="560"/>
              </a:spcBef>
              <a:spcAft>
                <a:spcPts val="0"/>
              </a:spcAft>
              <a:buClr>
                <a:schemeClr val="dk1"/>
              </a:buClr>
              <a:buSzPts val="2800"/>
              <a:buChar char="–"/>
            </a:pPr>
            <a:r>
              <a:rPr lang="es-MX"/>
              <a:t>AH = 06H</a:t>
            </a:r>
            <a:endParaRPr/>
          </a:p>
          <a:p>
            <a:pPr indent="-285750" lvl="1" marL="742950" rtl="0" algn="l">
              <a:lnSpc>
                <a:spcPct val="100000"/>
              </a:lnSpc>
              <a:spcBef>
                <a:spcPts val="560"/>
              </a:spcBef>
              <a:spcAft>
                <a:spcPts val="0"/>
              </a:spcAft>
              <a:buClr>
                <a:schemeClr val="dk1"/>
              </a:buClr>
              <a:buSzPts val="2800"/>
              <a:buChar char="–"/>
            </a:pPr>
            <a:r>
              <a:rPr lang="es-MX"/>
              <a:t>DL = símbolo entre 'A' ó "#".</a:t>
            </a:r>
            <a:endParaRPr/>
          </a:p>
          <a:p>
            <a:pPr indent="-342900" lvl="0" marL="342900" rtl="0" algn="l">
              <a:lnSpc>
                <a:spcPct val="100000"/>
              </a:lnSpc>
              <a:spcBef>
                <a:spcPts val="640"/>
              </a:spcBef>
              <a:spcAft>
                <a:spcPts val="0"/>
              </a:spcAft>
              <a:buClr>
                <a:schemeClr val="dk1"/>
              </a:buClr>
              <a:buSzPts val="3200"/>
              <a:buChar char="•"/>
            </a:pPr>
            <a:r>
              <a:rPr lang="es-MX"/>
              <a:t>DEVUELVE: NADA</a:t>
            </a:r>
            <a:endParaRPr/>
          </a:p>
        </p:txBody>
      </p:sp>
      <p:sp>
        <p:nvSpPr>
          <p:cNvPr id="2894" name="Google Shape;2894;p3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895" name="Google Shape;2895;p3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9" name="Shape 2899"/>
        <p:cNvGrpSpPr/>
        <p:nvPr/>
      </p:nvGrpSpPr>
      <p:grpSpPr>
        <a:xfrm>
          <a:off x="0" y="0"/>
          <a:ext cx="0" cy="0"/>
          <a:chOff x="0" y="0"/>
          <a:chExt cx="0" cy="0"/>
        </a:xfrm>
      </p:grpSpPr>
      <p:sp>
        <p:nvSpPr>
          <p:cNvPr id="2900" name="Google Shape;2900;p3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901" name="Google Shape;2901;p36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        jmp start</a:t>
            </a:r>
            <a:endParaRPr/>
          </a:p>
          <a:p>
            <a:pPr indent="0" lvl="0" marL="0" rtl="0" algn="l">
              <a:lnSpc>
                <a:spcPct val="100000"/>
              </a:lnSpc>
              <a:spcBef>
                <a:spcPts val="448"/>
              </a:spcBef>
              <a:spcAft>
                <a:spcPts val="0"/>
              </a:spcAft>
              <a:buClr>
                <a:schemeClr val="dk1"/>
              </a:buClr>
              <a:buSzPct val="100000"/>
              <a:buNone/>
            </a:pPr>
            <a:r>
              <a:rPr lang="es-MX"/>
              <a:t>msg1:    db      "Imprime caracter", 0Dh,0Ah, 24h</a:t>
            </a:r>
            <a:endParaRPr/>
          </a:p>
          <a:p>
            <a:pPr indent="0" lvl="0" marL="0" rtl="0" algn="l">
              <a:lnSpc>
                <a:spcPct val="100000"/>
              </a:lnSpc>
              <a:spcBef>
                <a:spcPts val="448"/>
              </a:spcBef>
              <a:spcAft>
                <a:spcPts val="0"/>
              </a:spcAft>
              <a:buClr>
                <a:schemeClr val="dk1"/>
              </a:buClr>
              <a:buSzPct val="100000"/>
              <a:buNone/>
            </a:pPr>
            <a:r>
              <a:rPr lang="es-MX"/>
              <a:t>start:  mov     dx, msg1</a:t>
            </a:r>
            <a:endParaRPr/>
          </a:p>
          <a:p>
            <a:pPr indent="0" lvl="0" marL="0" rtl="0" algn="l">
              <a:lnSpc>
                <a:spcPct val="100000"/>
              </a:lnSpc>
              <a:spcBef>
                <a:spcPts val="448"/>
              </a:spcBef>
              <a:spcAft>
                <a:spcPts val="0"/>
              </a:spcAft>
              <a:buClr>
                <a:schemeClr val="dk1"/>
              </a:buClr>
              <a:buSzPct val="100000"/>
              <a:buNone/>
            </a:pPr>
            <a:r>
              <a:rPr lang="es-MX"/>
              <a:t>        mov     ah, 09h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dl,'A'</a:t>
            </a:r>
            <a:endParaRPr/>
          </a:p>
          <a:p>
            <a:pPr indent="0" lvl="0" marL="0" rtl="0" algn="l">
              <a:lnSpc>
                <a:spcPct val="100000"/>
              </a:lnSpc>
              <a:spcBef>
                <a:spcPts val="448"/>
              </a:spcBef>
              <a:spcAft>
                <a:spcPts val="0"/>
              </a:spcAft>
              <a:buClr>
                <a:schemeClr val="dk1"/>
              </a:buClr>
              <a:buSzPct val="100000"/>
              <a:buNone/>
            </a:pPr>
            <a:r>
              <a:rPr lang="es-MX"/>
              <a:t>        mov     ah, 06h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ret</a:t>
            </a:r>
            <a:endParaRPr/>
          </a:p>
        </p:txBody>
      </p:sp>
      <p:sp>
        <p:nvSpPr>
          <p:cNvPr id="2902" name="Google Shape;2902;p3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03" name="Google Shape;2903;p3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7" name="Shape 2907"/>
        <p:cNvGrpSpPr/>
        <p:nvPr/>
      </p:nvGrpSpPr>
      <p:grpSpPr>
        <a:xfrm>
          <a:off x="0" y="0"/>
          <a:ext cx="0" cy="0"/>
          <a:chOff x="0" y="0"/>
          <a:chExt cx="0" cy="0"/>
        </a:xfrm>
      </p:grpSpPr>
      <p:sp>
        <p:nvSpPr>
          <p:cNvPr id="2908" name="Google Shape;2908;p3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Interrupción 21h, función 2h</a:t>
            </a:r>
            <a:endParaRPr/>
          </a:p>
        </p:txBody>
      </p:sp>
      <p:sp>
        <p:nvSpPr>
          <p:cNvPr id="2909" name="Google Shape;2909;p36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 AH=2, esta función de la interrupción 21h, Exhibe salida,	Exhibe el carácter en DL 	</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2910" name="Google Shape;2910;p3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11" name="Google Shape;2911;p3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5" name="Shape 2915"/>
        <p:cNvGrpSpPr/>
        <p:nvPr/>
      </p:nvGrpSpPr>
      <p:grpSpPr>
        <a:xfrm>
          <a:off x="0" y="0"/>
          <a:ext cx="0" cy="0"/>
          <a:chOff x="0" y="0"/>
          <a:chExt cx="0" cy="0"/>
        </a:xfrm>
      </p:grpSpPr>
      <p:sp>
        <p:nvSpPr>
          <p:cNvPr id="2916" name="Google Shape;2916;p3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917" name="Google Shape;2917;p36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        jmp start</a:t>
            </a:r>
            <a:endParaRPr/>
          </a:p>
          <a:p>
            <a:pPr indent="0" lvl="0" marL="0" rtl="0" algn="l">
              <a:lnSpc>
                <a:spcPct val="100000"/>
              </a:lnSpc>
              <a:spcBef>
                <a:spcPts val="352"/>
              </a:spcBef>
              <a:spcAft>
                <a:spcPts val="0"/>
              </a:spcAft>
              <a:buClr>
                <a:schemeClr val="dk1"/>
              </a:buClr>
              <a:buSzPct val="100000"/>
              <a:buNone/>
            </a:pPr>
            <a:r>
              <a:rPr lang="es-MX"/>
              <a:t>msg1:    db      "Presiona una tecla", 0Dh,0Ah, 24h</a:t>
            </a:r>
            <a:endParaRPr/>
          </a:p>
          <a:p>
            <a:pPr indent="0" lvl="0" marL="0" rtl="0" algn="l">
              <a:lnSpc>
                <a:spcPct val="100000"/>
              </a:lnSpc>
              <a:spcBef>
                <a:spcPts val="352"/>
              </a:spcBef>
              <a:spcAft>
                <a:spcPts val="0"/>
              </a:spcAft>
              <a:buClr>
                <a:schemeClr val="dk1"/>
              </a:buClr>
              <a:buSzPct val="100000"/>
              <a:buNone/>
            </a:pPr>
            <a:r>
              <a:rPr lang="es-MX"/>
              <a:t>start:  mov     dx, msg1</a:t>
            </a:r>
            <a:endParaRPr/>
          </a:p>
          <a:p>
            <a:pPr indent="0" lvl="0" marL="0" rtl="0" algn="l">
              <a:lnSpc>
                <a:spcPct val="100000"/>
              </a:lnSpc>
              <a:spcBef>
                <a:spcPts val="352"/>
              </a:spcBef>
              <a:spcAft>
                <a:spcPts val="0"/>
              </a:spcAft>
              <a:buClr>
                <a:schemeClr val="dk1"/>
              </a:buClr>
              <a:buSzPct val="100000"/>
              <a:buNone/>
            </a:pPr>
            <a:r>
              <a:rPr lang="es-MX"/>
              <a:t>        mov     ah, 09h </a:t>
            </a:r>
            <a:endParaRPr/>
          </a:p>
          <a:p>
            <a:pPr indent="0" lvl="0" marL="0" rtl="0" algn="l">
              <a:lnSpc>
                <a:spcPct val="100000"/>
              </a:lnSpc>
              <a:spcBef>
                <a:spcPts val="352"/>
              </a:spcBef>
              <a:spcAft>
                <a:spcPts val="0"/>
              </a:spcAft>
              <a:buClr>
                <a:schemeClr val="dk1"/>
              </a:buClr>
              <a:buSzPct val="100000"/>
              <a:buNone/>
            </a:pPr>
            <a:r>
              <a:rPr lang="es-MX"/>
              <a:t>        int     21h   </a:t>
            </a:r>
            <a:endParaRPr/>
          </a:p>
          <a:p>
            <a:pPr indent="0" lvl="0" marL="0" rtl="0" algn="l">
              <a:lnSpc>
                <a:spcPct val="100000"/>
              </a:lnSpc>
              <a:spcBef>
                <a:spcPts val="352"/>
              </a:spcBef>
              <a:spcAft>
                <a:spcPts val="0"/>
              </a:spcAft>
              <a:buClr>
                <a:schemeClr val="dk1"/>
              </a:buClr>
              <a:buSzPct val="100000"/>
              <a:buNone/>
            </a:pPr>
            <a:r>
              <a:rPr lang="es-MX"/>
              <a:t>        mov     ah,1h </a:t>
            </a:r>
            <a:endParaRPr/>
          </a:p>
          <a:p>
            <a:pPr indent="0" lvl="0" marL="0" rtl="0" algn="l">
              <a:lnSpc>
                <a:spcPct val="100000"/>
              </a:lnSpc>
              <a:spcBef>
                <a:spcPts val="352"/>
              </a:spcBef>
              <a:spcAft>
                <a:spcPts val="0"/>
              </a:spcAft>
              <a:buClr>
                <a:schemeClr val="dk1"/>
              </a:buClr>
              <a:buSzPct val="100000"/>
              <a:buNone/>
            </a:pPr>
            <a:r>
              <a:rPr lang="es-MX"/>
              <a:t>        int     21h</a:t>
            </a:r>
            <a:endParaRPr/>
          </a:p>
          <a:p>
            <a:pPr indent="0" lvl="0" marL="0" rtl="0" algn="l">
              <a:lnSpc>
                <a:spcPct val="100000"/>
              </a:lnSpc>
              <a:spcBef>
                <a:spcPts val="352"/>
              </a:spcBef>
              <a:spcAft>
                <a:spcPts val="0"/>
              </a:spcAft>
              <a:buClr>
                <a:schemeClr val="dk1"/>
              </a:buClr>
              <a:buSzPct val="100000"/>
              <a:buNone/>
            </a:pPr>
            <a:r>
              <a:rPr lang="es-MX"/>
              <a:t>        mov     dl,al</a:t>
            </a:r>
            <a:endParaRPr/>
          </a:p>
          <a:p>
            <a:pPr indent="0" lvl="0" marL="0" rtl="0" algn="l">
              <a:lnSpc>
                <a:spcPct val="100000"/>
              </a:lnSpc>
              <a:spcBef>
                <a:spcPts val="352"/>
              </a:spcBef>
              <a:spcAft>
                <a:spcPts val="0"/>
              </a:spcAft>
              <a:buClr>
                <a:schemeClr val="dk1"/>
              </a:buClr>
              <a:buSzPct val="100000"/>
              <a:buNone/>
            </a:pPr>
            <a:r>
              <a:rPr lang="es-MX"/>
              <a:t>        xor     ax,ax</a:t>
            </a:r>
            <a:endParaRPr/>
          </a:p>
          <a:p>
            <a:pPr indent="0" lvl="0" marL="0" rtl="0" algn="l">
              <a:lnSpc>
                <a:spcPct val="100000"/>
              </a:lnSpc>
              <a:spcBef>
                <a:spcPts val="352"/>
              </a:spcBef>
              <a:spcAft>
                <a:spcPts val="0"/>
              </a:spcAft>
              <a:buClr>
                <a:schemeClr val="dk1"/>
              </a:buClr>
              <a:buSzPct val="100000"/>
              <a:buNone/>
            </a:pPr>
            <a:r>
              <a:rPr lang="es-MX"/>
              <a:t>        mov     ah, 2h </a:t>
            </a:r>
            <a:endParaRPr/>
          </a:p>
          <a:p>
            <a:pPr indent="0" lvl="0" marL="0" rtl="0" algn="l">
              <a:lnSpc>
                <a:spcPct val="100000"/>
              </a:lnSpc>
              <a:spcBef>
                <a:spcPts val="352"/>
              </a:spcBef>
              <a:spcAft>
                <a:spcPts val="0"/>
              </a:spcAft>
              <a:buClr>
                <a:schemeClr val="dk1"/>
              </a:buClr>
              <a:buSzPct val="100000"/>
              <a:buNone/>
            </a:pPr>
            <a:r>
              <a:rPr lang="es-MX"/>
              <a:t>        int     21h        </a:t>
            </a:r>
            <a:endParaRPr/>
          </a:p>
          <a:p>
            <a:pPr indent="0" lvl="0" marL="0" rtl="0" algn="l">
              <a:lnSpc>
                <a:spcPct val="100000"/>
              </a:lnSpc>
              <a:spcBef>
                <a:spcPts val="352"/>
              </a:spcBef>
              <a:spcAft>
                <a:spcPts val="0"/>
              </a:spcAft>
              <a:buClr>
                <a:schemeClr val="dk1"/>
              </a:buClr>
              <a:buSzPct val="100000"/>
              <a:buNone/>
            </a:pPr>
            <a:r>
              <a:rPr lang="es-MX"/>
              <a:t>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ret </a:t>
            </a:r>
            <a:endParaRPr/>
          </a:p>
        </p:txBody>
      </p:sp>
      <p:sp>
        <p:nvSpPr>
          <p:cNvPr id="2918" name="Google Shape;2918;p3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19" name="Google Shape;2919;p3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3" name="Shape 2923"/>
        <p:cNvGrpSpPr/>
        <p:nvPr/>
      </p:nvGrpSpPr>
      <p:grpSpPr>
        <a:xfrm>
          <a:off x="0" y="0"/>
          <a:ext cx="0" cy="0"/>
          <a:chOff x="0" y="0"/>
          <a:chExt cx="0" cy="0"/>
        </a:xfrm>
      </p:grpSpPr>
      <p:sp>
        <p:nvSpPr>
          <p:cNvPr id="2924" name="Google Shape;2924;p3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Interrupción 21h, función 2Ah</a:t>
            </a:r>
            <a:endParaRPr/>
          </a:p>
        </p:txBody>
      </p:sp>
      <p:sp>
        <p:nvSpPr>
          <p:cNvPr id="2925" name="Google Shape;2925;p36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Obtener la fecha 	</a:t>
            </a:r>
            <a:endParaRPr/>
          </a:p>
          <a:p>
            <a:pPr indent="-342900" lvl="0" marL="342900" rtl="0" algn="l">
              <a:lnSpc>
                <a:spcPct val="100000"/>
              </a:lnSpc>
              <a:spcBef>
                <a:spcPts val="640"/>
              </a:spcBef>
              <a:spcAft>
                <a:spcPts val="0"/>
              </a:spcAft>
              <a:buClr>
                <a:schemeClr val="dk1"/>
              </a:buClr>
              <a:buSzPts val="3200"/>
              <a:buChar char="•"/>
            </a:pPr>
            <a:r>
              <a:rPr lang="es-MX"/>
              <a:t>Regresa </a:t>
            </a:r>
            <a:endParaRPr/>
          </a:p>
          <a:p>
            <a:pPr indent="-285750" lvl="1" marL="742950" rtl="0" algn="l">
              <a:lnSpc>
                <a:spcPct val="100000"/>
              </a:lnSpc>
              <a:spcBef>
                <a:spcPts val="560"/>
              </a:spcBef>
              <a:spcAft>
                <a:spcPts val="0"/>
              </a:spcAft>
              <a:buClr>
                <a:schemeClr val="dk1"/>
              </a:buClr>
              <a:buSzPts val="2800"/>
              <a:buChar char="–"/>
            </a:pPr>
            <a:r>
              <a:rPr lang="es-MX"/>
              <a:t>AL = día de la semana: Dom=0, Lun=1,….Sab=6</a:t>
            </a:r>
            <a:endParaRPr/>
          </a:p>
          <a:p>
            <a:pPr indent="-285750" lvl="1" marL="742950" rtl="0" algn="l">
              <a:lnSpc>
                <a:spcPct val="100000"/>
              </a:lnSpc>
              <a:spcBef>
                <a:spcPts val="560"/>
              </a:spcBef>
              <a:spcAft>
                <a:spcPts val="0"/>
              </a:spcAft>
              <a:buClr>
                <a:schemeClr val="dk1"/>
              </a:buClr>
              <a:buSzPts val="2800"/>
              <a:buChar char="–"/>
            </a:pPr>
            <a:r>
              <a:rPr lang="es-MX"/>
              <a:t>CX = año</a:t>
            </a:r>
            <a:endParaRPr/>
          </a:p>
          <a:p>
            <a:pPr indent="-285750" lvl="1" marL="742950" rtl="0" algn="l">
              <a:lnSpc>
                <a:spcPct val="100000"/>
              </a:lnSpc>
              <a:spcBef>
                <a:spcPts val="560"/>
              </a:spcBef>
              <a:spcAft>
                <a:spcPts val="0"/>
              </a:spcAft>
              <a:buClr>
                <a:schemeClr val="dk1"/>
              </a:buClr>
              <a:buSzPts val="2800"/>
              <a:buChar char="–"/>
            </a:pPr>
            <a:r>
              <a:rPr lang="es-MX"/>
              <a:t>DH = mes </a:t>
            </a:r>
            <a:endParaRPr/>
          </a:p>
          <a:p>
            <a:pPr indent="-285750" lvl="1" marL="742950" rtl="0" algn="l">
              <a:lnSpc>
                <a:spcPct val="100000"/>
              </a:lnSpc>
              <a:spcBef>
                <a:spcPts val="560"/>
              </a:spcBef>
              <a:spcAft>
                <a:spcPts val="0"/>
              </a:spcAft>
              <a:buClr>
                <a:schemeClr val="dk1"/>
              </a:buClr>
              <a:buSzPts val="2800"/>
              <a:buChar char="–"/>
            </a:pPr>
            <a:r>
              <a:rPr lang="es-MX"/>
              <a:t>DL = día del mes. 	</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2926" name="Google Shape;2926;p3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27" name="Google Shape;2927;p3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1" name="Shape 2931"/>
        <p:cNvGrpSpPr/>
        <p:nvPr/>
      </p:nvGrpSpPr>
      <p:grpSpPr>
        <a:xfrm>
          <a:off x="0" y="0"/>
          <a:ext cx="0" cy="0"/>
          <a:chOff x="0" y="0"/>
          <a:chExt cx="0" cy="0"/>
        </a:xfrm>
      </p:grpSpPr>
      <p:sp>
        <p:nvSpPr>
          <p:cNvPr id="2932" name="Google Shape;2932;p3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933" name="Google Shape;2933;p36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        jmp start</a:t>
            </a:r>
            <a:endParaRPr/>
          </a:p>
          <a:p>
            <a:pPr indent="0" lvl="0" marL="0" rtl="0" algn="l">
              <a:lnSpc>
                <a:spcPct val="100000"/>
              </a:lnSpc>
              <a:spcBef>
                <a:spcPts val="448"/>
              </a:spcBef>
              <a:spcAft>
                <a:spcPts val="0"/>
              </a:spcAft>
              <a:buClr>
                <a:schemeClr val="dk1"/>
              </a:buClr>
              <a:buSzPct val="100000"/>
              <a:buNone/>
            </a:pPr>
            <a:r>
              <a:rPr lang="es-MX"/>
              <a:t>msg1:    db      "Leeremos la fecha", 0Dh,0Ah, 24h</a:t>
            </a:r>
            <a:endParaRPr/>
          </a:p>
          <a:p>
            <a:pPr indent="0" lvl="0" marL="0" rtl="0" algn="l">
              <a:lnSpc>
                <a:spcPct val="100000"/>
              </a:lnSpc>
              <a:spcBef>
                <a:spcPts val="448"/>
              </a:spcBef>
              <a:spcAft>
                <a:spcPts val="0"/>
              </a:spcAft>
              <a:buClr>
                <a:schemeClr val="dk1"/>
              </a:buClr>
              <a:buSzPct val="100000"/>
              <a:buNone/>
            </a:pPr>
            <a:r>
              <a:rPr lang="es-MX"/>
              <a:t>start:  mov     dx, msg1</a:t>
            </a:r>
            <a:endParaRPr/>
          </a:p>
          <a:p>
            <a:pPr indent="0" lvl="0" marL="0" rtl="0" algn="l">
              <a:lnSpc>
                <a:spcPct val="100000"/>
              </a:lnSpc>
              <a:spcBef>
                <a:spcPts val="448"/>
              </a:spcBef>
              <a:spcAft>
                <a:spcPts val="0"/>
              </a:spcAft>
              <a:buClr>
                <a:schemeClr val="dk1"/>
              </a:buClr>
              <a:buSzPct val="100000"/>
              <a:buNone/>
            </a:pPr>
            <a:r>
              <a:rPr lang="es-MX"/>
              <a:t>        mov     ah, 09h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2Ah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ret </a:t>
            </a:r>
            <a:endParaRPr/>
          </a:p>
          <a:p>
            <a:pPr indent="0" lvl="0" marL="0" rtl="0" algn="l">
              <a:lnSpc>
                <a:spcPct val="100000"/>
              </a:lnSpc>
              <a:spcBef>
                <a:spcPts val="448"/>
              </a:spcBef>
              <a:spcAft>
                <a:spcPts val="0"/>
              </a:spcAft>
              <a:buClr>
                <a:schemeClr val="dk1"/>
              </a:buClr>
              <a:buSzPct val="100000"/>
              <a:buNone/>
            </a:pPr>
            <a:r>
              <a:t/>
            </a:r>
            <a:endParaRPr/>
          </a:p>
        </p:txBody>
      </p:sp>
      <p:sp>
        <p:nvSpPr>
          <p:cNvPr id="2934" name="Google Shape;2934;p3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35" name="Google Shape;2935;p3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9" name="Shape 2939"/>
        <p:cNvGrpSpPr/>
        <p:nvPr/>
      </p:nvGrpSpPr>
      <p:grpSpPr>
        <a:xfrm>
          <a:off x="0" y="0"/>
          <a:ext cx="0" cy="0"/>
          <a:chOff x="0" y="0"/>
          <a:chExt cx="0" cy="0"/>
        </a:xfrm>
      </p:grpSpPr>
      <p:sp>
        <p:nvSpPr>
          <p:cNvPr id="2940" name="Google Shape;2940;p3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Interrupción 21h, función 2Ch</a:t>
            </a:r>
            <a:endParaRPr/>
          </a:p>
        </p:txBody>
      </p:sp>
      <p:sp>
        <p:nvSpPr>
          <p:cNvPr id="2941" name="Google Shape;2941;p37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Obtener la hora 	</a:t>
            </a:r>
            <a:endParaRPr/>
          </a:p>
          <a:p>
            <a:pPr indent="-342900" lvl="0" marL="342900" rtl="0" algn="l">
              <a:lnSpc>
                <a:spcPct val="100000"/>
              </a:lnSpc>
              <a:spcBef>
                <a:spcPts val="640"/>
              </a:spcBef>
              <a:spcAft>
                <a:spcPts val="0"/>
              </a:spcAft>
              <a:buClr>
                <a:schemeClr val="dk1"/>
              </a:buClr>
              <a:buSzPts val="3200"/>
              <a:buChar char="•"/>
            </a:pPr>
            <a:r>
              <a:rPr lang="es-MX"/>
              <a:t>Regresa:</a:t>
            </a:r>
            <a:endParaRPr/>
          </a:p>
          <a:p>
            <a:pPr indent="-285750" lvl="1" marL="742950" rtl="0" algn="l">
              <a:lnSpc>
                <a:spcPct val="100000"/>
              </a:lnSpc>
              <a:spcBef>
                <a:spcPts val="560"/>
              </a:spcBef>
              <a:spcAft>
                <a:spcPts val="0"/>
              </a:spcAft>
              <a:buClr>
                <a:schemeClr val="dk1"/>
              </a:buClr>
              <a:buSzPts val="2800"/>
              <a:buChar char="–"/>
            </a:pPr>
            <a:r>
              <a:rPr lang="es-MX"/>
              <a:t>CH = hora</a:t>
            </a:r>
            <a:endParaRPr/>
          </a:p>
          <a:p>
            <a:pPr indent="-285750" lvl="1" marL="742950" rtl="0" algn="l">
              <a:lnSpc>
                <a:spcPct val="100000"/>
              </a:lnSpc>
              <a:spcBef>
                <a:spcPts val="560"/>
              </a:spcBef>
              <a:spcAft>
                <a:spcPts val="0"/>
              </a:spcAft>
              <a:buClr>
                <a:schemeClr val="dk1"/>
              </a:buClr>
              <a:buSzPts val="2800"/>
              <a:buChar char="–"/>
            </a:pPr>
            <a:r>
              <a:rPr lang="es-MX"/>
              <a:t>CL = minutos</a:t>
            </a:r>
            <a:endParaRPr/>
          </a:p>
          <a:p>
            <a:pPr indent="-285750" lvl="1" marL="742950" rtl="0" algn="l">
              <a:lnSpc>
                <a:spcPct val="100000"/>
              </a:lnSpc>
              <a:spcBef>
                <a:spcPts val="560"/>
              </a:spcBef>
              <a:spcAft>
                <a:spcPts val="0"/>
              </a:spcAft>
              <a:buClr>
                <a:schemeClr val="dk1"/>
              </a:buClr>
              <a:buSzPts val="2800"/>
              <a:buChar char="–"/>
            </a:pPr>
            <a:r>
              <a:rPr lang="es-MX"/>
              <a:t>DH = segundos</a:t>
            </a:r>
            <a:endParaRPr/>
          </a:p>
          <a:p>
            <a:pPr indent="-285750" lvl="1" marL="742950" rtl="0" algn="l">
              <a:lnSpc>
                <a:spcPct val="100000"/>
              </a:lnSpc>
              <a:spcBef>
                <a:spcPts val="560"/>
              </a:spcBef>
              <a:spcAft>
                <a:spcPts val="0"/>
              </a:spcAft>
              <a:buClr>
                <a:schemeClr val="dk1"/>
              </a:buClr>
              <a:buSzPts val="2800"/>
              <a:buChar char="–"/>
            </a:pPr>
            <a:r>
              <a:rPr lang="es-MX"/>
              <a:t>DL = centésimos de segundo 	</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2942" name="Google Shape;2942;p3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43" name="Google Shape;2943;p3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7" name="Shape 2947"/>
        <p:cNvGrpSpPr/>
        <p:nvPr/>
      </p:nvGrpSpPr>
      <p:grpSpPr>
        <a:xfrm>
          <a:off x="0" y="0"/>
          <a:ext cx="0" cy="0"/>
          <a:chOff x="0" y="0"/>
          <a:chExt cx="0" cy="0"/>
        </a:xfrm>
      </p:grpSpPr>
      <p:sp>
        <p:nvSpPr>
          <p:cNvPr id="2948" name="Google Shape;2948;p3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949" name="Google Shape;2949;p37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        jmp start</a:t>
            </a:r>
            <a:endParaRPr/>
          </a:p>
          <a:p>
            <a:pPr indent="0" lvl="0" marL="0" rtl="0" algn="l">
              <a:lnSpc>
                <a:spcPct val="100000"/>
              </a:lnSpc>
              <a:spcBef>
                <a:spcPts val="448"/>
              </a:spcBef>
              <a:spcAft>
                <a:spcPts val="0"/>
              </a:spcAft>
              <a:buClr>
                <a:schemeClr val="dk1"/>
              </a:buClr>
              <a:buSzPct val="100000"/>
              <a:buNone/>
            </a:pPr>
            <a:r>
              <a:rPr lang="es-MX"/>
              <a:t>msg1:    db      "Leeremos la hora", 0Dh,0Ah, 24h</a:t>
            </a:r>
            <a:endParaRPr/>
          </a:p>
          <a:p>
            <a:pPr indent="0" lvl="0" marL="0" rtl="0" algn="l">
              <a:lnSpc>
                <a:spcPct val="100000"/>
              </a:lnSpc>
              <a:spcBef>
                <a:spcPts val="448"/>
              </a:spcBef>
              <a:spcAft>
                <a:spcPts val="0"/>
              </a:spcAft>
              <a:buClr>
                <a:schemeClr val="dk1"/>
              </a:buClr>
              <a:buSzPct val="100000"/>
              <a:buNone/>
            </a:pPr>
            <a:r>
              <a:rPr lang="es-MX"/>
              <a:t>start:  mov     dx, msg1</a:t>
            </a:r>
            <a:endParaRPr/>
          </a:p>
          <a:p>
            <a:pPr indent="0" lvl="0" marL="0" rtl="0" algn="l">
              <a:lnSpc>
                <a:spcPct val="100000"/>
              </a:lnSpc>
              <a:spcBef>
                <a:spcPts val="448"/>
              </a:spcBef>
              <a:spcAft>
                <a:spcPts val="0"/>
              </a:spcAft>
              <a:buClr>
                <a:schemeClr val="dk1"/>
              </a:buClr>
              <a:buSzPct val="100000"/>
              <a:buNone/>
            </a:pPr>
            <a:r>
              <a:rPr lang="es-MX"/>
              <a:t>        mov     ah, 09h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2Ch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ret </a:t>
            </a:r>
            <a:endParaRPr/>
          </a:p>
          <a:p>
            <a:pPr indent="0" lvl="0" marL="0" rtl="0" algn="l">
              <a:lnSpc>
                <a:spcPct val="100000"/>
              </a:lnSpc>
              <a:spcBef>
                <a:spcPts val="448"/>
              </a:spcBef>
              <a:spcAft>
                <a:spcPts val="0"/>
              </a:spcAft>
              <a:buClr>
                <a:schemeClr val="dk1"/>
              </a:buClr>
              <a:buSzPct val="100000"/>
              <a:buNone/>
            </a:pPr>
            <a:r>
              <a:t/>
            </a:r>
            <a:endParaRPr/>
          </a:p>
        </p:txBody>
      </p:sp>
      <p:sp>
        <p:nvSpPr>
          <p:cNvPr id="2950" name="Google Shape;2950;p3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51" name="Google Shape;2951;p3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5" name="Shape 2955"/>
        <p:cNvGrpSpPr/>
        <p:nvPr/>
      </p:nvGrpSpPr>
      <p:grpSpPr>
        <a:xfrm>
          <a:off x="0" y="0"/>
          <a:ext cx="0" cy="0"/>
          <a:chOff x="0" y="0"/>
          <a:chExt cx="0" cy="0"/>
        </a:xfrm>
      </p:grpSpPr>
      <p:sp>
        <p:nvSpPr>
          <p:cNvPr id="2956" name="Google Shape;2956;p3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Interrupción 21h, función 30h</a:t>
            </a:r>
            <a:endParaRPr/>
          </a:p>
        </p:txBody>
      </p:sp>
      <p:sp>
        <p:nvSpPr>
          <p:cNvPr id="2957" name="Google Shape;2957;p37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Obtener la versión del DOS, </a:t>
            </a:r>
            <a:endParaRPr/>
          </a:p>
          <a:p>
            <a:pPr indent="-285750" lvl="1" marL="742950" rtl="0" algn="just">
              <a:lnSpc>
                <a:spcPct val="100000"/>
              </a:lnSpc>
              <a:spcBef>
                <a:spcPts val="560"/>
              </a:spcBef>
              <a:spcAft>
                <a:spcPts val="0"/>
              </a:spcAft>
              <a:buClr>
                <a:schemeClr val="dk1"/>
              </a:buClr>
              <a:buSzPts val="2800"/>
              <a:buChar char="–"/>
            </a:pPr>
            <a:r>
              <a:rPr lang="es-MX"/>
              <a:t>Regresa en AL el numero superior que corresponde ala versión de DOS; AH contiene el numero inferior 	</a:t>
            </a:r>
            <a:endParaRPr/>
          </a:p>
          <a:p>
            <a:pPr indent="-342900" lvl="0" marL="342900" rtl="0" algn="l">
              <a:lnSpc>
                <a:spcPct val="100000"/>
              </a:lnSpc>
              <a:spcBef>
                <a:spcPts val="640"/>
              </a:spcBef>
              <a:spcAft>
                <a:spcPts val="0"/>
              </a:spcAft>
              <a:buClr>
                <a:schemeClr val="dk1"/>
              </a:buClr>
              <a:buSzPts val="3200"/>
              <a:buChar char="•"/>
            </a:pPr>
            <a:r>
              <a:rPr lang="es-MX"/>
              <a:t>	</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2958" name="Google Shape;2958;p3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59" name="Google Shape;2959;p3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3" name="Shape 2963"/>
        <p:cNvGrpSpPr/>
        <p:nvPr/>
      </p:nvGrpSpPr>
      <p:grpSpPr>
        <a:xfrm>
          <a:off x="0" y="0"/>
          <a:ext cx="0" cy="0"/>
          <a:chOff x="0" y="0"/>
          <a:chExt cx="0" cy="0"/>
        </a:xfrm>
      </p:grpSpPr>
      <p:sp>
        <p:nvSpPr>
          <p:cNvPr id="2964" name="Google Shape;2964;p37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965" name="Google Shape;2965;p37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        jmp start</a:t>
            </a:r>
            <a:endParaRPr/>
          </a:p>
          <a:p>
            <a:pPr indent="0" lvl="0" marL="0" rtl="0" algn="l">
              <a:lnSpc>
                <a:spcPct val="100000"/>
              </a:lnSpc>
              <a:spcBef>
                <a:spcPts val="448"/>
              </a:spcBef>
              <a:spcAft>
                <a:spcPts val="0"/>
              </a:spcAft>
              <a:buClr>
                <a:schemeClr val="dk1"/>
              </a:buClr>
              <a:buSzPct val="100000"/>
              <a:buNone/>
            </a:pPr>
            <a:r>
              <a:rPr lang="es-MX"/>
              <a:t>msg1:    db      "Version del DOS", 0Dh,0Ah, 24h</a:t>
            </a:r>
            <a:endParaRPr/>
          </a:p>
          <a:p>
            <a:pPr indent="0" lvl="0" marL="0" rtl="0" algn="l">
              <a:lnSpc>
                <a:spcPct val="100000"/>
              </a:lnSpc>
              <a:spcBef>
                <a:spcPts val="448"/>
              </a:spcBef>
              <a:spcAft>
                <a:spcPts val="0"/>
              </a:spcAft>
              <a:buClr>
                <a:schemeClr val="dk1"/>
              </a:buClr>
              <a:buSzPct val="100000"/>
              <a:buNone/>
            </a:pPr>
            <a:r>
              <a:rPr lang="es-MX"/>
              <a:t>start:  mov     dx, msg1</a:t>
            </a:r>
            <a:endParaRPr/>
          </a:p>
          <a:p>
            <a:pPr indent="0" lvl="0" marL="0" rtl="0" algn="l">
              <a:lnSpc>
                <a:spcPct val="100000"/>
              </a:lnSpc>
              <a:spcBef>
                <a:spcPts val="448"/>
              </a:spcBef>
              <a:spcAft>
                <a:spcPts val="0"/>
              </a:spcAft>
              <a:buClr>
                <a:schemeClr val="dk1"/>
              </a:buClr>
              <a:buSzPct val="100000"/>
              <a:buNone/>
            </a:pPr>
            <a:r>
              <a:rPr lang="es-MX"/>
              <a:t>        mov     ah, 09h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30h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ret </a:t>
            </a:r>
            <a:endParaRPr/>
          </a:p>
          <a:p>
            <a:pPr indent="0" lvl="0" marL="0" rtl="0" algn="l">
              <a:lnSpc>
                <a:spcPct val="100000"/>
              </a:lnSpc>
              <a:spcBef>
                <a:spcPts val="448"/>
              </a:spcBef>
              <a:spcAft>
                <a:spcPts val="0"/>
              </a:spcAft>
              <a:buClr>
                <a:schemeClr val="dk1"/>
              </a:buClr>
              <a:buSzPct val="100000"/>
              <a:buNone/>
            </a:pPr>
            <a:r>
              <a:t/>
            </a:r>
            <a:endParaRPr/>
          </a:p>
        </p:txBody>
      </p:sp>
      <p:sp>
        <p:nvSpPr>
          <p:cNvPr id="2966" name="Google Shape;2966;p3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67" name="Google Shape;2967;p3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1" name="Shape 2971"/>
        <p:cNvGrpSpPr/>
        <p:nvPr/>
      </p:nvGrpSpPr>
      <p:grpSpPr>
        <a:xfrm>
          <a:off x="0" y="0"/>
          <a:ext cx="0" cy="0"/>
          <a:chOff x="0" y="0"/>
          <a:chExt cx="0" cy="0"/>
        </a:xfrm>
      </p:grpSpPr>
      <p:sp>
        <p:nvSpPr>
          <p:cNvPr id="2972" name="Google Shape;2972;p3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Interrupción 21h, función 36h</a:t>
            </a:r>
            <a:endParaRPr/>
          </a:p>
        </p:txBody>
      </p:sp>
      <p:sp>
        <p:nvSpPr>
          <p:cNvPr id="2973" name="Google Shape;2973;p37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Obtiene espacio libre en disco 	</a:t>
            </a:r>
            <a:endParaRPr/>
          </a:p>
          <a:p>
            <a:pPr indent="-342900" lvl="0" marL="342900" rtl="0" algn="just">
              <a:lnSpc>
                <a:spcPct val="100000"/>
              </a:lnSpc>
              <a:spcBef>
                <a:spcPts val="640"/>
              </a:spcBef>
              <a:spcAft>
                <a:spcPts val="0"/>
              </a:spcAft>
              <a:buClr>
                <a:schemeClr val="dk1"/>
              </a:buClr>
              <a:buSzPts val="3200"/>
              <a:buChar char="•"/>
            </a:pPr>
            <a:r>
              <a:rPr lang="es-MX"/>
              <a:t>Regresa para DL: </a:t>
            </a:r>
            <a:endParaRPr/>
          </a:p>
          <a:p>
            <a:pPr indent="-285750" lvl="1" marL="742950" rtl="0" algn="just">
              <a:lnSpc>
                <a:spcPct val="100000"/>
              </a:lnSpc>
              <a:spcBef>
                <a:spcPts val="560"/>
              </a:spcBef>
              <a:spcAft>
                <a:spcPts val="0"/>
              </a:spcAft>
              <a:buClr>
                <a:schemeClr val="dk1"/>
              </a:buClr>
              <a:buSzPts val="2800"/>
              <a:buChar char="–"/>
            </a:pPr>
            <a:r>
              <a:rPr lang="es-MX"/>
              <a:t>en BX, los espacios disponibles; </a:t>
            </a:r>
            <a:endParaRPr/>
          </a:p>
          <a:p>
            <a:pPr indent="-285750" lvl="1" marL="742950" rtl="0" algn="just">
              <a:lnSpc>
                <a:spcPct val="100000"/>
              </a:lnSpc>
              <a:spcBef>
                <a:spcPts val="560"/>
              </a:spcBef>
              <a:spcAft>
                <a:spcPts val="0"/>
              </a:spcAft>
              <a:buClr>
                <a:schemeClr val="dk1"/>
              </a:buClr>
              <a:buSzPts val="2800"/>
              <a:buChar char="–"/>
            </a:pPr>
            <a:r>
              <a:rPr lang="es-MX"/>
              <a:t>en DX, cluster/unidad de disco; </a:t>
            </a:r>
            <a:endParaRPr/>
          </a:p>
          <a:p>
            <a:pPr indent="-285750" lvl="1" marL="742950" rtl="0" algn="just">
              <a:lnSpc>
                <a:spcPct val="100000"/>
              </a:lnSpc>
              <a:spcBef>
                <a:spcPts val="560"/>
              </a:spcBef>
              <a:spcAft>
                <a:spcPts val="0"/>
              </a:spcAft>
              <a:buClr>
                <a:schemeClr val="dk1"/>
              </a:buClr>
              <a:buSzPts val="2800"/>
              <a:buChar char="–"/>
            </a:pPr>
            <a:r>
              <a:rPr lang="es-MX"/>
              <a:t>en CX, los bytes/sector; </a:t>
            </a:r>
            <a:endParaRPr/>
          </a:p>
          <a:p>
            <a:pPr indent="-285750" lvl="1" marL="742950" rtl="0" algn="just">
              <a:lnSpc>
                <a:spcPct val="100000"/>
              </a:lnSpc>
              <a:spcBef>
                <a:spcPts val="560"/>
              </a:spcBef>
              <a:spcAft>
                <a:spcPts val="0"/>
              </a:spcAft>
              <a:buClr>
                <a:schemeClr val="dk1"/>
              </a:buClr>
              <a:buSzPts val="2800"/>
              <a:buChar char="–"/>
            </a:pPr>
            <a:r>
              <a:rPr lang="es-MX"/>
              <a:t>y en AX los sector / cluster </a:t>
            </a:r>
            <a:endParaRPr/>
          </a:p>
          <a:p>
            <a:pPr indent="-107950" lvl="1" marL="742950" rtl="0" algn="just">
              <a:lnSpc>
                <a:spcPct val="100000"/>
              </a:lnSpc>
              <a:spcBef>
                <a:spcPts val="560"/>
              </a:spcBef>
              <a:spcAft>
                <a:spcPts val="0"/>
              </a:spcAft>
              <a:buClr>
                <a:schemeClr val="dk1"/>
              </a:buClr>
              <a:buSzPts val="2800"/>
              <a:buNone/>
            </a:pPr>
            <a:r>
              <a:t/>
            </a:r>
            <a:endParaRPr/>
          </a:p>
          <a:p>
            <a:pPr indent="-342900" lvl="0" marL="342900" rtl="0" algn="just">
              <a:lnSpc>
                <a:spcPct val="100000"/>
              </a:lnSpc>
              <a:spcBef>
                <a:spcPts val="640"/>
              </a:spcBef>
              <a:spcAft>
                <a:spcPts val="0"/>
              </a:spcAft>
              <a:buClr>
                <a:schemeClr val="dk1"/>
              </a:buClr>
              <a:buSzPts val="3200"/>
              <a:buChar char="•"/>
            </a:pPr>
            <a:r>
              <a:rPr lang="es-MX"/>
              <a:t>Alumnos: Investiga estos términos.	</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2974" name="Google Shape;2974;p3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75" name="Google Shape;2975;p3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9" name="Shape 2979"/>
        <p:cNvGrpSpPr/>
        <p:nvPr/>
      </p:nvGrpSpPr>
      <p:grpSpPr>
        <a:xfrm>
          <a:off x="0" y="0"/>
          <a:ext cx="0" cy="0"/>
          <a:chOff x="0" y="0"/>
          <a:chExt cx="0" cy="0"/>
        </a:xfrm>
      </p:grpSpPr>
      <p:sp>
        <p:nvSpPr>
          <p:cNvPr id="2980" name="Google Shape;2980;p3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981" name="Google Shape;2981;p37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        jmp start</a:t>
            </a:r>
            <a:endParaRPr/>
          </a:p>
          <a:p>
            <a:pPr indent="0" lvl="0" marL="0" rtl="0" algn="l">
              <a:lnSpc>
                <a:spcPct val="100000"/>
              </a:lnSpc>
              <a:spcBef>
                <a:spcPts val="448"/>
              </a:spcBef>
              <a:spcAft>
                <a:spcPts val="0"/>
              </a:spcAft>
              <a:buClr>
                <a:schemeClr val="dk1"/>
              </a:buClr>
              <a:buSzPct val="100000"/>
              <a:buNone/>
            </a:pPr>
            <a:r>
              <a:rPr lang="es-MX"/>
              <a:t>msg1:    db      "Obtiene espacio libre en disco", 0Dh,0Ah, 24h</a:t>
            </a:r>
            <a:endParaRPr/>
          </a:p>
          <a:p>
            <a:pPr indent="0" lvl="0" marL="0" rtl="0" algn="l">
              <a:lnSpc>
                <a:spcPct val="100000"/>
              </a:lnSpc>
              <a:spcBef>
                <a:spcPts val="448"/>
              </a:spcBef>
              <a:spcAft>
                <a:spcPts val="0"/>
              </a:spcAft>
              <a:buClr>
                <a:schemeClr val="dk1"/>
              </a:buClr>
              <a:buSzPct val="100000"/>
              <a:buNone/>
            </a:pPr>
            <a:r>
              <a:rPr lang="es-MX"/>
              <a:t>start:  mov     dx, msg1</a:t>
            </a:r>
            <a:endParaRPr/>
          </a:p>
          <a:p>
            <a:pPr indent="0" lvl="0" marL="0" rtl="0" algn="l">
              <a:lnSpc>
                <a:spcPct val="100000"/>
              </a:lnSpc>
              <a:spcBef>
                <a:spcPts val="448"/>
              </a:spcBef>
              <a:spcAft>
                <a:spcPts val="0"/>
              </a:spcAft>
              <a:buClr>
                <a:schemeClr val="dk1"/>
              </a:buClr>
              <a:buSzPct val="100000"/>
              <a:buNone/>
            </a:pPr>
            <a:r>
              <a:rPr lang="es-MX"/>
              <a:t>        mov     ah, 09h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36h </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ret </a:t>
            </a:r>
            <a:endParaRPr/>
          </a:p>
          <a:p>
            <a:pPr indent="-200660" lvl="0" marL="342900" rtl="0" algn="l">
              <a:lnSpc>
                <a:spcPct val="100000"/>
              </a:lnSpc>
              <a:spcBef>
                <a:spcPts val="448"/>
              </a:spcBef>
              <a:spcAft>
                <a:spcPts val="0"/>
              </a:spcAft>
              <a:buClr>
                <a:schemeClr val="dk1"/>
              </a:buClr>
              <a:buSzPct val="100000"/>
              <a:buNone/>
            </a:pPr>
            <a:r>
              <a:t/>
            </a:r>
            <a:endParaRPr/>
          </a:p>
        </p:txBody>
      </p:sp>
      <p:sp>
        <p:nvSpPr>
          <p:cNvPr id="2982" name="Google Shape;2982;p3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83" name="Google Shape;2983;p3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7" name="Shape 2987"/>
        <p:cNvGrpSpPr/>
        <p:nvPr/>
      </p:nvGrpSpPr>
      <p:grpSpPr>
        <a:xfrm>
          <a:off x="0" y="0"/>
          <a:ext cx="0" cy="0"/>
          <a:chOff x="0" y="0"/>
          <a:chExt cx="0" cy="0"/>
        </a:xfrm>
      </p:grpSpPr>
      <p:sp>
        <p:nvSpPr>
          <p:cNvPr id="2988" name="Google Shape;2988;p3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989" name="Google Shape;2989;p37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Sugerencia:</a:t>
            </a:r>
            <a:endParaRPr/>
          </a:p>
          <a:p>
            <a:pPr indent="-285750" lvl="1" marL="742950" rtl="0" algn="l">
              <a:lnSpc>
                <a:spcPct val="100000"/>
              </a:lnSpc>
              <a:spcBef>
                <a:spcPts val="560"/>
              </a:spcBef>
              <a:spcAft>
                <a:spcPts val="0"/>
              </a:spcAft>
              <a:buClr>
                <a:schemeClr val="dk1"/>
              </a:buClr>
              <a:buSzPts val="2800"/>
              <a:buChar char="–"/>
            </a:pPr>
            <a:r>
              <a:rPr lang="es-MX"/>
              <a:t>Ver: </a:t>
            </a:r>
            <a:r>
              <a:rPr lang="es-MX" u="sng">
                <a:solidFill>
                  <a:schemeClr val="hlink"/>
                </a:solidFill>
                <a:hlinkClick r:id="rId3"/>
              </a:rPr>
              <a:t>http://ict.udlap.mx/people/oleg/docencia/ASSEMBLER/asm_interrup_21.html</a:t>
            </a:r>
            <a:endParaRPr/>
          </a:p>
          <a:p>
            <a:pPr indent="-107950" lvl="1" marL="742950" rtl="0" algn="l">
              <a:lnSpc>
                <a:spcPct val="100000"/>
              </a:lnSpc>
              <a:spcBef>
                <a:spcPts val="560"/>
              </a:spcBef>
              <a:spcAft>
                <a:spcPts val="0"/>
              </a:spcAft>
              <a:buClr>
                <a:schemeClr val="dk1"/>
              </a:buClr>
              <a:buSzPts val="2800"/>
              <a:buNone/>
            </a:pPr>
            <a:r>
              <a:t/>
            </a:r>
            <a:endParaRPr/>
          </a:p>
        </p:txBody>
      </p:sp>
      <p:sp>
        <p:nvSpPr>
          <p:cNvPr id="2990" name="Google Shape;2990;p3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91" name="Google Shape;2991;p3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5" name="Shape 2995"/>
        <p:cNvGrpSpPr/>
        <p:nvPr/>
      </p:nvGrpSpPr>
      <p:grpSpPr>
        <a:xfrm>
          <a:off x="0" y="0"/>
          <a:ext cx="0" cy="0"/>
          <a:chOff x="0" y="0"/>
          <a:chExt cx="0" cy="0"/>
        </a:xfrm>
      </p:grpSpPr>
      <p:sp>
        <p:nvSpPr>
          <p:cNvPr id="2996" name="Google Shape;2996;p3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INT 10H Función 01H</a:t>
            </a:r>
            <a:endParaRPr/>
          </a:p>
        </p:txBody>
      </p:sp>
      <p:sp>
        <p:nvSpPr>
          <p:cNvPr id="2997" name="Google Shape;2997;p377"/>
          <p:cNvSpPr txBox="1"/>
          <p:nvPr>
            <p:ph idx="1" type="body"/>
          </p:nvPr>
        </p:nvSpPr>
        <p:spPr>
          <a:xfrm>
            <a:off x="457200" y="16288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b="1" lang="es-MX"/>
              <a:t>INT 10H Función 01H</a:t>
            </a:r>
            <a:endParaRPr/>
          </a:p>
          <a:p>
            <a:pPr indent="0" lvl="0" marL="0" rtl="0" algn="l">
              <a:lnSpc>
                <a:spcPct val="100000"/>
              </a:lnSpc>
              <a:spcBef>
                <a:spcPts val="592"/>
              </a:spcBef>
              <a:spcAft>
                <a:spcPts val="0"/>
              </a:spcAft>
              <a:buClr>
                <a:schemeClr val="dk1"/>
              </a:buClr>
              <a:buSzPct val="100000"/>
              <a:buNone/>
            </a:pPr>
            <a:r>
              <a:rPr b="1" lang="es-MX"/>
              <a:t>Establecer tamaño del Cursor</a:t>
            </a:r>
            <a:endParaRPr/>
          </a:p>
          <a:p>
            <a:pPr indent="-342900" lvl="0" marL="342900" rtl="0" algn="l">
              <a:lnSpc>
                <a:spcPct val="100000"/>
              </a:lnSpc>
              <a:spcBef>
                <a:spcPts val="592"/>
              </a:spcBef>
              <a:spcAft>
                <a:spcPts val="0"/>
              </a:spcAft>
              <a:buClr>
                <a:schemeClr val="dk1"/>
              </a:buClr>
              <a:buSzPct val="100000"/>
              <a:buChar char="•"/>
            </a:pPr>
            <a:r>
              <a:rPr lang="es-MX"/>
              <a:t>LLAMADA:</a:t>
            </a:r>
            <a:endParaRPr/>
          </a:p>
          <a:p>
            <a:pPr indent="-285750" lvl="1" marL="742950" rtl="0" algn="l">
              <a:lnSpc>
                <a:spcPct val="100000"/>
              </a:lnSpc>
              <a:spcBef>
                <a:spcPts val="518"/>
              </a:spcBef>
              <a:spcAft>
                <a:spcPts val="0"/>
              </a:spcAft>
              <a:buClr>
                <a:schemeClr val="dk1"/>
              </a:buClr>
              <a:buSzPct val="100000"/>
              <a:buChar char="–"/>
            </a:pPr>
            <a:r>
              <a:rPr lang="es-MX"/>
              <a:t>AH = 01H </a:t>
            </a:r>
            <a:endParaRPr/>
          </a:p>
          <a:p>
            <a:pPr indent="-228600" lvl="2" marL="1143000" rtl="0" algn="l">
              <a:lnSpc>
                <a:spcPct val="100000"/>
              </a:lnSpc>
              <a:spcBef>
                <a:spcPts val="444"/>
              </a:spcBef>
              <a:spcAft>
                <a:spcPts val="0"/>
              </a:spcAft>
              <a:buClr>
                <a:schemeClr val="dk1"/>
              </a:buClr>
              <a:buSzPct val="100000"/>
              <a:buChar char="•"/>
            </a:pPr>
            <a:r>
              <a:rPr lang="es-MX"/>
              <a:t>Bits 0-4 de CH = Línea inicial del Cursor</a:t>
            </a:r>
            <a:endParaRPr/>
          </a:p>
          <a:p>
            <a:pPr indent="-228600" lvl="2" marL="1143000" rtl="0" algn="l">
              <a:lnSpc>
                <a:spcPct val="100000"/>
              </a:lnSpc>
              <a:spcBef>
                <a:spcPts val="444"/>
              </a:spcBef>
              <a:spcAft>
                <a:spcPts val="0"/>
              </a:spcAft>
              <a:buClr>
                <a:schemeClr val="dk1"/>
              </a:buClr>
              <a:buSzPct val="100000"/>
              <a:buChar char="•"/>
            </a:pPr>
            <a:r>
              <a:rPr lang="es-MX"/>
              <a:t>Bits 0-4 de CL = Línea final del Cursor.</a:t>
            </a:r>
            <a:endParaRPr/>
          </a:p>
          <a:p>
            <a:pPr indent="-342900" lvl="0" marL="342900" rtl="0" algn="l">
              <a:lnSpc>
                <a:spcPct val="100000"/>
              </a:lnSpc>
              <a:spcBef>
                <a:spcPts val="592"/>
              </a:spcBef>
              <a:spcAft>
                <a:spcPts val="0"/>
              </a:spcAft>
              <a:buClr>
                <a:schemeClr val="dk1"/>
              </a:buClr>
              <a:buSzPct val="100000"/>
              <a:buChar char="•"/>
            </a:pPr>
            <a:r>
              <a:rPr lang="es-MX"/>
              <a:t>DEVUELVE:</a:t>
            </a:r>
            <a:endParaRPr/>
          </a:p>
          <a:p>
            <a:pPr indent="-285750" lvl="1" marL="742950" rtl="0" algn="l">
              <a:lnSpc>
                <a:spcPct val="100000"/>
              </a:lnSpc>
              <a:spcBef>
                <a:spcPts val="518"/>
              </a:spcBef>
              <a:spcAft>
                <a:spcPts val="0"/>
              </a:spcAft>
              <a:buClr>
                <a:schemeClr val="dk1"/>
              </a:buClr>
              <a:buSzPct val="100000"/>
              <a:buChar char="–"/>
            </a:pPr>
            <a:r>
              <a:rPr lang="es-MX"/>
              <a:t>NADA.</a:t>
            </a:r>
            <a:endParaRPr/>
          </a:p>
          <a:p>
            <a:pPr indent="-342900" lvl="0" marL="342900" rtl="0" algn="l">
              <a:lnSpc>
                <a:spcPct val="100000"/>
              </a:lnSpc>
              <a:spcBef>
                <a:spcPts val="592"/>
              </a:spcBef>
              <a:spcAft>
                <a:spcPts val="0"/>
              </a:spcAft>
              <a:buClr>
                <a:schemeClr val="dk1"/>
              </a:buClr>
              <a:buSzPct val="100000"/>
              <a:buChar char="•"/>
            </a:pPr>
            <a:r>
              <a:rPr lang="es-MX"/>
              <a:t>EFECTO:</a:t>
            </a:r>
            <a:endParaRPr/>
          </a:p>
          <a:p>
            <a:pPr indent="-285750" lvl="1" marL="742950" rtl="0" algn="l">
              <a:lnSpc>
                <a:spcPct val="100000"/>
              </a:lnSpc>
              <a:spcBef>
                <a:spcPts val="518"/>
              </a:spcBef>
              <a:spcAft>
                <a:spcPts val="0"/>
              </a:spcAft>
              <a:buClr>
                <a:schemeClr val="dk1"/>
              </a:buClr>
              <a:buSzPct val="100000"/>
              <a:buChar char="–"/>
            </a:pPr>
            <a:r>
              <a:rPr lang="es-MX"/>
              <a:t>Se selecciona un nuevo tamaño de Cursor en modo texto.</a:t>
            </a:r>
            <a:endParaRPr/>
          </a:p>
        </p:txBody>
      </p:sp>
      <p:sp>
        <p:nvSpPr>
          <p:cNvPr id="2998" name="Google Shape;2998;p3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2999" name="Google Shape;2999;p3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3" name="Shape 3003"/>
        <p:cNvGrpSpPr/>
        <p:nvPr/>
      </p:nvGrpSpPr>
      <p:grpSpPr>
        <a:xfrm>
          <a:off x="0" y="0"/>
          <a:ext cx="0" cy="0"/>
          <a:chOff x="0" y="0"/>
          <a:chExt cx="0" cy="0"/>
        </a:xfrm>
      </p:grpSpPr>
      <p:sp>
        <p:nvSpPr>
          <p:cNvPr id="3004" name="Google Shape;3004;p3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005" name="Google Shape;3005;p37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00"/>
              </a:spcBef>
              <a:spcAft>
                <a:spcPts val="0"/>
              </a:spcAft>
              <a:buClr>
                <a:schemeClr val="dk1"/>
              </a:buClr>
              <a:buSzPct val="100000"/>
              <a:buNone/>
            </a:pPr>
            <a:r>
              <a:rPr lang="es-MX"/>
              <a:t>        jmp start</a:t>
            </a:r>
            <a:endParaRPr/>
          </a:p>
          <a:p>
            <a:pPr indent="0" lvl="0" marL="0" rtl="0" algn="l">
              <a:lnSpc>
                <a:spcPct val="100000"/>
              </a:lnSpc>
              <a:spcBef>
                <a:spcPts val="400"/>
              </a:spcBef>
              <a:spcAft>
                <a:spcPts val="0"/>
              </a:spcAft>
              <a:buClr>
                <a:schemeClr val="dk1"/>
              </a:buClr>
              <a:buSzPct val="100000"/>
              <a:buNone/>
            </a:pPr>
            <a:r>
              <a:rPr lang="es-MX"/>
              <a:t>msg1:    db      "Establecer tamaño del Cursor", 0Dh,0Ah, 24h</a:t>
            </a:r>
            <a:endParaRPr/>
          </a:p>
          <a:p>
            <a:pPr indent="0" lvl="0" marL="0" rtl="0" algn="l">
              <a:lnSpc>
                <a:spcPct val="100000"/>
              </a:lnSpc>
              <a:spcBef>
                <a:spcPts val="400"/>
              </a:spcBef>
              <a:spcAft>
                <a:spcPts val="0"/>
              </a:spcAft>
              <a:buClr>
                <a:schemeClr val="dk1"/>
              </a:buClr>
              <a:buSzPct val="100000"/>
              <a:buNone/>
            </a:pPr>
            <a:r>
              <a:rPr lang="es-MX"/>
              <a:t>start:  mov     dx, msg1</a:t>
            </a:r>
            <a:endParaRPr/>
          </a:p>
          <a:p>
            <a:pPr indent="0" lvl="0" marL="0" rtl="0" algn="l">
              <a:lnSpc>
                <a:spcPct val="100000"/>
              </a:lnSpc>
              <a:spcBef>
                <a:spcPts val="400"/>
              </a:spcBef>
              <a:spcAft>
                <a:spcPts val="0"/>
              </a:spcAft>
              <a:buClr>
                <a:schemeClr val="dk1"/>
              </a:buClr>
              <a:buSzPct val="100000"/>
              <a:buNone/>
            </a:pPr>
            <a:r>
              <a:rPr lang="es-MX"/>
              <a:t>        mov     ah, 09h </a:t>
            </a:r>
            <a:endParaRPr/>
          </a:p>
          <a:p>
            <a:pPr indent="0" lvl="0" marL="0" rtl="0" algn="l">
              <a:lnSpc>
                <a:spcPct val="100000"/>
              </a:lnSpc>
              <a:spcBef>
                <a:spcPts val="400"/>
              </a:spcBef>
              <a:spcAft>
                <a:spcPts val="0"/>
              </a:spcAft>
              <a:buClr>
                <a:schemeClr val="dk1"/>
              </a:buClr>
              <a:buSzPct val="100000"/>
              <a:buNone/>
            </a:pPr>
            <a:r>
              <a:rPr lang="es-MX"/>
              <a:t>        int     21h   </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        mov     ah, 01h </a:t>
            </a:r>
            <a:endParaRPr/>
          </a:p>
          <a:p>
            <a:pPr indent="0" lvl="0" marL="0" rtl="0" algn="l">
              <a:lnSpc>
                <a:spcPct val="100000"/>
              </a:lnSpc>
              <a:spcBef>
                <a:spcPts val="400"/>
              </a:spcBef>
              <a:spcAft>
                <a:spcPts val="0"/>
              </a:spcAft>
              <a:buClr>
                <a:schemeClr val="dk1"/>
              </a:buClr>
              <a:buSzPct val="100000"/>
              <a:buNone/>
            </a:pPr>
            <a:r>
              <a:rPr lang="es-MX"/>
              <a:t>        mov     ch, 1h</a:t>
            </a:r>
            <a:endParaRPr/>
          </a:p>
          <a:p>
            <a:pPr indent="0" lvl="0" marL="0" rtl="0" algn="l">
              <a:lnSpc>
                <a:spcPct val="100000"/>
              </a:lnSpc>
              <a:spcBef>
                <a:spcPts val="400"/>
              </a:spcBef>
              <a:spcAft>
                <a:spcPts val="0"/>
              </a:spcAft>
              <a:buClr>
                <a:schemeClr val="dk1"/>
              </a:buClr>
              <a:buSzPct val="100000"/>
              <a:buNone/>
            </a:pPr>
            <a:r>
              <a:rPr lang="es-MX"/>
              <a:t>        mov     cl, 4h</a:t>
            </a:r>
            <a:endParaRPr/>
          </a:p>
          <a:p>
            <a:pPr indent="0" lvl="0" marL="0" rtl="0" algn="l">
              <a:lnSpc>
                <a:spcPct val="100000"/>
              </a:lnSpc>
              <a:spcBef>
                <a:spcPts val="400"/>
              </a:spcBef>
              <a:spcAft>
                <a:spcPts val="0"/>
              </a:spcAft>
              <a:buClr>
                <a:schemeClr val="dk1"/>
              </a:buClr>
              <a:buSzPct val="100000"/>
              <a:buNone/>
            </a:pPr>
            <a:r>
              <a:rPr lang="es-MX"/>
              <a:t>        int     10h        </a:t>
            </a:r>
            <a:endParaRPr/>
          </a:p>
          <a:p>
            <a:pPr indent="0" lvl="0" marL="0" rtl="0" algn="l">
              <a:lnSpc>
                <a:spcPct val="100000"/>
              </a:lnSpc>
              <a:spcBef>
                <a:spcPts val="400"/>
              </a:spcBef>
              <a:spcAft>
                <a:spcPts val="0"/>
              </a:spcAft>
              <a:buClr>
                <a:schemeClr val="dk1"/>
              </a:buClr>
              <a:buSzPct val="100000"/>
              <a:buNone/>
            </a:pPr>
            <a:r>
              <a:rPr lang="es-MX"/>
              <a:t>        mov     ah, 0 </a:t>
            </a:r>
            <a:endParaRPr/>
          </a:p>
          <a:p>
            <a:pPr indent="0" lvl="0" marL="0" rtl="0" algn="l">
              <a:lnSpc>
                <a:spcPct val="100000"/>
              </a:lnSpc>
              <a:spcBef>
                <a:spcPts val="400"/>
              </a:spcBef>
              <a:spcAft>
                <a:spcPts val="0"/>
              </a:spcAft>
              <a:buClr>
                <a:schemeClr val="dk1"/>
              </a:buClr>
              <a:buSzPct val="100000"/>
              <a:buNone/>
            </a:pPr>
            <a:r>
              <a:rPr lang="es-MX"/>
              <a:t>        int     16h </a:t>
            </a:r>
            <a:endParaRPr/>
          </a:p>
          <a:p>
            <a:pPr indent="0" lvl="0" marL="0" rtl="0" algn="l">
              <a:lnSpc>
                <a:spcPct val="100000"/>
              </a:lnSpc>
              <a:spcBef>
                <a:spcPts val="400"/>
              </a:spcBef>
              <a:spcAft>
                <a:spcPts val="0"/>
              </a:spcAft>
              <a:buClr>
                <a:schemeClr val="dk1"/>
              </a:buClr>
              <a:buSzPct val="100000"/>
              <a:buNone/>
            </a:pPr>
            <a:r>
              <a:rPr lang="es-MX"/>
              <a:t>ret </a:t>
            </a:r>
            <a:endParaRPr/>
          </a:p>
          <a:p>
            <a:pPr indent="0" lvl="0" marL="0" rtl="0" algn="l">
              <a:lnSpc>
                <a:spcPct val="100000"/>
              </a:lnSpc>
              <a:spcBef>
                <a:spcPts val="400"/>
              </a:spcBef>
              <a:spcAft>
                <a:spcPts val="0"/>
              </a:spcAft>
              <a:buClr>
                <a:schemeClr val="dk1"/>
              </a:buClr>
              <a:buSzPct val="100000"/>
              <a:buNone/>
            </a:pPr>
            <a:r>
              <a:t/>
            </a:r>
            <a:endParaRPr/>
          </a:p>
        </p:txBody>
      </p:sp>
      <p:sp>
        <p:nvSpPr>
          <p:cNvPr id="3006" name="Google Shape;3006;p3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007" name="Google Shape;3007;p3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1" name="Shape 3011"/>
        <p:cNvGrpSpPr/>
        <p:nvPr/>
      </p:nvGrpSpPr>
      <p:grpSpPr>
        <a:xfrm>
          <a:off x="0" y="0"/>
          <a:ext cx="0" cy="0"/>
          <a:chOff x="0" y="0"/>
          <a:chExt cx="0" cy="0"/>
        </a:xfrm>
      </p:grpSpPr>
      <p:sp>
        <p:nvSpPr>
          <p:cNvPr id="3012" name="Google Shape;3012;p379"/>
          <p:cNvSpPr txBox="1"/>
          <p:nvPr>
            <p:ph idx="1" type="body"/>
          </p:nvPr>
        </p:nvSpPr>
        <p:spPr>
          <a:xfrm>
            <a:off x="457200" y="260648"/>
            <a:ext cx="8229600" cy="5865515"/>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304"/>
              </a:spcBef>
              <a:spcAft>
                <a:spcPts val="0"/>
              </a:spcAft>
              <a:buClr>
                <a:schemeClr val="dk1"/>
              </a:buClr>
              <a:buSzPct val="100000"/>
              <a:buNone/>
            </a:pPr>
            <a:r>
              <a:rPr lang="es-MX"/>
              <a:t>       jmp start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start:  mov ah, 0         ; Modo de Video</a:t>
            </a:r>
            <a:endParaRPr/>
          </a:p>
          <a:p>
            <a:pPr indent="0" lvl="0" marL="0" rtl="0" algn="l">
              <a:lnSpc>
                <a:spcPct val="100000"/>
              </a:lnSpc>
              <a:spcBef>
                <a:spcPts val="304"/>
              </a:spcBef>
              <a:spcAft>
                <a:spcPts val="0"/>
              </a:spcAft>
              <a:buClr>
                <a:schemeClr val="dk1"/>
              </a:buClr>
              <a:buSzPct val="100000"/>
              <a:buNone/>
            </a:pPr>
            <a:r>
              <a:rPr lang="es-MX"/>
              <a:t>                          ; El registro AL contiene el modo de video:</a:t>
            </a:r>
            <a:endParaRPr/>
          </a:p>
          <a:p>
            <a:pPr indent="0" lvl="0" marL="0" rtl="0" algn="l">
              <a:lnSpc>
                <a:spcPct val="100000"/>
              </a:lnSpc>
              <a:spcBef>
                <a:spcPts val="304"/>
              </a:spcBef>
              <a:spcAft>
                <a:spcPts val="0"/>
              </a:spcAft>
              <a:buClr>
                <a:schemeClr val="dk1"/>
              </a:buClr>
              <a:buSzPct val="100000"/>
              <a:buNone/>
            </a:pPr>
            <a:r>
              <a:rPr lang="es-MX"/>
              <a:t>                          ; AL = 0-40 x 25 caracteres blanco y negro, </a:t>
            </a:r>
            <a:endParaRPr/>
          </a:p>
          <a:p>
            <a:pPr indent="0" lvl="0" marL="0" rtl="0" algn="l">
              <a:lnSpc>
                <a:spcPct val="100000"/>
              </a:lnSpc>
              <a:spcBef>
                <a:spcPts val="304"/>
              </a:spcBef>
              <a:spcAft>
                <a:spcPts val="0"/>
              </a:spcAft>
              <a:buClr>
                <a:schemeClr val="dk1"/>
              </a:buClr>
              <a:buSzPct val="100000"/>
              <a:buNone/>
            </a:pPr>
            <a:r>
              <a:rPr lang="es-MX"/>
              <a:t>                          ; AL = 1-40 x 25 caracteres en color, </a:t>
            </a:r>
            <a:endParaRPr/>
          </a:p>
          <a:p>
            <a:pPr indent="0" lvl="0" marL="0" rtl="0" algn="l">
              <a:lnSpc>
                <a:spcPct val="100000"/>
              </a:lnSpc>
              <a:spcBef>
                <a:spcPts val="304"/>
              </a:spcBef>
              <a:spcAft>
                <a:spcPts val="0"/>
              </a:spcAft>
              <a:buClr>
                <a:schemeClr val="dk1"/>
              </a:buClr>
              <a:buSzPct val="100000"/>
              <a:buNone/>
            </a:pPr>
            <a:r>
              <a:rPr lang="es-MX"/>
              <a:t>                          ; AL = 2-80 x 25 caracteres blanco y negro, </a:t>
            </a:r>
            <a:endParaRPr/>
          </a:p>
          <a:p>
            <a:pPr indent="0" lvl="0" marL="0" rtl="0" algn="l">
              <a:lnSpc>
                <a:spcPct val="100000"/>
              </a:lnSpc>
              <a:spcBef>
                <a:spcPts val="304"/>
              </a:spcBef>
              <a:spcAft>
                <a:spcPts val="0"/>
              </a:spcAft>
              <a:buClr>
                <a:schemeClr val="dk1"/>
              </a:buClr>
              <a:buSzPct val="100000"/>
              <a:buNone/>
            </a:pPr>
            <a:r>
              <a:rPr lang="es-MX"/>
              <a:t>                          ; AL = 3-80 x 25 caracteres color, </a:t>
            </a:r>
            <a:endParaRPr/>
          </a:p>
          <a:p>
            <a:pPr indent="0" lvl="0" marL="0" rtl="0" algn="l">
              <a:lnSpc>
                <a:spcPct val="100000"/>
              </a:lnSpc>
              <a:spcBef>
                <a:spcPts val="304"/>
              </a:spcBef>
              <a:spcAft>
                <a:spcPts val="0"/>
              </a:spcAft>
              <a:buClr>
                <a:schemeClr val="dk1"/>
              </a:buClr>
              <a:buSzPct val="100000"/>
              <a:buNone/>
            </a:pPr>
            <a:r>
              <a:rPr lang="es-MX"/>
              <a:t>                          ; AL = 4-320 x 200 píxeles color, ;</a:t>
            </a:r>
            <a:endParaRPr/>
          </a:p>
          <a:p>
            <a:pPr indent="0" lvl="0" marL="0" rtl="0" algn="l">
              <a:lnSpc>
                <a:spcPct val="100000"/>
              </a:lnSpc>
              <a:spcBef>
                <a:spcPts val="304"/>
              </a:spcBef>
              <a:spcAft>
                <a:spcPts val="0"/>
              </a:spcAft>
              <a:buClr>
                <a:schemeClr val="dk1"/>
              </a:buClr>
              <a:buSzPct val="100000"/>
              <a:buNone/>
            </a:pPr>
            <a:r>
              <a:rPr lang="es-MX"/>
              <a:t>                          ; AL = 5-320 x 200 píxeles blanco y negro, </a:t>
            </a:r>
            <a:endParaRPr/>
          </a:p>
          <a:p>
            <a:pPr indent="0" lvl="0" marL="0" rtl="0" algn="l">
              <a:lnSpc>
                <a:spcPct val="100000"/>
              </a:lnSpc>
              <a:spcBef>
                <a:spcPts val="304"/>
              </a:spcBef>
              <a:spcAft>
                <a:spcPts val="0"/>
              </a:spcAft>
              <a:buClr>
                <a:schemeClr val="dk1"/>
              </a:buClr>
              <a:buSzPct val="100000"/>
              <a:buNone/>
            </a:pPr>
            <a:r>
              <a:rPr lang="es-MX"/>
              <a:t>                          ; AL = 6-640 x 200 píxeles blanco y negro,</a:t>
            </a:r>
            <a:endParaRPr/>
          </a:p>
          <a:p>
            <a:pPr indent="0" lvl="0" marL="0" rtl="0" algn="l">
              <a:lnSpc>
                <a:spcPct val="100000"/>
              </a:lnSpc>
              <a:spcBef>
                <a:spcPts val="304"/>
              </a:spcBef>
              <a:spcAft>
                <a:spcPts val="0"/>
              </a:spcAft>
              <a:buClr>
                <a:schemeClr val="dk1"/>
              </a:buClr>
              <a:buSzPct val="100000"/>
              <a:buNone/>
            </a:pPr>
            <a:r>
              <a:rPr lang="es-MX"/>
              <a:t>        mov al, 13h</a:t>
            </a:r>
            <a:endParaRPr/>
          </a:p>
          <a:p>
            <a:pPr indent="0" lvl="0" marL="0" rtl="0" algn="l">
              <a:lnSpc>
                <a:spcPct val="100000"/>
              </a:lnSpc>
              <a:spcBef>
                <a:spcPts val="304"/>
              </a:spcBef>
              <a:spcAft>
                <a:spcPts val="0"/>
              </a:spcAft>
              <a:buClr>
                <a:schemeClr val="dk1"/>
              </a:buClr>
              <a:buSzPct val="100000"/>
              <a:buNone/>
            </a:pPr>
            <a:r>
              <a:rPr lang="es-MX"/>
              <a:t>        int 10h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ah,01h        ; Selección de tipo de cursor</a:t>
            </a:r>
            <a:endParaRPr/>
          </a:p>
          <a:p>
            <a:pPr indent="0" lvl="0" marL="0" rtl="0" algn="l">
              <a:lnSpc>
                <a:spcPct val="100000"/>
              </a:lnSpc>
              <a:spcBef>
                <a:spcPts val="304"/>
              </a:spcBef>
              <a:spcAft>
                <a:spcPts val="0"/>
              </a:spcAft>
              <a:buClr>
                <a:schemeClr val="dk1"/>
              </a:buClr>
              <a:buSzPct val="100000"/>
              <a:buNone/>
            </a:pPr>
            <a:r>
              <a:rPr lang="es-MX"/>
              <a:t>        mov cx,0505h      ; Esta opción utiliza los registros CH y CL. </a:t>
            </a:r>
            <a:endParaRPr/>
          </a:p>
          <a:p>
            <a:pPr indent="0" lvl="0" marL="0" rtl="0" algn="l">
              <a:lnSpc>
                <a:spcPct val="100000"/>
              </a:lnSpc>
              <a:spcBef>
                <a:spcPts val="304"/>
              </a:spcBef>
              <a:spcAft>
                <a:spcPts val="0"/>
              </a:spcAft>
              <a:buClr>
                <a:schemeClr val="dk1"/>
              </a:buClr>
              <a:buSzPct val="100000"/>
              <a:buNone/>
            </a:pPr>
            <a:r>
              <a:rPr lang="es-MX"/>
              <a:t>                          ; Los bits 4 a 0 de CH indican la línea donde </a:t>
            </a:r>
            <a:endParaRPr/>
          </a:p>
          <a:p>
            <a:pPr indent="0" lvl="0" marL="0" rtl="0" algn="l">
              <a:lnSpc>
                <a:spcPct val="100000"/>
              </a:lnSpc>
              <a:spcBef>
                <a:spcPts val="304"/>
              </a:spcBef>
              <a:spcAft>
                <a:spcPts val="0"/>
              </a:spcAft>
              <a:buClr>
                <a:schemeClr val="dk1"/>
              </a:buClr>
              <a:buSzPct val="100000"/>
              <a:buNone/>
            </a:pPr>
            <a:r>
              <a:rPr lang="es-MX"/>
              <a:t>                          ; comienzan el cursos mientras que los bits 4 a 0 de CL </a:t>
            </a:r>
            <a:endParaRPr/>
          </a:p>
          <a:p>
            <a:pPr indent="0" lvl="0" marL="0" rtl="0" algn="l">
              <a:lnSpc>
                <a:spcPct val="100000"/>
              </a:lnSpc>
              <a:spcBef>
                <a:spcPts val="304"/>
              </a:spcBef>
              <a:spcAft>
                <a:spcPts val="0"/>
              </a:spcAft>
              <a:buClr>
                <a:schemeClr val="dk1"/>
              </a:buClr>
              <a:buSzPct val="100000"/>
              <a:buNone/>
            </a:pPr>
            <a:r>
              <a:rPr lang="es-MX"/>
              <a:t>                          ; señalan donde termina. Los demás bits deben ponerse </a:t>
            </a:r>
            <a:endParaRPr/>
          </a:p>
          <a:p>
            <a:pPr indent="0" lvl="0" marL="0" rtl="0" algn="l">
              <a:lnSpc>
                <a:spcPct val="100000"/>
              </a:lnSpc>
              <a:spcBef>
                <a:spcPts val="304"/>
              </a:spcBef>
              <a:spcAft>
                <a:spcPts val="0"/>
              </a:spcAft>
              <a:buClr>
                <a:schemeClr val="dk1"/>
              </a:buClr>
              <a:buSzPct val="100000"/>
              <a:buNone/>
            </a:pPr>
            <a:r>
              <a:rPr lang="es-MX"/>
              <a:t>                          ; en cero con el fin de evitar comportamientos erráticos</a:t>
            </a:r>
            <a:endParaRPr/>
          </a:p>
          <a:p>
            <a:pPr indent="0" lvl="0" marL="0" rtl="0" algn="l">
              <a:lnSpc>
                <a:spcPct val="100000"/>
              </a:lnSpc>
              <a:spcBef>
                <a:spcPts val="304"/>
              </a:spcBef>
              <a:spcAft>
                <a:spcPts val="0"/>
              </a:spcAft>
              <a:buClr>
                <a:schemeClr val="dk1"/>
              </a:buClr>
              <a:buSzPct val="100000"/>
              <a:buNone/>
            </a:pPr>
            <a:r>
              <a:rPr lang="es-MX"/>
              <a:t>        int 10h</a:t>
            </a:r>
            <a:endParaRPr/>
          </a:p>
          <a:p>
            <a:pPr indent="0" lvl="0" marL="0" rtl="0" algn="l">
              <a:lnSpc>
                <a:spcPct val="100000"/>
              </a:lnSpc>
              <a:spcBef>
                <a:spcPts val="304"/>
              </a:spcBef>
              <a:spcAft>
                <a:spcPts val="0"/>
              </a:spcAft>
              <a:buClr>
                <a:schemeClr val="dk1"/>
              </a:buClr>
              <a:buSzPct val="100000"/>
              <a:buNone/>
            </a:pPr>
            <a:r>
              <a:rPr lang="es-MX"/>
              <a:t>        mov     ah, 0 </a:t>
            </a:r>
            <a:endParaRPr/>
          </a:p>
          <a:p>
            <a:pPr indent="0" lvl="0" marL="0" rtl="0" algn="l">
              <a:lnSpc>
                <a:spcPct val="100000"/>
              </a:lnSpc>
              <a:spcBef>
                <a:spcPts val="304"/>
              </a:spcBef>
              <a:spcAft>
                <a:spcPts val="0"/>
              </a:spcAft>
              <a:buClr>
                <a:schemeClr val="dk1"/>
              </a:buClr>
              <a:buSzPct val="100000"/>
              <a:buNone/>
            </a:pPr>
            <a:r>
              <a:rPr lang="es-MX"/>
              <a:t>        int     16h </a:t>
            </a:r>
            <a:endParaRPr/>
          </a:p>
          <a:p>
            <a:pPr indent="0" lvl="0" marL="0" rtl="0" algn="l">
              <a:lnSpc>
                <a:spcPct val="100000"/>
              </a:lnSpc>
              <a:spcBef>
                <a:spcPts val="304"/>
              </a:spcBef>
              <a:spcAft>
                <a:spcPts val="0"/>
              </a:spcAft>
              <a:buClr>
                <a:schemeClr val="dk1"/>
              </a:buClr>
              <a:buSzPct val="100000"/>
              <a:buNone/>
            </a:pPr>
            <a:r>
              <a:rPr lang="es-MX"/>
              <a:t>ret</a:t>
            </a:r>
            <a:endParaRPr/>
          </a:p>
        </p:txBody>
      </p:sp>
      <p:sp>
        <p:nvSpPr>
          <p:cNvPr id="3013" name="Google Shape;3013;p3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014" name="Google Shape;3014;p3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8" name="Shape 3018"/>
        <p:cNvGrpSpPr/>
        <p:nvPr/>
      </p:nvGrpSpPr>
      <p:grpSpPr>
        <a:xfrm>
          <a:off x="0" y="0"/>
          <a:ext cx="0" cy="0"/>
          <a:chOff x="0" y="0"/>
          <a:chExt cx="0" cy="0"/>
        </a:xfrm>
      </p:grpSpPr>
      <p:sp>
        <p:nvSpPr>
          <p:cNvPr id="3019" name="Google Shape;3019;p3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Servicio 00h</a:t>
            </a:r>
            <a:endParaRPr/>
          </a:p>
        </p:txBody>
      </p:sp>
      <p:sp>
        <p:nvSpPr>
          <p:cNvPr id="3020" name="Google Shape;3020;p38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El servicio 00h establece el modo de video y borra la pantalla. Se pasan los parámetros siguientes: </a:t>
            </a:r>
            <a:endParaRPr/>
          </a:p>
          <a:p>
            <a:pPr indent="-285750" lvl="1" marL="742950" rtl="0" algn="just">
              <a:lnSpc>
                <a:spcPct val="100000"/>
              </a:lnSpc>
              <a:spcBef>
                <a:spcPts val="560"/>
              </a:spcBef>
              <a:spcAft>
                <a:spcPts val="0"/>
              </a:spcAft>
              <a:buClr>
                <a:schemeClr val="dk1"/>
              </a:buClr>
              <a:buSzPts val="2800"/>
              <a:buChar char="–"/>
            </a:pPr>
            <a:r>
              <a:rPr lang="es-MX"/>
              <a:t>ah = 00h </a:t>
            </a:r>
            <a:endParaRPr/>
          </a:p>
          <a:p>
            <a:pPr indent="-285750" lvl="1" marL="742950" rtl="0" algn="just">
              <a:lnSpc>
                <a:spcPct val="100000"/>
              </a:lnSpc>
              <a:spcBef>
                <a:spcPts val="560"/>
              </a:spcBef>
              <a:spcAft>
                <a:spcPts val="0"/>
              </a:spcAft>
              <a:buClr>
                <a:schemeClr val="dk1"/>
              </a:buClr>
              <a:buSzPts val="2800"/>
              <a:buChar char="–"/>
            </a:pPr>
            <a:r>
              <a:rPr lang="es-MX"/>
              <a:t>al = modo de video (0 – 255)</a:t>
            </a:r>
            <a:endParaRPr/>
          </a:p>
        </p:txBody>
      </p:sp>
      <p:sp>
        <p:nvSpPr>
          <p:cNvPr id="3021" name="Google Shape;3021;p3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022" name="Google Shape;3022;p3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6" name="Shape 3026"/>
        <p:cNvGrpSpPr/>
        <p:nvPr/>
      </p:nvGrpSpPr>
      <p:grpSpPr>
        <a:xfrm>
          <a:off x="0" y="0"/>
          <a:ext cx="0" cy="0"/>
          <a:chOff x="0" y="0"/>
          <a:chExt cx="0" cy="0"/>
        </a:xfrm>
      </p:grpSpPr>
      <p:sp>
        <p:nvSpPr>
          <p:cNvPr id="3027" name="Google Shape;3027;p3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000"/>
              <a:buFont typeface="Calibri"/>
              <a:buNone/>
            </a:pPr>
            <a:r>
              <a:rPr lang="es-MX" sz="3000"/>
              <a:t>La tabla siguiente muestra algunos modos de video, su tipo, resolución y cantidad de colores. </a:t>
            </a:r>
            <a:endParaRPr/>
          </a:p>
        </p:txBody>
      </p:sp>
      <p:pic>
        <p:nvPicPr>
          <p:cNvPr id="3028" name="Google Shape;3028;p381"/>
          <p:cNvPicPr preferRelativeResize="0"/>
          <p:nvPr>
            <p:ph idx="1" type="body"/>
          </p:nvPr>
        </p:nvPicPr>
        <p:blipFill rotWithShape="1">
          <a:blip r:embed="rId3">
            <a:alphaModFix/>
          </a:blip>
          <a:srcRect b="0" l="0" r="0" t="0"/>
          <a:stretch/>
        </p:blipFill>
        <p:spPr>
          <a:xfrm>
            <a:off x="457200" y="1700808"/>
            <a:ext cx="8229600" cy="4464496"/>
          </a:xfrm>
          <a:prstGeom prst="rect">
            <a:avLst/>
          </a:prstGeom>
          <a:noFill/>
          <a:ln>
            <a:noFill/>
          </a:ln>
        </p:spPr>
      </p:pic>
      <p:sp>
        <p:nvSpPr>
          <p:cNvPr id="3029" name="Google Shape;3029;p3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030" name="Google Shape;3030;p3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4" name="Shape 3034"/>
        <p:cNvGrpSpPr/>
        <p:nvPr/>
      </p:nvGrpSpPr>
      <p:grpSpPr>
        <a:xfrm>
          <a:off x="0" y="0"/>
          <a:ext cx="0" cy="0"/>
          <a:chOff x="0" y="0"/>
          <a:chExt cx="0" cy="0"/>
        </a:xfrm>
      </p:grpSpPr>
      <p:sp>
        <p:nvSpPr>
          <p:cNvPr id="3035" name="Google Shape;3035;p38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036" name="Google Shape;3036;p38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544"/>
              </a:spcBef>
              <a:spcAft>
                <a:spcPts val="0"/>
              </a:spcAft>
              <a:buClr>
                <a:schemeClr val="dk1"/>
              </a:buClr>
              <a:buSzPct val="100000"/>
              <a:buNone/>
            </a:pPr>
            <a:r>
              <a:rPr lang="es-MX"/>
              <a:t>        jmp start</a:t>
            </a:r>
            <a:endParaRPr/>
          </a:p>
          <a:p>
            <a:pPr indent="0" lvl="0" marL="0" rtl="0" algn="l">
              <a:lnSpc>
                <a:spcPct val="100000"/>
              </a:lnSpc>
              <a:spcBef>
                <a:spcPts val="544"/>
              </a:spcBef>
              <a:spcAft>
                <a:spcPts val="0"/>
              </a:spcAft>
              <a:buClr>
                <a:schemeClr val="dk1"/>
              </a:buClr>
              <a:buSzPct val="100000"/>
              <a:buNone/>
            </a:pPr>
            <a:r>
              <a:rPr lang="es-MX"/>
              <a:t>start:  mov al, 03h ;modo 3 (texto 80x25 16 colores)</a:t>
            </a:r>
            <a:endParaRPr/>
          </a:p>
          <a:p>
            <a:pPr indent="0" lvl="0" marL="0" rtl="0" algn="l">
              <a:lnSpc>
                <a:spcPct val="100000"/>
              </a:lnSpc>
              <a:spcBef>
                <a:spcPts val="544"/>
              </a:spcBef>
              <a:spcAft>
                <a:spcPts val="0"/>
              </a:spcAft>
              <a:buClr>
                <a:schemeClr val="dk1"/>
              </a:buClr>
              <a:buSzPct val="100000"/>
              <a:buNone/>
            </a:pPr>
            <a:r>
              <a:rPr lang="es-MX"/>
              <a:t>        mov ah, 00h</a:t>
            </a:r>
            <a:endParaRPr/>
          </a:p>
          <a:p>
            <a:pPr indent="0" lvl="0" marL="0" rtl="0" algn="l">
              <a:lnSpc>
                <a:spcPct val="100000"/>
              </a:lnSpc>
              <a:spcBef>
                <a:spcPts val="544"/>
              </a:spcBef>
              <a:spcAft>
                <a:spcPts val="0"/>
              </a:spcAft>
              <a:buClr>
                <a:schemeClr val="dk1"/>
              </a:buClr>
              <a:buSzPct val="100000"/>
              <a:buNone/>
            </a:pPr>
            <a:r>
              <a:rPr lang="es-MX"/>
              <a:t>        int 10h</a:t>
            </a:r>
            <a:endParaRPr/>
          </a:p>
          <a:p>
            <a:pPr indent="0" lvl="0" marL="0" rtl="0" algn="l">
              <a:lnSpc>
                <a:spcPct val="100000"/>
              </a:lnSpc>
              <a:spcBef>
                <a:spcPts val="544"/>
              </a:spcBef>
              <a:spcAft>
                <a:spcPts val="0"/>
              </a:spcAft>
              <a:buClr>
                <a:schemeClr val="dk1"/>
              </a:buClr>
              <a:buSzPct val="100000"/>
              <a:buNone/>
            </a:pPr>
            <a:r>
              <a:rPr lang="es-MX"/>
              <a:t>        </a:t>
            </a:r>
            <a:endParaRPr/>
          </a:p>
          <a:p>
            <a:pPr indent="0" lvl="0" marL="0" rtl="0" algn="l">
              <a:lnSpc>
                <a:spcPct val="100000"/>
              </a:lnSpc>
              <a:spcBef>
                <a:spcPts val="544"/>
              </a:spcBef>
              <a:spcAft>
                <a:spcPts val="0"/>
              </a:spcAft>
              <a:buClr>
                <a:schemeClr val="dk1"/>
              </a:buClr>
              <a:buSzPct val="100000"/>
              <a:buNone/>
            </a:pPr>
            <a:r>
              <a:rPr lang="es-MX"/>
              <a:t>        mov     ah, 0 </a:t>
            </a:r>
            <a:endParaRPr/>
          </a:p>
          <a:p>
            <a:pPr indent="0" lvl="0" marL="0" rtl="0" algn="l">
              <a:lnSpc>
                <a:spcPct val="100000"/>
              </a:lnSpc>
              <a:spcBef>
                <a:spcPts val="544"/>
              </a:spcBef>
              <a:spcAft>
                <a:spcPts val="0"/>
              </a:spcAft>
              <a:buClr>
                <a:schemeClr val="dk1"/>
              </a:buClr>
              <a:buSzPct val="100000"/>
              <a:buNone/>
            </a:pPr>
            <a:r>
              <a:rPr lang="es-MX"/>
              <a:t>        int     16h     </a:t>
            </a:r>
            <a:endParaRPr/>
          </a:p>
          <a:p>
            <a:pPr indent="0" lvl="0" marL="0" rtl="0" algn="l">
              <a:lnSpc>
                <a:spcPct val="100000"/>
              </a:lnSpc>
              <a:spcBef>
                <a:spcPts val="544"/>
              </a:spcBef>
              <a:spcAft>
                <a:spcPts val="0"/>
              </a:spcAft>
              <a:buClr>
                <a:schemeClr val="dk1"/>
              </a:buClr>
              <a:buSzPct val="100000"/>
              <a:buNone/>
            </a:pPr>
            <a:r>
              <a:rPr lang="es-MX"/>
              <a:t>        </a:t>
            </a:r>
            <a:endParaRPr/>
          </a:p>
          <a:p>
            <a:pPr indent="0" lvl="0" marL="0" rtl="0" algn="l">
              <a:lnSpc>
                <a:spcPct val="100000"/>
              </a:lnSpc>
              <a:spcBef>
                <a:spcPts val="544"/>
              </a:spcBef>
              <a:spcAft>
                <a:spcPts val="0"/>
              </a:spcAft>
              <a:buClr>
                <a:schemeClr val="dk1"/>
              </a:buClr>
              <a:buSzPct val="100000"/>
              <a:buNone/>
            </a:pPr>
            <a:r>
              <a:rPr lang="es-MX"/>
              <a:t>        ret </a:t>
            </a:r>
            <a:endParaRPr/>
          </a:p>
        </p:txBody>
      </p:sp>
      <p:sp>
        <p:nvSpPr>
          <p:cNvPr id="3037" name="Google Shape;3037;p3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038" name="Google Shape;3038;p3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2" name="Shape 3042"/>
        <p:cNvGrpSpPr/>
        <p:nvPr/>
      </p:nvGrpSpPr>
      <p:grpSpPr>
        <a:xfrm>
          <a:off x="0" y="0"/>
          <a:ext cx="0" cy="0"/>
          <a:chOff x="0" y="0"/>
          <a:chExt cx="0" cy="0"/>
        </a:xfrm>
      </p:grpSpPr>
      <p:sp>
        <p:nvSpPr>
          <p:cNvPr id="3043" name="Google Shape;3043;p3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Servicio 02h </a:t>
            </a:r>
            <a:endParaRPr/>
          </a:p>
        </p:txBody>
      </p:sp>
      <p:sp>
        <p:nvSpPr>
          <p:cNvPr id="3044" name="Google Shape;3044;p38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El servicio 02h sitúa el cursor en una celda de la pantalla en modo texto. Se pasan los parámetros siguientes: </a:t>
            </a:r>
            <a:endParaRPr/>
          </a:p>
          <a:p>
            <a:pPr indent="-285750" lvl="1" marL="742950" rtl="0" algn="just">
              <a:lnSpc>
                <a:spcPct val="100000"/>
              </a:lnSpc>
              <a:spcBef>
                <a:spcPts val="560"/>
              </a:spcBef>
              <a:spcAft>
                <a:spcPts val="0"/>
              </a:spcAft>
              <a:buClr>
                <a:schemeClr val="dk1"/>
              </a:buClr>
              <a:buSzPts val="2800"/>
              <a:buChar char="–"/>
            </a:pPr>
            <a:r>
              <a:rPr lang="es-MX"/>
              <a:t>ah = 02h </a:t>
            </a:r>
            <a:endParaRPr/>
          </a:p>
          <a:p>
            <a:pPr indent="-285750" lvl="1" marL="742950" rtl="0" algn="just">
              <a:lnSpc>
                <a:spcPct val="100000"/>
              </a:lnSpc>
              <a:spcBef>
                <a:spcPts val="560"/>
              </a:spcBef>
              <a:spcAft>
                <a:spcPts val="0"/>
              </a:spcAft>
              <a:buClr>
                <a:schemeClr val="dk1"/>
              </a:buClr>
              <a:buSzPts val="2800"/>
              <a:buChar char="–"/>
            </a:pPr>
            <a:r>
              <a:rPr lang="es-MX"/>
              <a:t>dh = fila (0 – 24) </a:t>
            </a:r>
            <a:endParaRPr/>
          </a:p>
          <a:p>
            <a:pPr indent="-285750" lvl="1" marL="742950" rtl="0" algn="just">
              <a:lnSpc>
                <a:spcPct val="100000"/>
              </a:lnSpc>
              <a:spcBef>
                <a:spcPts val="560"/>
              </a:spcBef>
              <a:spcAft>
                <a:spcPts val="0"/>
              </a:spcAft>
              <a:buClr>
                <a:schemeClr val="dk1"/>
              </a:buClr>
              <a:buSzPts val="2800"/>
              <a:buChar char="–"/>
            </a:pPr>
            <a:r>
              <a:rPr lang="es-MX"/>
              <a:t>dl = columna (0 – 39/79 según modo vídeo) </a:t>
            </a:r>
            <a:endParaRPr/>
          </a:p>
          <a:p>
            <a:pPr indent="-285750" lvl="1" marL="742950" rtl="0" algn="just">
              <a:lnSpc>
                <a:spcPct val="100000"/>
              </a:lnSpc>
              <a:spcBef>
                <a:spcPts val="560"/>
              </a:spcBef>
              <a:spcAft>
                <a:spcPts val="0"/>
              </a:spcAft>
              <a:buClr>
                <a:schemeClr val="dk1"/>
              </a:buClr>
              <a:buSzPts val="2800"/>
              <a:buChar char="–"/>
            </a:pPr>
            <a:r>
              <a:rPr lang="es-MX"/>
              <a:t>bh = página (0 – 3 en modo 1, 0 – 7 en modo 3); por defecto la página activa es la 0</a:t>
            </a:r>
            <a:endParaRPr/>
          </a:p>
        </p:txBody>
      </p:sp>
      <p:sp>
        <p:nvSpPr>
          <p:cNvPr id="3045" name="Google Shape;3045;p3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046" name="Google Shape;3046;p3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0" name="Shape 3050"/>
        <p:cNvGrpSpPr/>
        <p:nvPr/>
      </p:nvGrpSpPr>
      <p:grpSpPr>
        <a:xfrm>
          <a:off x="0" y="0"/>
          <a:ext cx="0" cy="0"/>
          <a:chOff x="0" y="0"/>
          <a:chExt cx="0" cy="0"/>
        </a:xfrm>
      </p:grpSpPr>
      <p:sp>
        <p:nvSpPr>
          <p:cNvPr id="3051" name="Google Shape;3051;p3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Servicio 09h</a:t>
            </a:r>
            <a:endParaRPr/>
          </a:p>
        </p:txBody>
      </p:sp>
      <p:sp>
        <p:nvSpPr>
          <p:cNvPr id="3052" name="Google Shape;3052;p38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lnSpc>
                <a:spcPct val="100000"/>
              </a:lnSpc>
              <a:spcBef>
                <a:spcPts val="0"/>
              </a:spcBef>
              <a:spcAft>
                <a:spcPts val="0"/>
              </a:spcAft>
              <a:buClr>
                <a:schemeClr val="dk1"/>
              </a:buClr>
              <a:buSzPct val="100000"/>
              <a:buChar char="•"/>
            </a:pPr>
            <a:r>
              <a:rPr lang="es-MX"/>
              <a:t>El servicio 09h escribe un carácter y su atributo en la posición actual del cursor una o más veces. Se pasan los parámetros siguientes: </a:t>
            </a:r>
            <a:endParaRPr/>
          </a:p>
          <a:p>
            <a:pPr indent="-285750" lvl="1" marL="742950" rtl="0" algn="just">
              <a:lnSpc>
                <a:spcPct val="100000"/>
              </a:lnSpc>
              <a:spcBef>
                <a:spcPts val="518"/>
              </a:spcBef>
              <a:spcAft>
                <a:spcPts val="0"/>
              </a:spcAft>
              <a:buClr>
                <a:schemeClr val="dk1"/>
              </a:buClr>
              <a:buSzPct val="100000"/>
              <a:buChar char="–"/>
            </a:pPr>
            <a:r>
              <a:rPr lang="es-MX"/>
              <a:t>ah = 09h </a:t>
            </a:r>
            <a:endParaRPr/>
          </a:p>
          <a:p>
            <a:pPr indent="-285750" lvl="1" marL="742950" rtl="0" algn="just">
              <a:lnSpc>
                <a:spcPct val="100000"/>
              </a:lnSpc>
              <a:spcBef>
                <a:spcPts val="518"/>
              </a:spcBef>
              <a:spcAft>
                <a:spcPts val="0"/>
              </a:spcAft>
              <a:buClr>
                <a:schemeClr val="dk1"/>
              </a:buClr>
              <a:buSzPct val="100000"/>
              <a:buChar char="–"/>
            </a:pPr>
            <a:r>
              <a:rPr lang="es-MX"/>
              <a:t>al = código ASCII del carácter a escribir </a:t>
            </a:r>
            <a:endParaRPr/>
          </a:p>
          <a:p>
            <a:pPr indent="-285750" lvl="1" marL="742950" rtl="0" algn="just">
              <a:lnSpc>
                <a:spcPct val="100000"/>
              </a:lnSpc>
              <a:spcBef>
                <a:spcPts val="518"/>
              </a:spcBef>
              <a:spcAft>
                <a:spcPts val="0"/>
              </a:spcAft>
              <a:buClr>
                <a:schemeClr val="dk1"/>
              </a:buClr>
              <a:buSzPct val="100000"/>
              <a:buChar char="–"/>
            </a:pPr>
            <a:r>
              <a:rPr lang="es-MX"/>
              <a:t>bh = página (0 para la página activa) </a:t>
            </a:r>
            <a:endParaRPr/>
          </a:p>
          <a:p>
            <a:pPr indent="-285750" lvl="1" marL="742950" rtl="0" algn="just">
              <a:lnSpc>
                <a:spcPct val="100000"/>
              </a:lnSpc>
              <a:spcBef>
                <a:spcPts val="518"/>
              </a:spcBef>
              <a:spcAft>
                <a:spcPts val="0"/>
              </a:spcAft>
              <a:buClr>
                <a:schemeClr val="dk1"/>
              </a:buClr>
              <a:buSzPct val="100000"/>
              <a:buChar char="–"/>
            </a:pPr>
            <a:r>
              <a:rPr lang="es-MX"/>
              <a:t>bl = atributo (p. ej.: 07h = normal blanco sobre negro, 0Fh = alta intensidad) </a:t>
            </a:r>
            <a:endParaRPr/>
          </a:p>
          <a:p>
            <a:pPr indent="-285750" lvl="1" marL="742950" rtl="0" algn="just">
              <a:lnSpc>
                <a:spcPct val="100000"/>
              </a:lnSpc>
              <a:spcBef>
                <a:spcPts val="518"/>
              </a:spcBef>
              <a:spcAft>
                <a:spcPts val="0"/>
              </a:spcAft>
              <a:buClr>
                <a:schemeClr val="dk1"/>
              </a:buClr>
              <a:buSzPct val="100000"/>
              <a:buChar char="–"/>
            </a:pPr>
            <a:r>
              <a:rPr lang="es-MX"/>
              <a:t>cx = número de caracteres a escribir (factor de repetición) </a:t>
            </a:r>
            <a:endParaRPr/>
          </a:p>
        </p:txBody>
      </p:sp>
      <p:sp>
        <p:nvSpPr>
          <p:cNvPr id="3053" name="Google Shape;3053;p3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054" name="Google Shape;3054;p3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8" name="Shape 3058"/>
        <p:cNvGrpSpPr/>
        <p:nvPr/>
      </p:nvGrpSpPr>
      <p:grpSpPr>
        <a:xfrm>
          <a:off x="0" y="0"/>
          <a:ext cx="0" cy="0"/>
          <a:chOff x="0" y="0"/>
          <a:chExt cx="0" cy="0"/>
        </a:xfrm>
      </p:grpSpPr>
      <p:sp>
        <p:nvSpPr>
          <p:cNvPr id="3059" name="Google Shape;3059;p3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060" name="Google Shape;3060;p38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496"/>
              </a:spcBef>
              <a:spcAft>
                <a:spcPts val="0"/>
              </a:spcAft>
              <a:buClr>
                <a:schemeClr val="dk1"/>
              </a:buClr>
              <a:buSzPct val="100000"/>
              <a:buNone/>
            </a:pPr>
            <a:r>
              <a:rPr lang="es-MX"/>
              <a:t>	jmp start</a:t>
            </a:r>
            <a:endParaRPr/>
          </a:p>
          <a:p>
            <a:pPr indent="0" lvl="0" marL="0" rtl="0" algn="l">
              <a:lnSpc>
                <a:spcPct val="100000"/>
              </a:lnSpc>
              <a:spcBef>
                <a:spcPts val="496"/>
              </a:spcBef>
              <a:spcAft>
                <a:spcPts val="0"/>
              </a:spcAft>
              <a:buClr>
                <a:schemeClr val="dk1"/>
              </a:buClr>
              <a:buSzPct val="100000"/>
              <a:buNone/>
            </a:pPr>
            <a:r>
              <a:rPr lang="es-MX"/>
              <a:t>start: 	mov bh, 0   	;página 0</a:t>
            </a:r>
            <a:endParaRPr/>
          </a:p>
          <a:p>
            <a:pPr indent="0" lvl="0" marL="0" rtl="0" algn="l">
              <a:lnSpc>
                <a:spcPct val="100000"/>
              </a:lnSpc>
              <a:spcBef>
                <a:spcPts val="496"/>
              </a:spcBef>
              <a:spcAft>
                <a:spcPts val="0"/>
              </a:spcAft>
              <a:buClr>
                <a:schemeClr val="dk1"/>
              </a:buClr>
              <a:buSzPct val="100000"/>
              <a:buNone/>
            </a:pPr>
            <a:r>
              <a:rPr lang="es-MX"/>
              <a:t>	mov bl, 07h 	;atributo blanco sobre negro</a:t>
            </a:r>
            <a:endParaRPr/>
          </a:p>
          <a:p>
            <a:pPr indent="0" lvl="0" marL="0" rtl="0" algn="l">
              <a:lnSpc>
                <a:spcPct val="100000"/>
              </a:lnSpc>
              <a:spcBef>
                <a:spcPts val="496"/>
              </a:spcBef>
              <a:spcAft>
                <a:spcPts val="0"/>
              </a:spcAft>
              <a:buClr>
                <a:schemeClr val="dk1"/>
              </a:buClr>
              <a:buSzPct val="100000"/>
              <a:buNone/>
            </a:pPr>
            <a:r>
              <a:rPr lang="es-MX"/>
              <a:t>	mov cx, 04h 	;imprime cuatro veces el</a:t>
            </a:r>
            <a:endParaRPr/>
          </a:p>
          <a:p>
            <a:pPr indent="0" lvl="0" marL="0" rtl="0" algn="l">
              <a:lnSpc>
                <a:spcPct val="100000"/>
              </a:lnSpc>
              <a:spcBef>
                <a:spcPts val="496"/>
              </a:spcBef>
              <a:spcAft>
                <a:spcPts val="0"/>
              </a:spcAft>
              <a:buClr>
                <a:schemeClr val="dk1"/>
              </a:buClr>
              <a:buSzPct val="100000"/>
              <a:buNone/>
            </a:pPr>
            <a:r>
              <a:rPr lang="es-MX"/>
              <a:t>	mov al, 'A' 	;carácter ‘A’ contenido en al</a:t>
            </a:r>
            <a:endParaRPr/>
          </a:p>
          <a:p>
            <a:pPr indent="0" lvl="0" marL="0" rtl="0" algn="l">
              <a:lnSpc>
                <a:spcPct val="100000"/>
              </a:lnSpc>
              <a:spcBef>
                <a:spcPts val="496"/>
              </a:spcBef>
              <a:spcAft>
                <a:spcPts val="0"/>
              </a:spcAft>
              <a:buClr>
                <a:schemeClr val="dk1"/>
              </a:buClr>
              <a:buSzPct val="100000"/>
              <a:buNone/>
            </a:pPr>
            <a:r>
              <a:rPr lang="es-MX"/>
              <a:t>	mov ah, 09h</a:t>
            </a:r>
            <a:endParaRPr/>
          </a:p>
          <a:p>
            <a:pPr indent="0" lvl="0" marL="0" rtl="0" algn="l">
              <a:lnSpc>
                <a:spcPct val="100000"/>
              </a:lnSpc>
              <a:spcBef>
                <a:spcPts val="496"/>
              </a:spcBef>
              <a:spcAft>
                <a:spcPts val="0"/>
              </a:spcAft>
              <a:buClr>
                <a:schemeClr val="dk1"/>
              </a:buClr>
              <a:buSzPct val="100000"/>
              <a:buNone/>
            </a:pPr>
            <a:r>
              <a:rPr lang="es-MX"/>
              <a:t>	int 10h</a:t>
            </a:r>
            <a:endParaRPr/>
          </a:p>
          <a:p>
            <a:pPr indent="0" lvl="0" marL="0" rtl="0" algn="l">
              <a:lnSpc>
                <a:spcPct val="100000"/>
              </a:lnSpc>
              <a:spcBef>
                <a:spcPts val="496"/>
              </a:spcBef>
              <a:spcAft>
                <a:spcPts val="0"/>
              </a:spcAft>
              <a:buClr>
                <a:schemeClr val="dk1"/>
              </a:buClr>
              <a:buSzPct val="100000"/>
              <a:buNone/>
            </a:pPr>
            <a:r>
              <a:rPr lang="es-MX"/>
              <a:t>	mov     ah, 0</a:t>
            </a:r>
            <a:endParaRPr/>
          </a:p>
          <a:p>
            <a:pPr indent="0" lvl="0" marL="0" rtl="0" algn="l">
              <a:lnSpc>
                <a:spcPct val="100000"/>
              </a:lnSpc>
              <a:spcBef>
                <a:spcPts val="496"/>
              </a:spcBef>
              <a:spcAft>
                <a:spcPts val="0"/>
              </a:spcAft>
              <a:buClr>
                <a:schemeClr val="dk1"/>
              </a:buClr>
              <a:buSzPct val="100000"/>
              <a:buNone/>
            </a:pPr>
            <a:r>
              <a:rPr lang="es-MX"/>
              <a:t>	int     16h</a:t>
            </a:r>
            <a:endParaRPr/>
          </a:p>
          <a:p>
            <a:pPr indent="0" lvl="0" marL="0" rtl="0" algn="l">
              <a:lnSpc>
                <a:spcPct val="100000"/>
              </a:lnSpc>
              <a:spcBef>
                <a:spcPts val="496"/>
              </a:spcBef>
              <a:spcAft>
                <a:spcPts val="0"/>
              </a:spcAft>
              <a:buClr>
                <a:schemeClr val="dk1"/>
              </a:buClr>
              <a:buSzPct val="100000"/>
              <a:buNone/>
            </a:pPr>
            <a:r>
              <a:rPr lang="es-MX"/>
              <a:t>	ret</a:t>
            </a:r>
            <a:endParaRPr/>
          </a:p>
        </p:txBody>
      </p:sp>
      <p:sp>
        <p:nvSpPr>
          <p:cNvPr id="3061" name="Google Shape;3061;p3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062" name="Google Shape;3062;p3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6" name="Shape 3066"/>
        <p:cNvGrpSpPr/>
        <p:nvPr/>
      </p:nvGrpSpPr>
      <p:grpSpPr>
        <a:xfrm>
          <a:off x="0" y="0"/>
          <a:ext cx="0" cy="0"/>
          <a:chOff x="0" y="0"/>
          <a:chExt cx="0" cy="0"/>
        </a:xfrm>
      </p:grpSpPr>
      <p:sp>
        <p:nvSpPr>
          <p:cNvPr id="3067" name="Google Shape;3067;p3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068" name="Google Shape;3068;p38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304"/>
              </a:spcBef>
              <a:spcAft>
                <a:spcPts val="0"/>
              </a:spcAft>
              <a:buClr>
                <a:schemeClr val="dk1"/>
              </a:buClr>
              <a:buSzPct val="100000"/>
              <a:buNone/>
            </a:pPr>
            <a:r>
              <a:rPr lang="es-MX"/>
              <a:t>        jmp start</a:t>
            </a:r>
            <a:endParaRPr/>
          </a:p>
          <a:p>
            <a:pPr indent="0" lvl="0" marL="0" rtl="0" algn="l">
              <a:lnSpc>
                <a:spcPct val="100000"/>
              </a:lnSpc>
              <a:spcBef>
                <a:spcPts val="304"/>
              </a:spcBef>
              <a:spcAft>
                <a:spcPts val="0"/>
              </a:spcAft>
              <a:buClr>
                <a:schemeClr val="dk1"/>
              </a:buClr>
              <a:buSzPct val="100000"/>
              <a:buNone/>
            </a:pPr>
            <a:r>
              <a:rPr lang="es-MX"/>
              <a:t>start:  mov dh, 12 ;fila 12</a:t>
            </a:r>
            <a:endParaRPr/>
          </a:p>
          <a:p>
            <a:pPr indent="0" lvl="0" marL="0" rtl="0" algn="l">
              <a:lnSpc>
                <a:spcPct val="100000"/>
              </a:lnSpc>
              <a:spcBef>
                <a:spcPts val="304"/>
              </a:spcBef>
              <a:spcAft>
                <a:spcPts val="0"/>
              </a:spcAft>
              <a:buClr>
                <a:schemeClr val="dk1"/>
              </a:buClr>
              <a:buSzPct val="100000"/>
              <a:buNone/>
            </a:pPr>
            <a:r>
              <a:rPr lang="es-MX"/>
              <a:t>        mov dl, 20 ;columna 20</a:t>
            </a:r>
            <a:endParaRPr/>
          </a:p>
          <a:p>
            <a:pPr indent="0" lvl="0" marL="0" rtl="0" algn="l">
              <a:lnSpc>
                <a:spcPct val="100000"/>
              </a:lnSpc>
              <a:spcBef>
                <a:spcPts val="304"/>
              </a:spcBef>
              <a:spcAft>
                <a:spcPts val="0"/>
              </a:spcAft>
              <a:buClr>
                <a:schemeClr val="dk1"/>
              </a:buClr>
              <a:buSzPct val="100000"/>
              <a:buNone/>
            </a:pPr>
            <a:r>
              <a:rPr lang="es-MX"/>
              <a:t>        mov bh, 0 ;página 0</a:t>
            </a:r>
            <a:endParaRPr/>
          </a:p>
          <a:p>
            <a:pPr indent="0" lvl="0" marL="0" rtl="0" algn="l">
              <a:lnSpc>
                <a:spcPct val="100000"/>
              </a:lnSpc>
              <a:spcBef>
                <a:spcPts val="304"/>
              </a:spcBef>
              <a:spcAft>
                <a:spcPts val="0"/>
              </a:spcAft>
              <a:buClr>
                <a:schemeClr val="dk1"/>
              </a:buClr>
              <a:buSzPct val="100000"/>
              <a:buNone/>
            </a:pPr>
            <a:r>
              <a:rPr lang="es-MX"/>
              <a:t>        mov ah, 02h</a:t>
            </a:r>
            <a:endParaRPr/>
          </a:p>
          <a:p>
            <a:pPr indent="0" lvl="0" marL="0" rtl="0" algn="l">
              <a:lnSpc>
                <a:spcPct val="100000"/>
              </a:lnSpc>
              <a:spcBef>
                <a:spcPts val="304"/>
              </a:spcBef>
              <a:spcAft>
                <a:spcPts val="0"/>
              </a:spcAft>
              <a:buClr>
                <a:schemeClr val="dk1"/>
              </a:buClr>
              <a:buSzPct val="100000"/>
              <a:buNone/>
            </a:pPr>
            <a:r>
              <a:rPr lang="es-MX"/>
              <a:t>        int 10h          </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bh, 0 ;página 0</a:t>
            </a:r>
            <a:endParaRPr/>
          </a:p>
          <a:p>
            <a:pPr indent="0" lvl="0" marL="0" rtl="0" algn="l">
              <a:lnSpc>
                <a:spcPct val="100000"/>
              </a:lnSpc>
              <a:spcBef>
                <a:spcPts val="304"/>
              </a:spcBef>
              <a:spcAft>
                <a:spcPts val="0"/>
              </a:spcAft>
              <a:buClr>
                <a:schemeClr val="dk1"/>
              </a:buClr>
              <a:buSzPct val="100000"/>
              <a:buNone/>
            </a:pPr>
            <a:r>
              <a:rPr lang="es-MX"/>
              <a:t>        mov bl, 07h ;atributo blanco sobre negro</a:t>
            </a:r>
            <a:endParaRPr/>
          </a:p>
          <a:p>
            <a:pPr indent="0" lvl="0" marL="0" rtl="0" algn="l">
              <a:lnSpc>
                <a:spcPct val="100000"/>
              </a:lnSpc>
              <a:spcBef>
                <a:spcPts val="304"/>
              </a:spcBef>
              <a:spcAft>
                <a:spcPts val="0"/>
              </a:spcAft>
              <a:buClr>
                <a:schemeClr val="dk1"/>
              </a:buClr>
              <a:buSzPct val="100000"/>
              <a:buNone/>
            </a:pPr>
            <a:r>
              <a:rPr lang="es-MX"/>
              <a:t>        mov cx, 04h ;imprime cuatro veces el</a:t>
            </a:r>
            <a:endParaRPr/>
          </a:p>
          <a:p>
            <a:pPr indent="0" lvl="0" marL="0" rtl="0" algn="l">
              <a:lnSpc>
                <a:spcPct val="100000"/>
              </a:lnSpc>
              <a:spcBef>
                <a:spcPts val="304"/>
              </a:spcBef>
              <a:spcAft>
                <a:spcPts val="0"/>
              </a:spcAft>
              <a:buClr>
                <a:schemeClr val="dk1"/>
              </a:buClr>
              <a:buSzPct val="100000"/>
              <a:buNone/>
            </a:pPr>
            <a:r>
              <a:rPr lang="es-MX"/>
              <a:t>        mov al, 'A' ;carácter ‘A’ contenido en al</a:t>
            </a:r>
            <a:endParaRPr/>
          </a:p>
          <a:p>
            <a:pPr indent="0" lvl="0" marL="0" rtl="0" algn="l">
              <a:lnSpc>
                <a:spcPct val="100000"/>
              </a:lnSpc>
              <a:spcBef>
                <a:spcPts val="304"/>
              </a:spcBef>
              <a:spcAft>
                <a:spcPts val="0"/>
              </a:spcAft>
              <a:buClr>
                <a:schemeClr val="dk1"/>
              </a:buClr>
              <a:buSzPct val="100000"/>
              <a:buNone/>
            </a:pPr>
            <a:r>
              <a:rPr lang="es-MX"/>
              <a:t>        mov ah, 09h</a:t>
            </a:r>
            <a:endParaRPr/>
          </a:p>
          <a:p>
            <a:pPr indent="0" lvl="0" marL="0" rtl="0" algn="l">
              <a:lnSpc>
                <a:spcPct val="100000"/>
              </a:lnSpc>
              <a:spcBef>
                <a:spcPts val="304"/>
              </a:spcBef>
              <a:spcAft>
                <a:spcPts val="0"/>
              </a:spcAft>
              <a:buClr>
                <a:schemeClr val="dk1"/>
              </a:buClr>
              <a:buSzPct val="100000"/>
              <a:buNone/>
            </a:pPr>
            <a:r>
              <a:rPr lang="es-MX"/>
              <a:t>        int 10h</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ah, 0 </a:t>
            </a:r>
            <a:endParaRPr/>
          </a:p>
          <a:p>
            <a:pPr indent="0" lvl="0" marL="0" rtl="0" algn="l">
              <a:lnSpc>
                <a:spcPct val="100000"/>
              </a:lnSpc>
              <a:spcBef>
                <a:spcPts val="304"/>
              </a:spcBef>
              <a:spcAft>
                <a:spcPts val="0"/>
              </a:spcAft>
              <a:buClr>
                <a:schemeClr val="dk1"/>
              </a:buClr>
              <a:buSzPct val="100000"/>
              <a:buNone/>
            </a:pPr>
            <a:r>
              <a:rPr lang="es-MX"/>
              <a:t>        int     16h     </a:t>
            </a:r>
            <a:endParaRPr/>
          </a:p>
          <a:p>
            <a:pPr indent="0" lvl="0" marL="0" rtl="0" algn="l">
              <a:lnSpc>
                <a:spcPct val="100000"/>
              </a:lnSpc>
              <a:spcBef>
                <a:spcPts val="304"/>
              </a:spcBef>
              <a:spcAft>
                <a:spcPts val="0"/>
              </a:spcAft>
              <a:buClr>
                <a:schemeClr val="dk1"/>
              </a:buClr>
              <a:buSzPct val="100000"/>
              <a:buNone/>
            </a:pPr>
            <a:r>
              <a:rPr lang="es-MX"/>
              <a:t>        ret </a:t>
            </a:r>
            <a:endParaRPr/>
          </a:p>
        </p:txBody>
      </p:sp>
      <p:sp>
        <p:nvSpPr>
          <p:cNvPr id="3069" name="Google Shape;3069;p3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070" name="Google Shape;3070;p3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4" name="Shape 3074"/>
        <p:cNvGrpSpPr/>
        <p:nvPr/>
      </p:nvGrpSpPr>
      <p:grpSpPr>
        <a:xfrm>
          <a:off x="0" y="0"/>
          <a:ext cx="0" cy="0"/>
          <a:chOff x="0" y="0"/>
          <a:chExt cx="0" cy="0"/>
        </a:xfrm>
      </p:grpSpPr>
      <p:sp>
        <p:nvSpPr>
          <p:cNvPr id="3075" name="Google Shape;3075;p38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Servicio 0Ah </a:t>
            </a:r>
            <a:endParaRPr/>
          </a:p>
        </p:txBody>
      </p:sp>
      <p:sp>
        <p:nvSpPr>
          <p:cNvPr id="3076" name="Google Shape;3076;p38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El servicio 0Ah escribe un carácter en la posición actual del cursor sin modificar el atributo actual. Se pasan los parámetros siguientes: </a:t>
            </a:r>
            <a:endParaRPr/>
          </a:p>
          <a:p>
            <a:pPr indent="-285750" lvl="1" marL="742950" rtl="0" algn="l">
              <a:lnSpc>
                <a:spcPct val="100000"/>
              </a:lnSpc>
              <a:spcBef>
                <a:spcPts val="560"/>
              </a:spcBef>
              <a:spcAft>
                <a:spcPts val="0"/>
              </a:spcAft>
              <a:buClr>
                <a:schemeClr val="dk1"/>
              </a:buClr>
              <a:buSzPts val="2800"/>
              <a:buChar char="–"/>
            </a:pPr>
            <a:r>
              <a:rPr lang="es-MX"/>
              <a:t>ah = 0Ah </a:t>
            </a:r>
            <a:endParaRPr/>
          </a:p>
          <a:p>
            <a:pPr indent="-285750" lvl="1" marL="742950" rtl="0" algn="l">
              <a:lnSpc>
                <a:spcPct val="100000"/>
              </a:lnSpc>
              <a:spcBef>
                <a:spcPts val="560"/>
              </a:spcBef>
              <a:spcAft>
                <a:spcPts val="0"/>
              </a:spcAft>
              <a:buClr>
                <a:schemeClr val="dk1"/>
              </a:buClr>
              <a:buSzPts val="2800"/>
              <a:buChar char="–"/>
            </a:pPr>
            <a:r>
              <a:rPr lang="es-MX"/>
              <a:t>al = código ASCII del carácter a escribir </a:t>
            </a:r>
            <a:endParaRPr/>
          </a:p>
          <a:p>
            <a:pPr indent="-285750" lvl="1" marL="742950" rtl="0" algn="l">
              <a:lnSpc>
                <a:spcPct val="100000"/>
              </a:lnSpc>
              <a:spcBef>
                <a:spcPts val="560"/>
              </a:spcBef>
              <a:spcAft>
                <a:spcPts val="0"/>
              </a:spcAft>
              <a:buClr>
                <a:schemeClr val="dk1"/>
              </a:buClr>
              <a:buSzPts val="2800"/>
              <a:buChar char="–"/>
            </a:pPr>
            <a:r>
              <a:rPr lang="es-MX"/>
              <a:t>bh = página (0 para la página activa) </a:t>
            </a:r>
            <a:endParaRPr/>
          </a:p>
          <a:p>
            <a:pPr indent="-285750" lvl="1" marL="742950" rtl="0" algn="l">
              <a:lnSpc>
                <a:spcPct val="100000"/>
              </a:lnSpc>
              <a:spcBef>
                <a:spcPts val="560"/>
              </a:spcBef>
              <a:spcAft>
                <a:spcPts val="0"/>
              </a:spcAft>
              <a:buClr>
                <a:schemeClr val="dk1"/>
              </a:buClr>
              <a:buSzPts val="2800"/>
              <a:buChar char="–"/>
            </a:pPr>
            <a:r>
              <a:rPr lang="es-MX"/>
              <a:t>cx = número de caracteres a escribir (factor de repetición)</a:t>
            </a:r>
            <a:endParaRPr/>
          </a:p>
        </p:txBody>
      </p:sp>
      <p:sp>
        <p:nvSpPr>
          <p:cNvPr id="3077" name="Google Shape;3077;p3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078" name="Google Shape;3078;p3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2" name="Shape 3082"/>
        <p:cNvGrpSpPr/>
        <p:nvPr/>
      </p:nvGrpSpPr>
      <p:grpSpPr>
        <a:xfrm>
          <a:off x="0" y="0"/>
          <a:ext cx="0" cy="0"/>
          <a:chOff x="0" y="0"/>
          <a:chExt cx="0" cy="0"/>
        </a:xfrm>
      </p:grpSpPr>
      <p:sp>
        <p:nvSpPr>
          <p:cNvPr id="3083" name="Google Shape;3083;p38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084" name="Google Shape;3084;p38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44"/>
              </a:spcBef>
              <a:spcAft>
                <a:spcPts val="0"/>
              </a:spcAft>
              <a:buClr>
                <a:schemeClr val="dk1"/>
              </a:buClr>
              <a:buSzPct val="100000"/>
              <a:buNone/>
            </a:pPr>
            <a:r>
              <a:rPr lang="es-MX"/>
              <a:t>	jmp start</a:t>
            </a:r>
            <a:endParaRPr/>
          </a:p>
          <a:p>
            <a:pPr indent="0" lvl="0" marL="0" rtl="0" algn="l">
              <a:lnSpc>
                <a:spcPct val="100000"/>
              </a:lnSpc>
              <a:spcBef>
                <a:spcPts val="544"/>
              </a:spcBef>
              <a:spcAft>
                <a:spcPts val="0"/>
              </a:spcAft>
              <a:buClr>
                <a:schemeClr val="dk1"/>
              </a:buClr>
              <a:buSzPct val="100000"/>
              <a:buNone/>
            </a:pPr>
            <a:r>
              <a:rPr lang="es-MX"/>
              <a:t>start:	mov bh, 0 	;página 0</a:t>
            </a:r>
            <a:endParaRPr/>
          </a:p>
          <a:p>
            <a:pPr indent="0" lvl="0" marL="0" rtl="0" algn="l">
              <a:lnSpc>
                <a:spcPct val="100000"/>
              </a:lnSpc>
              <a:spcBef>
                <a:spcPts val="544"/>
              </a:spcBef>
              <a:spcAft>
                <a:spcPts val="0"/>
              </a:spcAft>
              <a:buClr>
                <a:schemeClr val="dk1"/>
              </a:buClr>
              <a:buSzPct val="100000"/>
              <a:buNone/>
            </a:pPr>
            <a:r>
              <a:rPr lang="es-MX"/>
              <a:t>	mov cx, 2 	;imprime 2 veces el</a:t>
            </a:r>
            <a:endParaRPr/>
          </a:p>
          <a:p>
            <a:pPr indent="0" lvl="0" marL="0" rtl="0" algn="l">
              <a:lnSpc>
                <a:spcPct val="100000"/>
              </a:lnSpc>
              <a:spcBef>
                <a:spcPts val="544"/>
              </a:spcBef>
              <a:spcAft>
                <a:spcPts val="0"/>
              </a:spcAft>
              <a:buClr>
                <a:schemeClr val="dk1"/>
              </a:buClr>
              <a:buSzPct val="100000"/>
              <a:buNone/>
            </a:pPr>
            <a:r>
              <a:rPr lang="es-MX"/>
              <a:t>	mov al,'z' 	;carácter ‘z’ contenido en al</a:t>
            </a:r>
            <a:endParaRPr/>
          </a:p>
          <a:p>
            <a:pPr indent="0" lvl="0" marL="0" rtl="0" algn="l">
              <a:lnSpc>
                <a:spcPct val="100000"/>
              </a:lnSpc>
              <a:spcBef>
                <a:spcPts val="544"/>
              </a:spcBef>
              <a:spcAft>
                <a:spcPts val="0"/>
              </a:spcAft>
              <a:buClr>
                <a:schemeClr val="dk1"/>
              </a:buClr>
              <a:buSzPct val="100000"/>
              <a:buNone/>
            </a:pPr>
            <a:r>
              <a:rPr lang="es-MX"/>
              <a:t>	mov ah, 0Ah</a:t>
            </a:r>
            <a:endParaRPr/>
          </a:p>
          <a:p>
            <a:pPr indent="0" lvl="0" marL="0" rtl="0" algn="l">
              <a:lnSpc>
                <a:spcPct val="100000"/>
              </a:lnSpc>
              <a:spcBef>
                <a:spcPts val="544"/>
              </a:spcBef>
              <a:spcAft>
                <a:spcPts val="0"/>
              </a:spcAft>
              <a:buClr>
                <a:schemeClr val="dk1"/>
              </a:buClr>
              <a:buSzPct val="100000"/>
              <a:buNone/>
            </a:pPr>
            <a:r>
              <a:rPr lang="es-MX"/>
              <a:t>	int 10h</a:t>
            </a:r>
            <a:endParaRPr/>
          </a:p>
          <a:p>
            <a:pPr indent="0" lvl="0" marL="0" rtl="0" algn="l">
              <a:lnSpc>
                <a:spcPct val="100000"/>
              </a:lnSpc>
              <a:spcBef>
                <a:spcPts val="544"/>
              </a:spcBef>
              <a:spcAft>
                <a:spcPts val="0"/>
              </a:spcAft>
              <a:buClr>
                <a:schemeClr val="dk1"/>
              </a:buClr>
              <a:buSzPct val="100000"/>
              <a:buNone/>
            </a:pPr>
            <a:r>
              <a:rPr lang="es-MX"/>
              <a:t>	mov     ah, 0</a:t>
            </a:r>
            <a:endParaRPr/>
          </a:p>
          <a:p>
            <a:pPr indent="0" lvl="0" marL="0" rtl="0" algn="l">
              <a:lnSpc>
                <a:spcPct val="100000"/>
              </a:lnSpc>
              <a:spcBef>
                <a:spcPts val="544"/>
              </a:spcBef>
              <a:spcAft>
                <a:spcPts val="0"/>
              </a:spcAft>
              <a:buClr>
                <a:schemeClr val="dk1"/>
              </a:buClr>
              <a:buSzPct val="100000"/>
              <a:buNone/>
            </a:pPr>
            <a:r>
              <a:rPr lang="es-MX"/>
              <a:t>	int     16h</a:t>
            </a:r>
            <a:endParaRPr/>
          </a:p>
          <a:p>
            <a:pPr indent="0" lvl="0" marL="0" rtl="0" algn="l">
              <a:lnSpc>
                <a:spcPct val="100000"/>
              </a:lnSpc>
              <a:spcBef>
                <a:spcPts val="544"/>
              </a:spcBef>
              <a:spcAft>
                <a:spcPts val="0"/>
              </a:spcAft>
              <a:buClr>
                <a:schemeClr val="dk1"/>
              </a:buClr>
              <a:buSzPct val="100000"/>
              <a:buNone/>
            </a:pPr>
            <a:r>
              <a:rPr lang="es-MX"/>
              <a:t>	ret</a:t>
            </a:r>
            <a:endParaRPr/>
          </a:p>
        </p:txBody>
      </p:sp>
      <p:sp>
        <p:nvSpPr>
          <p:cNvPr id="3085" name="Google Shape;3085;p3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086" name="Google Shape;3086;p3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0" name="Shape 3090"/>
        <p:cNvGrpSpPr/>
        <p:nvPr/>
      </p:nvGrpSpPr>
      <p:grpSpPr>
        <a:xfrm>
          <a:off x="0" y="0"/>
          <a:ext cx="0" cy="0"/>
          <a:chOff x="0" y="0"/>
          <a:chExt cx="0" cy="0"/>
        </a:xfrm>
      </p:grpSpPr>
      <p:sp>
        <p:nvSpPr>
          <p:cNvPr id="3091" name="Google Shape;3091;p38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092" name="Google Shape;3092;p38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Sugerencia:</a:t>
            </a:r>
            <a:endParaRPr/>
          </a:p>
          <a:p>
            <a:pPr indent="-285750" lvl="1" marL="742950" rtl="0" algn="l">
              <a:lnSpc>
                <a:spcPct val="100000"/>
              </a:lnSpc>
              <a:spcBef>
                <a:spcPts val="560"/>
              </a:spcBef>
              <a:spcAft>
                <a:spcPts val="0"/>
              </a:spcAft>
              <a:buClr>
                <a:schemeClr val="dk1"/>
              </a:buClr>
              <a:buSzPts val="2800"/>
              <a:buChar char="–"/>
            </a:pPr>
            <a:r>
              <a:rPr lang="es-MX"/>
              <a:t>Ver: </a:t>
            </a:r>
            <a:r>
              <a:rPr lang="es-MX" u="sng">
                <a:solidFill>
                  <a:schemeClr val="hlink"/>
                </a:solidFill>
                <a:hlinkClick r:id="rId3"/>
              </a:rPr>
              <a:t>http://ict.udlap.mx/people/oleg/docencia/ASSEMBLER/asm_interrup_10.html</a:t>
            </a:r>
            <a:endParaRPr/>
          </a:p>
          <a:p>
            <a:pPr indent="-107950" lvl="1" marL="742950" rtl="0" algn="l">
              <a:lnSpc>
                <a:spcPct val="100000"/>
              </a:lnSpc>
              <a:spcBef>
                <a:spcPts val="560"/>
              </a:spcBef>
              <a:spcAft>
                <a:spcPts val="0"/>
              </a:spcAft>
              <a:buClr>
                <a:schemeClr val="dk1"/>
              </a:buClr>
              <a:buSzPts val="2800"/>
              <a:buNone/>
            </a:pPr>
            <a:r>
              <a:t/>
            </a:r>
            <a:endParaRPr/>
          </a:p>
        </p:txBody>
      </p:sp>
      <p:sp>
        <p:nvSpPr>
          <p:cNvPr id="3093" name="Google Shape;3093;p3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094" name="Google Shape;3094;p3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8" name="Shape 3098"/>
        <p:cNvGrpSpPr/>
        <p:nvPr/>
      </p:nvGrpSpPr>
      <p:grpSpPr>
        <a:xfrm>
          <a:off x="0" y="0"/>
          <a:ext cx="0" cy="0"/>
          <a:chOff x="0" y="0"/>
          <a:chExt cx="0" cy="0"/>
        </a:xfrm>
      </p:grpSpPr>
      <p:sp>
        <p:nvSpPr>
          <p:cNvPr id="3099" name="Google Shape;3099;p3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INT 10H Función 00H</a:t>
            </a:r>
            <a:endParaRPr/>
          </a:p>
        </p:txBody>
      </p:sp>
      <p:sp>
        <p:nvSpPr>
          <p:cNvPr id="3100" name="Google Shape;3100;p39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just">
              <a:lnSpc>
                <a:spcPct val="100000"/>
              </a:lnSpc>
              <a:spcBef>
                <a:spcPts val="0"/>
              </a:spcBef>
              <a:spcAft>
                <a:spcPts val="0"/>
              </a:spcAft>
              <a:buClr>
                <a:schemeClr val="dk1"/>
              </a:buClr>
              <a:buSzPct val="100000"/>
              <a:buChar char="•"/>
            </a:pPr>
            <a:r>
              <a:rPr b="1" lang="es-MX"/>
              <a:t>Establecer modo de Vídeo</a:t>
            </a:r>
            <a:endParaRPr/>
          </a:p>
          <a:p>
            <a:pPr indent="-285750" lvl="1" marL="742950" rtl="0" algn="just">
              <a:lnSpc>
                <a:spcPct val="100000"/>
              </a:lnSpc>
              <a:spcBef>
                <a:spcPts val="350"/>
              </a:spcBef>
              <a:spcAft>
                <a:spcPts val="0"/>
              </a:spcAft>
              <a:buClr>
                <a:schemeClr val="dk1"/>
              </a:buClr>
              <a:buSzPct val="100000"/>
              <a:buChar char="–"/>
            </a:pPr>
            <a:r>
              <a:rPr lang="es-MX"/>
              <a:t>LLAMADA:</a:t>
            </a:r>
            <a:endParaRPr/>
          </a:p>
          <a:p>
            <a:pPr indent="-228600" lvl="2" marL="1143000" rtl="0" algn="just">
              <a:lnSpc>
                <a:spcPct val="100000"/>
              </a:lnSpc>
              <a:spcBef>
                <a:spcPts val="300"/>
              </a:spcBef>
              <a:spcAft>
                <a:spcPts val="0"/>
              </a:spcAft>
              <a:buClr>
                <a:schemeClr val="dk1"/>
              </a:buClr>
              <a:buSzPct val="100000"/>
              <a:buChar char="•"/>
            </a:pPr>
            <a:r>
              <a:rPr lang="es-MX"/>
              <a:t>AH = 00H</a:t>
            </a:r>
            <a:endParaRPr/>
          </a:p>
          <a:p>
            <a:pPr indent="-228600" lvl="2" marL="1143000" rtl="0" algn="just">
              <a:lnSpc>
                <a:spcPct val="100000"/>
              </a:lnSpc>
              <a:spcBef>
                <a:spcPts val="300"/>
              </a:spcBef>
              <a:spcAft>
                <a:spcPts val="0"/>
              </a:spcAft>
              <a:buClr>
                <a:schemeClr val="dk1"/>
              </a:buClr>
              <a:buSzPct val="100000"/>
              <a:buChar char="•"/>
            </a:pPr>
            <a:r>
              <a:rPr lang="es-MX"/>
              <a:t>AL = Modo de vídeo.</a:t>
            </a:r>
            <a:endParaRPr/>
          </a:p>
          <a:p>
            <a:pPr indent="-285750" lvl="1" marL="742950" rtl="0" algn="just">
              <a:lnSpc>
                <a:spcPct val="100000"/>
              </a:lnSpc>
              <a:spcBef>
                <a:spcPts val="350"/>
              </a:spcBef>
              <a:spcAft>
                <a:spcPts val="0"/>
              </a:spcAft>
              <a:buClr>
                <a:schemeClr val="dk1"/>
              </a:buClr>
              <a:buSzPct val="100000"/>
              <a:buChar char="–"/>
            </a:pPr>
            <a:r>
              <a:rPr lang="es-MX"/>
              <a:t>DEVUELVE:</a:t>
            </a:r>
            <a:endParaRPr/>
          </a:p>
          <a:p>
            <a:pPr indent="-228600" lvl="2" marL="1143000" rtl="0" algn="just">
              <a:lnSpc>
                <a:spcPct val="100000"/>
              </a:lnSpc>
              <a:spcBef>
                <a:spcPts val="300"/>
              </a:spcBef>
              <a:spcAft>
                <a:spcPts val="0"/>
              </a:spcAft>
              <a:buClr>
                <a:schemeClr val="dk1"/>
              </a:buClr>
              <a:buSzPct val="100000"/>
              <a:buChar char="•"/>
            </a:pPr>
            <a:r>
              <a:rPr lang="es-MX"/>
              <a:t>NADA.</a:t>
            </a:r>
            <a:endParaRPr/>
          </a:p>
          <a:p>
            <a:pPr indent="-342900" lvl="0" marL="342900" rtl="0" algn="just">
              <a:lnSpc>
                <a:spcPct val="100000"/>
              </a:lnSpc>
              <a:spcBef>
                <a:spcPts val="400"/>
              </a:spcBef>
              <a:spcAft>
                <a:spcPts val="0"/>
              </a:spcAft>
              <a:buClr>
                <a:schemeClr val="dk1"/>
              </a:buClr>
              <a:buSzPct val="100000"/>
              <a:buChar char="•"/>
            </a:pPr>
            <a:r>
              <a:rPr lang="es-MX"/>
              <a:t>EFECTO:</a:t>
            </a:r>
            <a:endParaRPr/>
          </a:p>
          <a:p>
            <a:pPr indent="-285750" lvl="1" marL="742950" rtl="0" algn="just">
              <a:lnSpc>
                <a:spcPct val="100000"/>
              </a:lnSpc>
              <a:spcBef>
                <a:spcPts val="350"/>
              </a:spcBef>
              <a:spcAft>
                <a:spcPts val="0"/>
              </a:spcAft>
              <a:buClr>
                <a:schemeClr val="dk1"/>
              </a:buClr>
              <a:buSzPct val="100000"/>
              <a:buChar char="–"/>
            </a:pPr>
            <a:r>
              <a:rPr lang="es-MX"/>
              <a:t>Selecciona y activa el modo de vídeo especificado. A no ser que se utilice el truco que se indica a continuación, al llamar a esta función, se borra la pantalla. Pero se borra el contenido de pantalla. Por suerte hay una especie de 'truco' para evitar este borrado automático de la pantalla. Consiste en poner con valor 1 el bit 7 del registro AL (que contiene el modo de vídeo) en la llamada a la función.Así por ejemplo, si queremos cambiar a modo 13h, y queremos que se pierda el contenido que hubiera en la pantalla en este modo, en vez de introducir en AL el número 13h (00010011b), introduciríamos el número 93h (10010011b).</a:t>
            </a:r>
            <a:endParaRPr/>
          </a:p>
          <a:p>
            <a:pPr indent="-342900" lvl="0" marL="342900" rtl="0" algn="just">
              <a:lnSpc>
                <a:spcPct val="100000"/>
              </a:lnSpc>
              <a:spcBef>
                <a:spcPts val="400"/>
              </a:spcBef>
              <a:spcAft>
                <a:spcPts val="0"/>
              </a:spcAft>
              <a:buClr>
                <a:schemeClr val="dk1"/>
              </a:buClr>
              <a:buSzPct val="100000"/>
              <a:buChar char="•"/>
            </a:pPr>
            <a:r>
              <a:rPr lang="es-MX"/>
              <a:t>TARJETA GRAFICA: </a:t>
            </a:r>
            <a:endParaRPr/>
          </a:p>
          <a:p>
            <a:pPr indent="-285750" lvl="1" marL="742950" rtl="0" algn="just">
              <a:lnSpc>
                <a:spcPct val="100000"/>
              </a:lnSpc>
              <a:spcBef>
                <a:spcPts val="350"/>
              </a:spcBef>
              <a:spcAft>
                <a:spcPts val="0"/>
              </a:spcAft>
              <a:buClr>
                <a:schemeClr val="dk1"/>
              </a:buClr>
              <a:buSzPct val="100000"/>
              <a:buChar char="–"/>
            </a:pPr>
            <a:r>
              <a:rPr lang="es-MX"/>
              <a:t>TODAS (MDA, CGA, EGA, MCGA, VGA...) :</a:t>
            </a:r>
            <a:endParaRPr/>
          </a:p>
        </p:txBody>
      </p:sp>
      <p:sp>
        <p:nvSpPr>
          <p:cNvPr id="3101" name="Google Shape;3101;p3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02" name="Google Shape;3102;p3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6" name="Shape 3106"/>
        <p:cNvGrpSpPr/>
        <p:nvPr/>
      </p:nvGrpSpPr>
      <p:grpSpPr>
        <a:xfrm>
          <a:off x="0" y="0"/>
          <a:ext cx="0" cy="0"/>
          <a:chOff x="0" y="0"/>
          <a:chExt cx="0" cy="0"/>
        </a:xfrm>
      </p:grpSpPr>
      <p:sp>
        <p:nvSpPr>
          <p:cNvPr id="3107" name="Google Shape;3107;p3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Modos de vídeo y características principales</a:t>
            </a:r>
            <a:endParaRPr/>
          </a:p>
        </p:txBody>
      </p:sp>
      <p:pic>
        <p:nvPicPr>
          <p:cNvPr id="3108" name="Google Shape;3108;p391"/>
          <p:cNvPicPr preferRelativeResize="0"/>
          <p:nvPr>
            <p:ph idx="1" type="body"/>
          </p:nvPr>
        </p:nvPicPr>
        <p:blipFill rotWithShape="1">
          <a:blip r:embed="rId3">
            <a:alphaModFix/>
          </a:blip>
          <a:srcRect b="0" l="0" r="0" t="0"/>
          <a:stretch/>
        </p:blipFill>
        <p:spPr>
          <a:xfrm>
            <a:off x="863588" y="1700808"/>
            <a:ext cx="7416824" cy="4525963"/>
          </a:xfrm>
          <a:prstGeom prst="rect">
            <a:avLst/>
          </a:prstGeom>
          <a:noFill/>
          <a:ln>
            <a:noFill/>
          </a:ln>
        </p:spPr>
      </p:pic>
      <p:sp>
        <p:nvSpPr>
          <p:cNvPr id="3109" name="Google Shape;3109;p3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10" name="Google Shape;3110;p3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4" name="Shape 3114"/>
        <p:cNvGrpSpPr/>
        <p:nvPr/>
      </p:nvGrpSpPr>
      <p:grpSpPr>
        <a:xfrm>
          <a:off x="0" y="0"/>
          <a:ext cx="0" cy="0"/>
          <a:chOff x="0" y="0"/>
          <a:chExt cx="0" cy="0"/>
        </a:xfrm>
      </p:grpSpPr>
      <p:sp>
        <p:nvSpPr>
          <p:cNvPr id="3115" name="Google Shape;3115;p39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INT 10H Función 0CH</a:t>
            </a:r>
            <a:endParaRPr/>
          </a:p>
        </p:txBody>
      </p:sp>
      <p:sp>
        <p:nvSpPr>
          <p:cNvPr id="3116" name="Google Shape;3116;p39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100000"/>
              </a:lnSpc>
              <a:spcBef>
                <a:spcPts val="0"/>
              </a:spcBef>
              <a:spcAft>
                <a:spcPts val="0"/>
              </a:spcAft>
              <a:buClr>
                <a:schemeClr val="dk1"/>
              </a:buClr>
              <a:buSzPct val="100000"/>
              <a:buChar char="•"/>
            </a:pPr>
            <a:r>
              <a:rPr b="1" lang="es-MX"/>
              <a:t>INT 10H Función 0CH</a:t>
            </a:r>
            <a:endParaRPr/>
          </a:p>
          <a:p>
            <a:pPr indent="-342900" lvl="0" marL="342900" rtl="0" algn="l">
              <a:lnSpc>
                <a:spcPct val="100000"/>
              </a:lnSpc>
              <a:spcBef>
                <a:spcPts val="496"/>
              </a:spcBef>
              <a:spcAft>
                <a:spcPts val="0"/>
              </a:spcAft>
              <a:buClr>
                <a:schemeClr val="dk1"/>
              </a:buClr>
              <a:buSzPct val="100000"/>
              <a:buChar char="•"/>
            </a:pPr>
            <a:r>
              <a:rPr b="1" lang="es-MX"/>
              <a:t>Escribir un punto ó pixel gráfico</a:t>
            </a:r>
            <a:endParaRPr/>
          </a:p>
          <a:p>
            <a:pPr indent="-285750" lvl="1" marL="742950" rtl="0" algn="l">
              <a:lnSpc>
                <a:spcPct val="100000"/>
              </a:lnSpc>
              <a:spcBef>
                <a:spcPts val="434"/>
              </a:spcBef>
              <a:spcAft>
                <a:spcPts val="0"/>
              </a:spcAft>
              <a:buClr>
                <a:schemeClr val="dk1"/>
              </a:buClr>
              <a:buSzPct val="100000"/>
              <a:buChar char="–"/>
            </a:pPr>
            <a:r>
              <a:rPr lang="es-MX"/>
              <a:t>LLAMADA:</a:t>
            </a:r>
            <a:endParaRPr/>
          </a:p>
          <a:p>
            <a:pPr indent="-228600" lvl="2" marL="1143000" rtl="0" algn="l">
              <a:lnSpc>
                <a:spcPct val="100000"/>
              </a:lnSpc>
              <a:spcBef>
                <a:spcPts val="372"/>
              </a:spcBef>
              <a:spcAft>
                <a:spcPts val="0"/>
              </a:spcAft>
              <a:buClr>
                <a:schemeClr val="dk1"/>
              </a:buClr>
              <a:buSzPct val="100000"/>
              <a:buChar char="•"/>
            </a:pPr>
            <a:r>
              <a:rPr lang="es-MX"/>
              <a:t>AH = 0CH</a:t>
            </a:r>
            <a:endParaRPr/>
          </a:p>
          <a:p>
            <a:pPr indent="-228600" lvl="2" marL="1143000" rtl="0" algn="l">
              <a:lnSpc>
                <a:spcPct val="100000"/>
              </a:lnSpc>
              <a:spcBef>
                <a:spcPts val="372"/>
              </a:spcBef>
              <a:spcAft>
                <a:spcPts val="0"/>
              </a:spcAft>
              <a:buClr>
                <a:schemeClr val="dk1"/>
              </a:buClr>
              <a:buSzPct val="100000"/>
              <a:buChar char="•"/>
            </a:pPr>
            <a:r>
              <a:rPr lang="es-MX"/>
              <a:t>AL = Valor del color a usar.</a:t>
            </a:r>
            <a:endParaRPr/>
          </a:p>
          <a:p>
            <a:pPr indent="-228600" lvl="2" marL="1143000" rtl="0" algn="l">
              <a:lnSpc>
                <a:spcPct val="100000"/>
              </a:lnSpc>
              <a:spcBef>
                <a:spcPts val="372"/>
              </a:spcBef>
              <a:spcAft>
                <a:spcPts val="0"/>
              </a:spcAft>
              <a:buClr>
                <a:schemeClr val="dk1"/>
              </a:buClr>
              <a:buSzPct val="100000"/>
              <a:buChar char="•"/>
            </a:pPr>
            <a:r>
              <a:rPr lang="es-MX"/>
              <a:t>BH = Página de vídeo donde escribir el carácter.</a:t>
            </a:r>
            <a:endParaRPr/>
          </a:p>
          <a:p>
            <a:pPr indent="-228600" lvl="2" marL="1143000" rtl="0" algn="l">
              <a:lnSpc>
                <a:spcPct val="100000"/>
              </a:lnSpc>
              <a:spcBef>
                <a:spcPts val="372"/>
              </a:spcBef>
              <a:spcAft>
                <a:spcPts val="0"/>
              </a:spcAft>
              <a:buClr>
                <a:schemeClr val="dk1"/>
              </a:buClr>
              <a:buSzPct val="100000"/>
              <a:buChar char="•"/>
            </a:pPr>
            <a:r>
              <a:rPr lang="es-MX"/>
              <a:t>CH = Columna donde escribir el pixel (coordenada gráfica x)</a:t>
            </a:r>
            <a:endParaRPr/>
          </a:p>
          <a:p>
            <a:pPr indent="-228600" lvl="2" marL="1143000" rtl="0" algn="l">
              <a:lnSpc>
                <a:spcPct val="100000"/>
              </a:lnSpc>
              <a:spcBef>
                <a:spcPts val="372"/>
              </a:spcBef>
              <a:spcAft>
                <a:spcPts val="0"/>
              </a:spcAft>
              <a:buClr>
                <a:schemeClr val="dk1"/>
              </a:buClr>
              <a:buSzPct val="100000"/>
              <a:buChar char="•"/>
            </a:pPr>
            <a:r>
              <a:rPr lang="es-MX"/>
              <a:t>CL = Fila donde escribir el pixel (coordenada gráfica y)</a:t>
            </a:r>
            <a:endParaRPr/>
          </a:p>
          <a:p>
            <a:pPr indent="-342900" lvl="0" marL="342900" rtl="0" algn="l">
              <a:lnSpc>
                <a:spcPct val="100000"/>
              </a:lnSpc>
              <a:spcBef>
                <a:spcPts val="496"/>
              </a:spcBef>
              <a:spcAft>
                <a:spcPts val="0"/>
              </a:spcAft>
              <a:buClr>
                <a:schemeClr val="dk1"/>
              </a:buClr>
              <a:buSzPct val="100000"/>
              <a:buChar char="•"/>
            </a:pPr>
            <a:r>
              <a:rPr lang="es-MX"/>
              <a:t>DEVUELVE:</a:t>
            </a:r>
            <a:endParaRPr/>
          </a:p>
          <a:p>
            <a:pPr indent="-285750" lvl="1" marL="742950" rtl="0" algn="l">
              <a:lnSpc>
                <a:spcPct val="100000"/>
              </a:lnSpc>
              <a:spcBef>
                <a:spcPts val="434"/>
              </a:spcBef>
              <a:spcAft>
                <a:spcPts val="0"/>
              </a:spcAft>
              <a:buClr>
                <a:schemeClr val="dk1"/>
              </a:buClr>
              <a:buSzPct val="100000"/>
              <a:buChar char="–"/>
            </a:pPr>
            <a:r>
              <a:rPr lang="es-MX"/>
              <a:t>NADA.</a:t>
            </a:r>
            <a:endParaRPr/>
          </a:p>
          <a:p>
            <a:pPr indent="-342900" lvl="0" marL="342900" rtl="0" algn="l">
              <a:lnSpc>
                <a:spcPct val="100000"/>
              </a:lnSpc>
              <a:spcBef>
                <a:spcPts val="496"/>
              </a:spcBef>
              <a:spcAft>
                <a:spcPts val="0"/>
              </a:spcAft>
              <a:buClr>
                <a:schemeClr val="dk1"/>
              </a:buClr>
              <a:buSzPct val="100000"/>
              <a:buChar char="•"/>
            </a:pPr>
            <a:r>
              <a:rPr lang="es-MX"/>
              <a:t>EFECTO:</a:t>
            </a:r>
            <a:endParaRPr/>
          </a:p>
          <a:p>
            <a:pPr indent="-285750" lvl="1" marL="742950" rtl="0" algn="l">
              <a:lnSpc>
                <a:spcPct val="100000"/>
              </a:lnSpc>
              <a:spcBef>
                <a:spcPts val="434"/>
              </a:spcBef>
              <a:spcAft>
                <a:spcPts val="0"/>
              </a:spcAft>
              <a:buClr>
                <a:schemeClr val="dk1"/>
              </a:buClr>
              <a:buSzPct val="100000"/>
              <a:buChar char="–"/>
            </a:pPr>
            <a:r>
              <a:rPr lang="es-MX"/>
              <a:t>Da un nuevo color a un pixel gráfico. Función válida sólo para modos gráficos.</a:t>
            </a:r>
            <a:endParaRPr/>
          </a:p>
        </p:txBody>
      </p:sp>
      <p:sp>
        <p:nvSpPr>
          <p:cNvPr id="3117" name="Google Shape;3117;p3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18" name="Google Shape;3118;p3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2" name="Shape 3122"/>
        <p:cNvGrpSpPr/>
        <p:nvPr/>
      </p:nvGrpSpPr>
      <p:grpSpPr>
        <a:xfrm>
          <a:off x="0" y="0"/>
          <a:ext cx="0" cy="0"/>
          <a:chOff x="0" y="0"/>
          <a:chExt cx="0" cy="0"/>
        </a:xfrm>
      </p:grpSpPr>
      <p:sp>
        <p:nvSpPr>
          <p:cNvPr id="3123" name="Google Shape;3123;p393"/>
          <p:cNvSpPr txBox="1"/>
          <p:nvPr>
            <p:ph idx="1" type="body"/>
          </p:nvPr>
        </p:nvSpPr>
        <p:spPr>
          <a:xfrm>
            <a:off x="457200" y="476672"/>
            <a:ext cx="8229600" cy="5649491"/>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44"/>
              </a:spcBef>
              <a:spcAft>
                <a:spcPts val="0"/>
              </a:spcAft>
              <a:buClr>
                <a:schemeClr val="dk1"/>
              </a:buClr>
              <a:buSzPct val="100000"/>
              <a:buNone/>
            </a:pPr>
            <a:r>
              <a:rPr lang="es-MX"/>
              <a:t>jmp start</a:t>
            </a:r>
            <a:endParaRPr/>
          </a:p>
          <a:p>
            <a:pPr indent="0" lvl="0" marL="0" rtl="0" algn="l">
              <a:lnSpc>
                <a:spcPct val="100000"/>
              </a:lnSpc>
              <a:spcBef>
                <a:spcPts val="544"/>
              </a:spcBef>
              <a:spcAft>
                <a:spcPts val="0"/>
              </a:spcAft>
              <a:buClr>
                <a:schemeClr val="dk1"/>
              </a:buClr>
              <a:buSzPct val="100000"/>
              <a:buNone/>
            </a:pPr>
            <a:r>
              <a:rPr lang="es-MX"/>
              <a:t>start:  mov ah, 0</a:t>
            </a:r>
            <a:endParaRPr/>
          </a:p>
          <a:p>
            <a:pPr indent="0" lvl="0" marL="0" rtl="0" algn="l">
              <a:lnSpc>
                <a:spcPct val="100000"/>
              </a:lnSpc>
              <a:spcBef>
                <a:spcPts val="544"/>
              </a:spcBef>
              <a:spcAft>
                <a:spcPts val="0"/>
              </a:spcAft>
              <a:buClr>
                <a:schemeClr val="dk1"/>
              </a:buClr>
              <a:buSzPct val="100000"/>
              <a:buNone/>
            </a:pPr>
            <a:r>
              <a:rPr lang="es-MX"/>
              <a:t>        mov al, 13h</a:t>
            </a:r>
            <a:endParaRPr/>
          </a:p>
          <a:p>
            <a:pPr indent="0" lvl="0" marL="0" rtl="0" algn="l">
              <a:lnSpc>
                <a:spcPct val="100000"/>
              </a:lnSpc>
              <a:spcBef>
                <a:spcPts val="544"/>
              </a:spcBef>
              <a:spcAft>
                <a:spcPts val="0"/>
              </a:spcAft>
              <a:buClr>
                <a:schemeClr val="dk1"/>
              </a:buClr>
              <a:buSzPct val="100000"/>
              <a:buNone/>
            </a:pPr>
            <a:r>
              <a:rPr lang="es-MX"/>
              <a:t>        int 10h</a:t>
            </a:r>
            <a:endParaRPr/>
          </a:p>
          <a:p>
            <a:pPr indent="0" lvl="0" marL="0" rtl="0" algn="l">
              <a:lnSpc>
                <a:spcPct val="100000"/>
              </a:lnSpc>
              <a:spcBef>
                <a:spcPts val="544"/>
              </a:spcBef>
              <a:spcAft>
                <a:spcPts val="0"/>
              </a:spcAft>
              <a:buClr>
                <a:schemeClr val="dk1"/>
              </a:buClr>
              <a:buSzPct val="100000"/>
              <a:buNone/>
            </a:pPr>
            <a:r>
              <a:rPr lang="es-MX"/>
              <a:t>        mov ah,0Ch</a:t>
            </a:r>
            <a:endParaRPr/>
          </a:p>
          <a:p>
            <a:pPr indent="0" lvl="0" marL="0" rtl="0" algn="l">
              <a:lnSpc>
                <a:spcPct val="100000"/>
              </a:lnSpc>
              <a:spcBef>
                <a:spcPts val="544"/>
              </a:spcBef>
              <a:spcAft>
                <a:spcPts val="0"/>
              </a:spcAft>
              <a:buClr>
                <a:schemeClr val="dk1"/>
              </a:buClr>
              <a:buSzPct val="100000"/>
              <a:buNone/>
            </a:pPr>
            <a:r>
              <a:rPr lang="es-MX"/>
              <a:t>        mov al,03h</a:t>
            </a:r>
            <a:endParaRPr/>
          </a:p>
          <a:p>
            <a:pPr indent="0" lvl="0" marL="0" rtl="0" algn="l">
              <a:lnSpc>
                <a:spcPct val="100000"/>
              </a:lnSpc>
              <a:spcBef>
                <a:spcPts val="544"/>
              </a:spcBef>
              <a:spcAft>
                <a:spcPts val="0"/>
              </a:spcAft>
              <a:buClr>
                <a:schemeClr val="dk1"/>
              </a:buClr>
              <a:buSzPct val="100000"/>
              <a:buNone/>
            </a:pPr>
            <a:r>
              <a:rPr lang="es-MX"/>
              <a:t>        mov bh,02h</a:t>
            </a:r>
            <a:endParaRPr/>
          </a:p>
          <a:p>
            <a:pPr indent="0" lvl="0" marL="0" rtl="0" algn="l">
              <a:lnSpc>
                <a:spcPct val="100000"/>
              </a:lnSpc>
              <a:spcBef>
                <a:spcPts val="544"/>
              </a:spcBef>
              <a:spcAft>
                <a:spcPts val="0"/>
              </a:spcAft>
              <a:buClr>
                <a:schemeClr val="dk1"/>
              </a:buClr>
              <a:buSzPct val="100000"/>
              <a:buNone/>
            </a:pPr>
            <a:r>
              <a:rPr lang="es-MX"/>
              <a:t>        mov cx,0A0Ah</a:t>
            </a:r>
            <a:endParaRPr/>
          </a:p>
          <a:p>
            <a:pPr indent="0" lvl="0" marL="0" rtl="0" algn="l">
              <a:lnSpc>
                <a:spcPct val="100000"/>
              </a:lnSpc>
              <a:spcBef>
                <a:spcPts val="544"/>
              </a:spcBef>
              <a:spcAft>
                <a:spcPts val="0"/>
              </a:spcAft>
              <a:buClr>
                <a:schemeClr val="dk1"/>
              </a:buClr>
              <a:buSzPct val="100000"/>
              <a:buNone/>
            </a:pPr>
            <a:r>
              <a:rPr lang="es-MX"/>
              <a:t>        int 10h</a:t>
            </a:r>
            <a:endParaRPr/>
          </a:p>
          <a:p>
            <a:pPr indent="0" lvl="0" marL="0" rtl="0" algn="l">
              <a:lnSpc>
                <a:spcPct val="100000"/>
              </a:lnSpc>
              <a:spcBef>
                <a:spcPts val="544"/>
              </a:spcBef>
              <a:spcAft>
                <a:spcPts val="0"/>
              </a:spcAft>
              <a:buClr>
                <a:schemeClr val="dk1"/>
              </a:buClr>
              <a:buSzPct val="100000"/>
              <a:buNone/>
            </a:pPr>
            <a:r>
              <a:rPr lang="es-MX"/>
              <a:t>        mov     ah, 0 </a:t>
            </a:r>
            <a:endParaRPr/>
          </a:p>
          <a:p>
            <a:pPr indent="0" lvl="0" marL="0" rtl="0" algn="l">
              <a:lnSpc>
                <a:spcPct val="100000"/>
              </a:lnSpc>
              <a:spcBef>
                <a:spcPts val="544"/>
              </a:spcBef>
              <a:spcAft>
                <a:spcPts val="0"/>
              </a:spcAft>
              <a:buClr>
                <a:schemeClr val="dk1"/>
              </a:buClr>
              <a:buSzPct val="100000"/>
              <a:buNone/>
            </a:pPr>
            <a:r>
              <a:rPr lang="es-MX"/>
              <a:t>        int     16h </a:t>
            </a:r>
            <a:endParaRPr/>
          </a:p>
          <a:p>
            <a:pPr indent="0" lvl="0" marL="0" rtl="0" algn="l">
              <a:lnSpc>
                <a:spcPct val="100000"/>
              </a:lnSpc>
              <a:spcBef>
                <a:spcPts val="544"/>
              </a:spcBef>
              <a:spcAft>
                <a:spcPts val="0"/>
              </a:spcAft>
              <a:buClr>
                <a:schemeClr val="dk1"/>
              </a:buClr>
              <a:buSzPct val="100000"/>
              <a:buNone/>
            </a:pPr>
            <a:r>
              <a:rPr lang="es-MX"/>
              <a:t>ret</a:t>
            </a:r>
            <a:endParaRPr/>
          </a:p>
        </p:txBody>
      </p:sp>
      <p:sp>
        <p:nvSpPr>
          <p:cNvPr id="3124" name="Google Shape;3124;p3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25" name="Google Shape;3125;p3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9" name="Shape 3129"/>
        <p:cNvGrpSpPr/>
        <p:nvPr/>
      </p:nvGrpSpPr>
      <p:grpSpPr>
        <a:xfrm>
          <a:off x="0" y="0"/>
          <a:ext cx="0" cy="0"/>
          <a:chOff x="0" y="0"/>
          <a:chExt cx="0" cy="0"/>
        </a:xfrm>
      </p:grpSpPr>
      <p:sp>
        <p:nvSpPr>
          <p:cNvPr id="3130" name="Google Shape;3130;p39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INT 10H Función 0DH</a:t>
            </a:r>
            <a:endParaRPr/>
          </a:p>
        </p:txBody>
      </p:sp>
      <p:sp>
        <p:nvSpPr>
          <p:cNvPr id="3131" name="Google Shape;3131;p39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lnSpc>
                <a:spcPct val="100000"/>
              </a:lnSpc>
              <a:spcBef>
                <a:spcPts val="0"/>
              </a:spcBef>
              <a:spcAft>
                <a:spcPts val="0"/>
              </a:spcAft>
              <a:buClr>
                <a:schemeClr val="dk1"/>
              </a:buClr>
              <a:buSzPct val="100000"/>
              <a:buChar char="•"/>
            </a:pPr>
            <a:r>
              <a:rPr b="1" lang="es-MX"/>
              <a:t>Obtener el color de un pixel gráfico</a:t>
            </a:r>
            <a:endParaRPr/>
          </a:p>
          <a:p>
            <a:pPr indent="-285750" lvl="1" marL="742950" rtl="0" algn="l">
              <a:lnSpc>
                <a:spcPct val="100000"/>
              </a:lnSpc>
              <a:spcBef>
                <a:spcPts val="476"/>
              </a:spcBef>
              <a:spcAft>
                <a:spcPts val="0"/>
              </a:spcAft>
              <a:buClr>
                <a:schemeClr val="dk1"/>
              </a:buClr>
              <a:buSzPct val="100000"/>
              <a:buChar char="–"/>
            </a:pPr>
            <a:r>
              <a:rPr lang="es-MX"/>
              <a:t>LLAMADA:</a:t>
            </a:r>
            <a:endParaRPr/>
          </a:p>
          <a:p>
            <a:pPr indent="-228600" lvl="2" marL="1143000" rtl="0" algn="l">
              <a:lnSpc>
                <a:spcPct val="100000"/>
              </a:lnSpc>
              <a:spcBef>
                <a:spcPts val="408"/>
              </a:spcBef>
              <a:spcAft>
                <a:spcPts val="0"/>
              </a:spcAft>
              <a:buClr>
                <a:schemeClr val="dk1"/>
              </a:buClr>
              <a:buSzPct val="100000"/>
              <a:buChar char="•"/>
            </a:pPr>
            <a:r>
              <a:rPr lang="es-MX"/>
              <a:t>AH = 0DH</a:t>
            </a:r>
            <a:endParaRPr/>
          </a:p>
          <a:p>
            <a:pPr indent="-228600" lvl="2" marL="1143000" rtl="0" algn="l">
              <a:lnSpc>
                <a:spcPct val="100000"/>
              </a:lnSpc>
              <a:spcBef>
                <a:spcPts val="408"/>
              </a:spcBef>
              <a:spcAft>
                <a:spcPts val="0"/>
              </a:spcAft>
              <a:buClr>
                <a:schemeClr val="dk1"/>
              </a:buClr>
              <a:buSzPct val="100000"/>
              <a:buChar char="•"/>
            </a:pPr>
            <a:r>
              <a:rPr lang="es-MX"/>
              <a:t>BH = Página de vídeo.</a:t>
            </a:r>
            <a:endParaRPr/>
          </a:p>
          <a:p>
            <a:pPr indent="-228600" lvl="2" marL="1143000" rtl="0" algn="l">
              <a:lnSpc>
                <a:spcPct val="100000"/>
              </a:lnSpc>
              <a:spcBef>
                <a:spcPts val="408"/>
              </a:spcBef>
              <a:spcAft>
                <a:spcPts val="0"/>
              </a:spcAft>
              <a:buClr>
                <a:schemeClr val="dk1"/>
              </a:buClr>
              <a:buSzPct val="100000"/>
              <a:buChar char="•"/>
            </a:pPr>
            <a:r>
              <a:rPr lang="es-MX"/>
              <a:t>CX = Columna del pixel que nos interesa (coordenada gráfica x).</a:t>
            </a:r>
            <a:endParaRPr/>
          </a:p>
          <a:p>
            <a:pPr indent="-228600" lvl="2" marL="1143000" rtl="0" algn="l">
              <a:lnSpc>
                <a:spcPct val="100000"/>
              </a:lnSpc>
              <a:spcBef>
                <a:spcPts val="408"/>
              </a:spcBef>
              <a:spcAft>
                <a:spcPts val="0"/>
              </a:spcAft>
              <a:buClr>
                <a:schemeClr val="dk1"/>
              </a:buClr>
              <a:buSzPct val="100000"/>
              <a:buChar char="•"/>
            </a:pPr>
            <a:r>
              <a:rPr lang="es-MX"/>
              <a:t>DX = Fila del pixel que nos interesa (coordenada gráfica y).</a:t>
            </a:r>
            <a:endParaRPr/>
          </a:p>
          <a:p>
            <a:pPr indent="-342900" lvl="0" marL="342900" rtl="0" algn="l">
              <a:lnSpc>
                <a:spcPct val="100000"/>
              </a:lnSpc>
              <a:spcBef>
                <a:spcPts val="544"/>
              </a:spcBef>
              <a:spcAft>
                <a:spcPts val="0"/>
              </a:spcAft>
              <a:buClr>
                <a:schemeClr val="dk1"/>
              </a:buClr>
              <a:buSzPct val="100000"/>
              <a:buChar char="•"/>
            </a:pPr>
            <a:r>
              <a:rPr lang="es-MX"/>
              <a:t>DEVUELVE:</a:t>
            </a:r>
            <a:endParaRPr/>
          </a:p>
          <a:p>
            <a:pPr indent="-285750" lvl="1" marL="742950" rtl="0" algn="l">
              <a:lnSpc>
                <a:spcPct val="100000"/>
              </a:lnSpc>
              <a:spcBef>
                <a:spcPts val="476"/>
              </a:spcBef>
              <a:spcAft>
                <a:spcPts val="0"/>
              </a:spcAft>
              <a:buClr>
                <a:schemeClr val="dk1"/>
              </a:buClr>
              <a:buSzPct val="100000"/>
              <a:buChar char="–"/>
            </a:pPr>
            <a:r>
              <a:rPr lang="es-MX"/>
              <a:t>AL = Valor del color del pixel.</a:t>
            </a:r>
            <a:endParaRPr/>
          </a:p>
          <a:p>
            <a:pPr indent="-342900" lvl="0" marL="342900" rtl="0" algn="l">
              <a:lnSpc>
                <a:spcPct val="100000"/>
              </a:lnSpc>
              <a:spcBef>
                <a:spcPts val="544"/>
              </a:spcBef>
              <a:spcAft>
                <a:spcPts val="0"/>
              </a:spcAft>
              <a:buClr>
                <a:schemeClr val="dk1"/>
              </a:buClr>
              <a:buSzPct val="100000"/>
              <a:buChar char="•"/>
            </a:pPr>
            <a:r>
              <a:rPr lang="es-MX"/>
              <a:t>EFECTO:</a:t>
            </a:r>
            <a:endParaRPr/>
          </a:p>
          <a:p>
            <a:pPr indent="-285750" lvl="1" marL="742950" rtl="0" algn="l">
              <a:lnSpc>
                <a:spcPct val="100000"/>
              </a:lnSpc>
              <a:spcBef>
                <a:spcPts val="476"/>
              </a:spcBef>
              <a:spcAft>
                <a:spcPts val="0"/>
              </a:spcAft>
              <a:buClr>
                <a:schemeClr val="dk1"/>
              </a:buClr>
              <a:buSzPct val="100000"/>
              <a:buChar char="–"/>
            </a:pPr>
            <a:r>
              <a:rPr lang="es-MX"/>
              <a:t>Obtiene el color de un punto gráfico de la pantalla. Este punto se referenciará mediante las coordenadas gráficas (x,y): (CX,DX). Función válida sólo para modos gráficos. </a:t>
            </a:r>
            <a:endParaRPr/>
          </a:p>
        </p:txBody>
      </p:sp>
      <p:sp>
        <p:nvSpPr>
          <p:cNvPr id="3132" name="Google Shape;3132;p3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33" name="Google Shape;3133;p3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7" name="Shape 3137"/>
        <p:cNvGrpSpPr/>
        <p:nvPr/>
      </p:nvGrpSpPr>
      <p:grpSpPr>
        <a:xfrm>
          <a:off x="0" y="0"/>
          <a:ext cx="0" cy="0"/>
          <a:chOff x="0" y="0"/>
          <a:chExt cx="0" cy="0"/>
        </a:xfrm>
      </p:grpSpPr>
      <p:sp>
        <p:nvSpPr>
          <p:cNvPr id="3138" name="Google Shape;3138;p395"/>
          <p:cNvSpPr txBox="1"/>
          <p:nvPr>
            <p:ph idx="1" type="body"/>
          </p:nvPr>
        </p:nvSpPr>
        <p:spPr>
          <a:xfrm>
            <a:off x="457200" y="332656"/>
            <a:ext cx="8229600" cy="5976664"/>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jmp start</a:t>
            </a:r>
            <a:endParaRPr/>
          </a:p>
          <a:p>
            <a:pPr indent="0" lvl="0" marL="0" rtl="0" algn="l">
              <a:lnSpc>
                <a:spcPct val="100000"/>
              </a:lnSpc>
              <a:spcBef>
                <a:spcPts val="352"/>
              </a:spcBef>
              <a:spcAft>
                <a:spcPts val="0"/>
              </a:spcAft>
              <a:buClr>
                <a:schemeClr val="dk1"/>
              </a:buClr>
              <a:buSzPct val="100000"/>
              <a:buNone/>
            </a:pPr>
            <a:r>
              <a:rPr lang="es-MX"/>
              <a:t>start:  mov ah, 0</a:t>
            </a:r>
            <a:endParaRPr/>
          </a:p>
          <a:p>
            <a:pPr indent="0" lvl="0" marL="0" rtl="0" algn="l">
              <a:lnSpc>
                <a:spcPct val="100000"/>
              </a:lnSpc>
              <a:spcBef>
                <a:spcPts val="352"/>
              </a:spcBef>
              <a:spcAft>
                <a:spcPts val="0"/>
              </a:spcAft>
              <a:buClr>
                <a:schemeClr val="dk1"/>
              </a:buClr>
              <a:buSzPct val="100000"/>
              <a:buNone/>
            </a:pPr>
            <a:r>
              <a:rPr lang="es-MX"/>
              <a:t>        mov al, 13h</a:t>
            </a:r>
            <a:endParaRPr/>
          </a:p>
          <a:p>
            <a:pPr indent="0" lvl="0" marL="0" rtl="0" algn="l">
              <a:lnSpc>
                <a:spcPct val="100000"/>
              </a:lnSpc>
              <a:spcBef>
                <a:spcPts val="352"/>
              </a:spcBef>
              <a:spcAft>
                <a:spcPts val="0"/>
              </a:spcAft>
              <a:buClr>
                <a:schemeClr val="dk1"/>
              </a:buClr>
              <a:buSzPct val="100000"/>
              <a:buNone/>
            </a:pPr>
            <a:r>
              <a:rPr lang="es-MX"/>
              <a:t>        int 10h</a:t>
            </a:r>
            <a:endParaRPr/>
          </a:p>
          <a:p>
            <a:pPr indent="0" lvl="0" marL="0" rtl="0" algn="l">
              <a:lnSpc>
                <a:spcPct val="100000"/>
              </a:lnSpc>
              <a:spcBef>
                <a:spcPts val="352"/>
              </a:spcBef>
              <a:spcAft>
                <a:spcPts val="0"/>
              </a:spcAft>
              <a:buClr>
                <a:schemeClr val="dk1"/>
              </a:buClr>
              <a:buSzPct val="100000"/>
              <a:buNone/>
            </a:pPr>
            <a:r>
              <a:rPr lang="es-MX"/>
              <a:t>        mov ah,0Ch</a:t>
            </a:r>
            <a:endParaRPr/>
          </a:p>
          <a:p>
            <a:pPr indent="0" lvl="0" marL="0" rtl="0" algn="l">
              <a:lnSpc>
                <a:spcPct val="100000"/>
              </a:lnSpc>
              <a:spcBef>
                <a:spcPts val="352"/>
              </a:spcBef>
              <a:spcAft>
                <a:spcPts val="0"/>
              </a:spcAft>
              <a:buClr>
                <a:schemeClr val="dk1"/>
              </a:buClr>
              <a:buSzPct val="100000"/>
              <a:buNone/>
            </a:pPr>
            <a:r>
              <a:rPr lang="es-MX"/>
              <a:t>        mov al,03h</a:t>
            </a:r>
            <a:endParaRPr/>
          </a:p>
          <a:p>
            <a:pPr indent="0" lvl="0" marL="0" rtl="0" algn="l">
              <a:lnSpc>
                <a:spcPct val="100000"/>
              </a:lnSpc>
              <a:spcBef>
                <a:spcPts val="352"/>
              </a:spcBef>
              <a:spcAft>
                <a:spcPts val="0"/>
              </a:spcAft>
              <a:buClr>
                <a:schemeClr val="dk1"/>
              </a:buClr>
              <a:buSzPct val="100000"/>
              <a:buNone/>
            </a:pPr>
            <a:r>
              <a:rPr lang="es-MX"/>
              <a:t>        mov bh,02h</a:t>
            </a:r>
            <a:endParaRPr/>
          </a:p>
          <a:p>
            <a:pPr indent="0" lvl="0" marL="0" rtl="0" algn="l">
              <a:lnSpc>
                <a:spcPct val="100000"/>
              </a:lnSpc>
              <a:spcBef>
                <a:spcPts val="352"/>
              </a:spcBef>
              <a:spcAft>
                <a:spcPts val="0"/>
              </a:spcAft>
              <a:buClr>
                <a:schemeClr val="dk1"/>
              </a:buClr>
              <a:buSzPct val="100000"/>
              <a:buNone/>
            </a:pPr>
            <a:r>
              <a:rPr lang="es-MX"/>
              <a:t>        mov cx,0A0Ah  </a:t>
            </a:r>
            <a:endParaRPr/>
          </a:p>
          <a:p>
            <a:pPr indent="0" lvl="0" marL="0" rtl="0" algn="l">
              <a:lnSpc>
                <a:spcPct val="100000"/>
              </a:lnSpc>
              <a:spcBef>
                <a:spcPts val="352"/>
              </a:spcBef>
              <a:spcAft>
                <a:spcPts val="0"/>
              </a:spcAft>
              <a:buClr>
                <a:schemeClr val="dk1"/>
              </a:buClr>
              <a:buSzPct val="100000"/>
              <a:buNone/>
            </a:pPr>
            <a:r>
              <a:rPr lang="es-MX"/>
              <a:t>        int 10h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xor ax,ax</a:t>
            </a:r>
            <a:endParaRPr/>
          </a:p>
          <a:p>
            <a:pPr indent="0" lvl="0" marL="0" rtl="0" algn="l">
              <a:lnSpc>
                <a:spcPct val="100000"/>
              </a:lnSpc>
              <a:spcBef>
                <a:spcPts val="352"/>
              </a:spcBef>
              <a:spcAft>
                <a:spcPts val="0"/>
              </a:spcAft>
              <a:buClr>
                <a:schemeClr val="dk1"/>
              </a:buClr>
              <a:buSzPct val="100000"/>
              <a:buNone/>
            </a:pPr>
            <a:r>
              <a:rPr lang="es-MX"/>
              <a:t>        xor bx,bx        </a:t>
            </a:r>
            <a:endParaRPr/>
          </a:p>
          <a:p>
            <a:pPr indent="0" lvl="0" marL="0" rtl="0" algn="l">
              <a:lnSpc>
                <a:spcPct val="100000"/>
              </a:lnSpc>
              <a:spcBef>
                <a:spcPts val="352"/>
              </a:spcBef>
              <a:spcAft>
                <a:spcPts val="0"/>
              </a:spcAft>
              <a:buClr>
                <a:schemeClr val="dk1"/>
              </a:buClr>
              <a:buSzPct val="100000"/>
              <a:buNone/>
            </a:pPr>
            <a:r>
              <a:rPr lang="es-MX"/>
              <a:t>        mov ah, 0Dh</a:t>
            </a:r>
            <a:endParaRPr/>
          </a:p>
          <a:p>
            <a:pPr indent="0" lvl="0" marL="0" rtl="0" algn="l">
              <a:lnSpc>
                <a:spcPct val="100000"/>
              </a:lnSpc>
              <a:spcBef>
                <a:spcPts val="352"/>
              </a:spcBef>
              <a:spcAft>
                <a:spcPts val="0"/>
              </a:spcAft>
              <a:buClr>
                <a:schemeClr val="dk1"/>
              </a:buClr>
              <a:buSzPct val="100000"/>
              <a:buNone/>
            </a:pPr>
            <a:r>
              <a:rPr lang="es-MX"/>
              <a:t>        mov bh,02h      </a:t>
            </a:r>
            <a:endParaRPr/>
          </a:p>
          <a:p>
            <a:pPr indent="0" lvl="0" marL="0" rtl="0" algn="l">
              <a:lnSpc>
                <a:spcPct val="100000"/>
              </a:lnSpc>
              <a:spcBef>
                <a:spcPts val="352"/>
              </a:spcBef>
              <a:spcAft>
                <a:spcPts val="0"/>
              </a:spcAft>
              <a:buClr>
                <a:schemeClr val="dk1"/>
              </a:buClr>
              <a:buSzPct val="100000"/>
              <a:buNone/>
            </a:pPr>
            <a:r>
              <a:rPr lang="es-MX"/>
              <a:t>        mov cx,0A0Ah         </a:t>
            </a:r>
            <a:endParaRPr/>
          </a:p>
          <a:p>
            <a:pPr indent="0" lvl="0" marL="0" rtl="0" algn="l">
              <a:lnSpc>
                <a:spcPct val="100000"/>
              </a:lnSpc>
              <a:spcBef>
                <a:spcPts val="352"/>
              </a:spcBef>
              <a:spcAft>
                <a:spcPts val="0"/>
              </a:spcAft>
              <a:buClr>
                <a:schemeClr val="dk1"/>
              </a:buClr>
              <a:buSzPct val="100000"/>
              <a:buNone/>
            </a:pPr>
            <a:r>
              <a:rPr lang="es-MX"/>
              <a:t>        int 10h</a:t>
            </a:r>
            <a:endParaRPr/>
          </a:p>
          <a:p>
            <a:pPr indent="0" lvl="0" marL="0" rtl="0" algn="l">
              <a:lnSpc>
                <a:spcPct val="100000"/>
              </a:lnSpc>
              <a:spcBef>
                <a:spcPts val="352"/>
              </a:spcBef>
              <a:spcAft>
                <a:spcPts val="0"/>
              </a:spcAft>
              <a:buClr>
                <a:schemeClr val="dk1"/>
              </a:buClr>
              <a:buSzPct val="100000"/>
              <a:buNone/>
            </a:pPr>
            <a:r>
              <a:rPr lang="es-MX"/>
              <a:t>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ret </a:t>
            </a:r>
            <a:endParaRPr/>
          </a:p>
        </p:txBody>
      </p:sp>
      <p:sp>
        <p:nvSpPr>
          <p:cNvPr id="3139" name="Google Shape;3139;p3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40" name="Google Shape;3140;p3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4" name="Shape 3144"/>
        <p:cNvGrpSpPr/>
        <p:nvPr/>
      </p:nvGrpSpPr>
      <p:grpSpPr>
        <a:xfrm>
          <a:off x="0" y="0"/>
          <a:ext cx="0" cy="0"/>
          <a:chOff x="0" y="0"/>
          <a:chExt cx="0" cy="0"/>
        </a:xfrm>
      </p:grpSpPr>
      <p:sp>
        <p:nvSpPr>
          <p:cNvPr id="3145" name="Google Shape;3145;p3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INT 10H Función 05H</a:t>
            </a:r>
            <a:endParaRPr/>
          </a:p>
        </p:txBody>
      </p:sp>
      <p:sp>
        <p:nvSpPr>
          <p:cNvPr id="3146" name="Google Shape;3146;p39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b="1" lang="es-MX"/>
              <a:t>Establecer nueva página de vídeo</a:t>
            </a:r>
            <a:endParaRPr/>
          </a:p>
          <a:p>
            <a:pPr indent="0" lvl="0" marL="0" rtl="0" algn="l">
              <a:lnSpc>
                <a:spcPct val="100000"/>
              </a:lnSpc>
              <a:spcBef>
                <a:spcPts val="496"/>
              </a:spcBef>
              <a:spcAft>
                <a:spcPts val="0"/>
              </a:spcAft>
              <a:buClr>
                <a:schemeClr val="dk1"/>
              </a:buClr>
              <a:buSzPct val="100000"/>
              <a:buNone/>
            </a:pPr>
            <a:r>
              <a:rPr lang="es-MX"/>
              <a:t>LLAMADA:</a:t>
            </a:r>
            <a:endParaRPr/>
          </a:p>
          <a:p>
            <a:pPr indent="0" lvl="0" marL="0" rtl="0" algn="l">
              <a:lnSpc>
                <a:spcPct val="100000"/>
              </a:lnSpc>
              <a:spcBef>
                <a:spcPts val="496"/>
              </a:spcBef>
              <a:spcAft>
                <a:spcPts val="0"/>
              </a:spcAft>
              <a:buClr>
                <a:schemeClr val="dk1"/>
              </a:buClr>
              <a:buSzPct val="100000"/>
              <a:buNone/>
            </a:pPr>
            <a:r>
              <a:rPr lang="es-MX"/>
              <a:t>	AH = 05H</a:t>
            </a:r>
            <a:endParaRPr/>
          </a:p>
          <a:p>
            <a:pPr indent="0" lvl="0" marL="0" rtl="0" algn="l">
              <a:lnSpc>
                <a:spcPct val="100000"/>
              </a:lnSpc>
              <a:spcBef>
                <a:spcPts val="496"/>
              </a:spcBef>
              <a:spcAft>
                <a:spcPts val="0"/>
              </a:spcAft>
              <a:buClr>
                <a:schemeClr val="dk1"/>
              </a:buClr>
              <a:buSzPct val="100000"/>
              <a:buNone/>
            </a:pPr>
            <a:r>
              <a:rPr lang="es-MX"/>
              <a:t>	AL = Página de vídeo.</a:t>
            </a:r>
            <a:endParaRPr/>
          </a:p>
          <a:p>
            <a:pPr indent="0" lvl="0" marL="0" rtl="0" algn="l">
              <a:lnSpc>
                <a:spcPct val="100000"/>
              </a:lnSpc>
              <a:spcBef>
                <a:spcPts val="496"/>
              </a:spcBef>
              <a:spcAft>
                <a:spcPts val="0"/>
              </a:spcAft>
              <a:buClr>
                <a:schemeClr val="dk1"/>
              </a:buClr>
              <a:buSzPct val="100000"/>
              <a:buNone/>
            </a:pPr>
            <a:r>
              <a:rPr lang="es-MX"/>
              <a:t>DEVUELVE:</a:t>
            </a:r>
            <a:endParaRPr/>
          </a:p>
          <a:p>
            <a:pPr indent="0" lvl="0" marL="0" rtl="0" algn="l">
              <a:lnSpc>
                <a:spcPct val="100000"/>
              </a:lnSpc>
              <a:spcBef>
                <a:spcPts val="496"/>
              </a:spcBef>
              <a:spcAft>
                <a:spcPts val="0"/>
              </a:spcAft>
              <a:buClr>
                <a:schemeClr val="dk1"/>
              </a:buClr>
              <a:buSzPct val="100000"/>
              <a:buNone/>
            </a:pPr>
            <a:r>
              <a:rPr lang="es-MX"/>
              <a:t>	NADA</a:t>
            </a:r>
            <a:endParaRPr/>
          </a:p>
          <a:p>
            <a:pPr indent="0" lvl="0" marL="0" rtl="0" algn="l">
              <a:lnSpc>
                <a:spcPct val="100000"/>
              </a:lnSpc>
              <a:spcBef>
                <a:spcPts val="496"/>
              </a:spcBef>
              <a:spcAft>
                <a:spcPts val="0"/>
              </a:spcAft>
              <a:buClr>
                <a:schemeClr val="dk1"/>
              </a:buClr>
              <a:buSzPct val="100000"/>
              <a:buNone/>
            </a:pPr>
            <a:r>
              <a:rPr lang="es-MX"/>
              <a:t>EFECTO:</a:t>
            </a:r>
            <a:endParaRPr/>
          </a:p>
          <a:p>
            <a:pPr indent="0" lvl="0" marL="0" rtl="0" algn="just">
              <a:lnSpc>
                <a:spcPct val="100000"/>
              </a:lnSpc>
              <a:spcBef>
                <a:spcPts val="496"/>
              </a:spcBef>
              <a:spcAft>
                <a:spcPts val="0"/>
              </a:spcAft>
              <a:buClr>
                <a:schemeClr val="dk1"/>
              </a:buClr>
              <a:buSzPct val="100000"/>
              <a:buNone/>
            </a:pPr>
            <a:r>
              <a:rPr lang="es-MX"/>
              <a:t>	Establece como activa la nueva página de vídeo indicada mediante el registro AL, mostrándose por pantalla el contenido de esa página de vídeo, y situando el cursor en la posición que le corresponda para esa página de vídeo</a:t>
            </a:r>
            <a:endParaRPr/>
          </a:p>
        </p:txBody>
      </p:sp>
      <p:sp>
        <p:nvSpPr>
          <p:cNvPr id="3147" name="Google Shape;3147;p3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48" name="Google Shape;3148;p3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2" name="Shape 3152"/>
        <p:cNvGrpSpPr/>
        <p:nvPr/>
      </p:nvGrpSpPr>
      <p:grpSpPr>
        <a:xfrm>
          <a:off x="0" y="0"/>
          <a:ext cx="0" cy="0"/>
          <a:chOff x="0" y="0"/>
          <a:chExt cx="0" cy="0"/>
        </a:xfrm>
      </p:grpSpPr>
      <p:sp>
        <p:nvSpPr>
          <p:cNvPr id="3153" name="Google Shape;3153;p3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3154" name="Google Shape;3154;p397"/>
          <p:cNvPicPr preferRelativeResize="0"/>
          <p:nvPr>
            <p:ph idx="1" type="body"/>
          </p:nvPr>
        </p:nvPicPr>
        <p:blipFill rotWithShape="1">
          <a:blip r:embed="rId3">
            <a:alphaModFix/>
          </a:blip>
          <a:srcRect b="0" l="0" r="0" t="0"/>
          <a:stretch/>
        </p:blipFill>
        <p:spPr>
          <a:xfrm>
            <a:off x="539552" y="1700808"/>
            <a:ext cx="7920879" cy="4176464"/>
          </a:xfrm>
          <a:prstGeom prst="rect">
            <a:avLst/>
          </a:prstGeom>
          <a:noFill/>
          <a:ln>
            <a:noFill/>
          </a:ln>
        </p:spPr>
      </p:pic>
      <p:sp>
        <p:nvSpPr>
          <p:cNvPr id="3155" name="Google Shape;3155;p3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56" name="Google Shape;3156;p3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0" name="Shape 3160"/>
        <p:cNvGrpSpPr/>
        <p:nvPr/>
      </p:nvGrpSpPr>
      <p:grpSpPr>
        <a:xfrm>
          <a:off x="0" y="0"/>
          <a:ext cx="0" cy="0"/>
          <a:chOff x="0" y="0"/>
          <a:chExt cx="0" cy="0"/>
        </a:xfrm>
      </p:grpSpPr>
      <p:sp>
        <p:nvSpPr>
          <p:cNvPr id="3161" name="Google Shape;3161;p39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INT 10H Función 0FH</a:t>
            </a:r>
            <a:endParaRPr/>
          </a:p>
        </p:txBody>
      </p:sp>
      <p:sp>
        <p:nvSpPr>
          <p:cNvPr id="3162" name="Google Shape;3162;p39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chemeClr val="dk1"/>
              </a:buClr>
              <a:buSzPct val="100000"/>
              <a:buChar char="•"/>
            </a:pPr>
            <a:r>
              <a:rPr b="1" lang="es-MX"/>
              <a:t>Obtener el Modo de vídeo actual</a:t>
            </a:r>
            <a:endParaRPr/>
          </a:p>
          <a:p>
            <a:pPr indent="-285750" lvl="1" marL="742950" rtl="0" algn="just">
              <a:lnSpc>
                <a:spcPct val="100000"/>
              </a:lnSpc>
              <a:spcBef>
                <a:spcPts val="476"/>
              </a:spcBef>
              <a:spcAft>
                <a:spcPts val="0"/>
              </a:spcAft>
              <a:buClr>
                <a:schemeClr val="dk1"/>
              </a:buClr>
              <a:buSzPct val="100000"/>
              <a:buChar char="–"/>
            </a:pPr>
            <a:r>
              <a:rPr lang="es-MX"/>
              <a:t>LLAMADA:</a:t>
            </a:r>
            <a:endParaRPr/>
          </a:p>
          <a:p>
            <a:pPr indent="-228600" lvl="2" marL="1143000" rtl="0" algn="just">
              <a:lnSpc>
                <a:spcPct val="100000"/>
              </a:lnSpc>
              <a:spcBef>
                <a:spcPts val="408"/>
              </a:spcBef>
              <a:spcAft>
                <a:spcPts val="0"/>
              </a:spcAft>
              <a:buClr>
                <a:schemeClr val="dk1"/>
              </a:buClr>
              <a:buSzPct val="100000"/>
              <a:buChar char="•"/>
            </a:pPr>
            <a:r>
              <a:rPr lang="es-MX"/>
              <a:t>AH = 0FH</a:t>
            </a:r>
            <a:endParaRPr/>
          </a:p>
          <a:p>
            <a:pPr indent="-285750" lvl="1" marL="742950" rtl="0" algn="just">
              <a:lnSpc>
                <a:spcPct val="100000"/>
              </a:lnSpc>
              <a:spcBef>
                <a:spcPts val="476"/>
              </a:spcBef>
              <a:spcAft>
                <a:spcPts val="0"/>
              </a:spcAft>
              <a:buClr>
                <a:schemeClr val="dk1"/>
              </a:buClr>
              <a:buSzPct val="100000"/>
              <a:buChar char="–"/>
            </a:pPr>
            <a:r>
              <a:rPr lang="es-MX"/>
              <a:t>DEVUELVE:</a:t>
            </a:r>
            <a:endParaRPr/>
          </a:p>
          <a:p>
            <a:pPr indent="-228600" lvl="2" marL="1143000" rtl="0" algn="just">
              <a:lnSpc>
                <a:spcPct val="100000"/>
              </a:lnSpc>
              <a:spcBef>
                <a:spcPts val="408"/>
              </a:spcBef>
              <a:spcAft>
                <a:spcPts val="0"/>
              </a:spcAft>
              <a:buClr>
                <a:schemeClr val="dk1"/>
              </a:buClr>
              <a:buSzPct val="100000"/>
              <a:buChar char="•"/>
            </a:pPr>
            <a:r>
              <a:rPr lang="es-MX"/>
              <a:t>AL = Modo de vídeo actual.</a:t>
            </a:r>
            <a:endParaRPr/>
          </a:p>
          <a:p>
            <a:pPr indent="-228600" lvl="2" marL="1143000" rtl="0" algn="just">
              <a:lnSpc>
                <a:spcPct val="100000"/>
              </a:lnSpc>
              <a:spcBef>
                <a:spcPts val="408"/>
              </a:spcBef>
              <a:spcAft>
                <a:spcPts val="0"/>
              </a:spcAft>
              <a:buClr>
                <a:schemeClr val="dk1"/>
              </a:buClr>
              <a:buSzPct val="100000"/>
              <a:buChar char="•"/>
            </a:pPr>
            <a:r>
              <a:rPr lang="es-MX"/>
              <a:t>AH = Cantidad de caracteres que caben en una línea en el modo de vídeo actual.</a:t>
            </a:r>
            <a:endParaRPr/>
          </a:p>
          <a:p>
            <a:pPr indent="-228600" lvl="2" marL="1143000" rtl="0" algn="just">
              <a:lnSpc>
                <a:spcPct val="100000"/>
              </a:lnSpc>
              <a:spcBef>
                <a:spcPts val="408"/>
              </a:spcBef>
              <a:spcAft>
                <a:spcPts val="0"/>
              </a:spcAft>
              <a:buClr>
                <a:schemeClr val="dk1"/>
              </a:buClr>
              <a:buSzPct val="100000"/>
              <a:buChar char="•"/>
            </a:pPr>
            <a:r>
              <a:rPr lang="es-MX"/>
              <a:t>BH = Número de la página activa.</a:t>
            </a:r>
            <a:endParaRPr/>
          </a:p>
          <a:p>
            <a:pPr indent="-342900" lvl="0" marL="342900" rtl="0" algn="just">
              <a:lnSpc>
                <a:spcPct val="100000"/>
              </a:lnSpc>
              <a:spcBef>
                <a:spcPts val="544"/>
              </a:spcBef>
              <a:spcAft>
                <a:spcPts val="0"/>
              </a:spcAft>
              <a:buClr>
                <a:schemeClr val="dk1"/>
              </a:buClr>
              <a:buSzPct val="100000"/>
              <a:buChar char="•"/>
            </a:pPr>
            <a:r>
              <a:rPr lang="es-MX"/>
              <a:t>EFECTO:</a:t>
            </a:r>
            <a:endParaRPr/>
          </a:p>
          <a:p>
            <a:pPr indent="-285750" lvl="1" marL="742950" rtl="0" algn="just">
              <a:lnSpc>
                <a:spcPct val="100000"/>
              </a:lnSpc>
              <a:spcBef>
                <a:spcPts val="476"/>
              </a:spcBef>
              <a:spcAft>
                <a:spcPts val="0"/>
              </a:spcAft>
              <a:buClr>
                <a:schemeClr val="dk1"/>
              </a:buClr>
              <a:buSzPct val="100000"/>
              <a:buChar char="–"/>
            </a:pPr>
            <a:r>
              <a:rPr lang="es-MX"/>
              <a:t>Mediante esta función podemos saber en todo momento, en qué modo de vídeo estamos trabajando. La utilidad de esta función reside sobre todo en la construcción de programas residentes.</a:t>
            </a:r>
            <a:endParaRPr/>
          </a:p>
        </p:txBody>
      </p:sp>
      <p:sp>
        <p:nvSpPr>
          <p:cNvPr id="3163" name="Google Shape;3163;p3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64" name="Google Shape;3164;p3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8" name="Shape 3168"/>
        <p:cNvGrpSpPr/>
        <p:nvPr/>
      </p:nvGrpSpPr>
      <p:grpSpPr>
        <a:xfrm>
          <a:off x="0" y="0"/>
          <a:ext cx="0" cy="0"/>
          <a:chOff x="0" y="0"/>
          <a:chExt cx="0" cy="0"/>
        </a:xfrm>
      </p:grpSpPr>
      <p:sp>
        <p:nvSpPr>
          <p:cNvPr id="3169" name="Google Shape;3169;p39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170" name="Google Shape;3170;p39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44"/>
              </a:spcBef>
              <a:spcAft>
                <a:spcPts val="0"/>
              </a:spcAft>
              <a:buClr>
                <a:schemeClr val="dk1"/>
              </a:buClr>
              <a:buSzPct val="100000"/>
              <a:buNone/>
            </a:pPr>
            <a:r>
              <a:rPr lang="es-MX"/>
              <a:t>jmp start</a:t>
            </a:r>
            <a:endParaRPr/>
          </a:p>
          <a:p>
            <a:pPr indent="0" lvl="0" marL="0" rtl="0" algn="l">
              <a:lnSpc>
                <a:spcPct val="100000"/>
              </a:lnSpc>
              <a:spcBef>
                <a:spcPts val="544"/>
              </a:spcBef>
              <a:spcAft>
                <a:spcPts val="0"/>
              </a:spcAft>
              <a:buClr>
                <a:schemeClr val="dk1"/>
              </a:buClr>
              <a:buSzPct val="100000"/>
              <a:buNone/>
            </a:pPr>
            <a:r>
              <a:rPr lang="es-MX"/>
              <a:t>start:  ;mov ah, 0</a:t>
            </a:r>
            <a:endParaRPr/>
          </a:p>
          <a:p>
            <a:pPr indent="0" lvl="0" marL="0" rtl="0" algn="l">
              <a:lnSpc>
                <a:spcPct val="100000"/>
              </a:lnSpc>
              <a:spcBef>
                <a:spcPts val="544"/>
              </a:spcBef>
              <a:spcAft>
                <a:spcPts val="0"/>
              </a:spcAft>
              <a:buClr>
                <a:schemeClr val="dk1"/>
              </a:buClr>
              <a:buSzPct val="100000"/>
              <a:buNone/>
            </a:pPr>
            <a:r>
              <a:rPr lang="es-MX"/>
              <a:t>        ;mov al, 13h</a:t>
            </a:r>
            <a:endParaRPr/>
          </a:p>
          <a:p>
            <a:pPr indent="0" lvl="0" marL="0" rtl="0" algn="l">
              <a:lnSpc>
                <a:spcPct val="100000"/>
              </a:lnSpc>
              <a:spcBef>
                <a:spcPts val="544"/>
              </a:spcBef>
              <a:spcAft>
                <a:spcPts val="0"/>
              </a:spcAft>
              <a:buClr>
                <a:schemeClr val="dk1"/>
              </a:buClr>
              <a:buSzPct val="100000"/>
              <a:buNone/>
            </a:pPr>
            <a:r>
              <a:rPr lang="es-MX"/>
              <a:t>        ;int 10h</a:t>
            </a:r>
            <a:endParaRPr/>
          </a:p>
          <a:p>
            <a:pPr indent="0" lvl="0" marL="0" rtl="0" algn="l">
              <a:lnSpc>
                <a:spcPct val="100000"/>
              </a:lnSpc>
              <a:spcBef>
                <a:spcPts val="544"/>
              </a:spcBef>
              <a:spcAft>
                <a:spcPts val="0"/>
              </a:spcAft>
              <a:buClr>
                <a:schemeClr val="dk1"/>
              </a:buClr>
              <a:buSzPct val="100000"/>
              <a:buNone/>
            </a:pPr>
            <a:r>
              <a:rPr lang="es-MX"/>
              <a:t>        mov ah,0Fh</a:t>
            </a:r>
            <a:endParaRPr/>
          </a:p>
          <a:p>
            <a:pPr indent="0" lvl="0" marL="0" rtl="0" algn="l">
              <a:lnSpc>
                <a:spcPct val="100000"/>
              </a:lnSpc>
              <a:spcBef>
                <a:spcPts val="544"/>
              </a:spcBef>
              <a:spcAft>
                <a:spcPts val="0"/>
              </a:spcAft>
              <a:buClr>
                <a:schemeClr val="dk1"/>
              </a:buClr>
              <a:buSzPct val="100000"/>
              <a:buNone/>
            </a:pPr>
            <a:r>
              <a:rPr lang="es-MX"/>
              <a:t>        int 10h</a:t>
            </a:r>
            <a:endParaRPr/>
          </a:p>
          <a:p>
            <a:pPr indent="0" lvl="0" marL="0" rtl="0" algn="l">
              <a:lnSpc>
                <a:spcPct val="100000"/>
              </a:lnSpc>
              <a:spcBef>
                <a:spcPts val="544"/>
              </a:spcBef>
              <a:spcAft>
                <a:spcPts val="0"/>
              </a:spcAft>
              <a:buClr>
                <a:schemeClr val="dk1"/>
              </a:buClr>
              <a:buSzPct val="100000"/>
              <a:buNone/>
            </a:pPr>
            <a:r>
              <a:rPr lang="es-MX"/>
              <a:t>        mov     ah, 0 </a:t>
            </a:r>
            <a:endParaRPr/>
          </a:p>
          <a:p>
            <a:pPr indent="0" lvl="0" marL="0" rtl="0" algn="l">
              <a:lnSpc>
                <a:spcPct val="100000"/>
              </a:lnSpc>
              <a:spcBef>
                <a:spcPts val="544"/>
              </a:spcBef>
              <a:spcAft>
                <a:spcPts val="0"/>
              </a:spcAft>
              <a:buClr>
                <a:schemeClr val="dk1"/>
              </a:buClr>
              <a:buSzPct val="100000"/>
              <a:buNone/>
            </a:pPr>
            <a:r>
              <a:rPr lang="es-MX"/>
              <a:t>        int     16h </a:t>
            </a:r>
            <a:endParaRPr/>
          </a:p>
          <a:p>
            <a:pPr indent="0" lvl="0" marL="0" rtl="0" algn="l">
              <a:lnSpc>
                <a:spcPct val="100000"/>
              </a:lnSpc>
              <a:spcBef>
                <a:spcPts val="544"/>
              </a:spcBef>
              <a:spcAft>
                <a:spcPts val="0"/>
              </a:spcAft>
              <a:buClr>
                <a:schemeClr val="dk1"/>
              </a:buClr>
              <a:buSzPct val="100000"/>
              <a:buNone/>
            </a:pPr>
            <a:r>
              <a:rPr lang="es-MX"/>
              <a:t>ret </a:t>
            </a:r>
            <a:endParaRPr/>
          </a:p>
        </p:txBody>
      </p:sp>
      <p:sp>
        <p:nvSpPr>
          <p:cNvPr id="3171" name="Google Shape;3171;p3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72" name="Google Shape;3172;p3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6" name="Shape 3176"/>
        <p:cNvGrpSpPr/>
        <p:nvPr/>
      </p:nvGrpSpPr>
      <p:grpSpPr>
        <a:xfrm>
          <a:off x="0" y="0"/>
          <a:ext cx="0" cy="0"/>
          <a:chOff x="0" y="0"/>
          <a:chExt cx="0" cy="0"/>
        </a:xfrm>
      </p:grpSpPr>
      <p:sp>
        <p:nvSpPr>
          <p:cNvPr id="3177" name="Google Shape;3177;p40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178" name="Google Shape;3178;p40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44"/>
              </a:spcBef>
              <a:spcAft>
                <a:spcPts val="0"/>
              </a:spcAft>
              <a:buClr>
                <a:schemeClr val="dk1"/>
              </a:buClr>
              <a:buSzPct val="100000"/>
              <a:buNone/>
            </a:pPr>
            <a:r>
              <a:rPr lang="es-MX"/>
              <a:t>jmp start</a:t>
            </a:r>
            <a:endParaRPr/>
          </a:p>
          <a:p>
            <a:pPr indent="0" lvl="0" marL="0" rtl="0" algn="l">
              <a:lnSpc>
                <a:spcPct val="100000"/>
              </a:lnSpc>
              <a:spcBef>
                <a:spcPts val="544"/>
              </a:spcBef>
              <a:spcAft>
                <a:spcPts val="0"/>
              </a:spcAft>
              <a:buClr>
                <a:schemeClr val="dk1"/>
              </a:buClr>
              <a:buSzPct val="100000"/>
              <a:buNone/>
            </a:pPr>
            <a:r>
              <a:rPr lang="es-MX"/>
              <a:t>start:  mov ah, 0</a:t>
            </a:r>
            <a:endParaRPr/>
          </a:p>
          <a:p>
            <a:pPr indent="0" lvl="0" marL="0" rtl="0" algn="l">
              <a:lnSpc>
                <a:spcPct val="100000"/>
              </a:lnSpc>
              <a:spcBef>
                <a:spcPts val="544"/>
              </a:spcBef>
              <a:spcAft>
                <a:spcPts val="0"/>
              </a:spcAft>
              <a:buClr>
                <a:schemeClr val="dk1"/>
              </a:buClr>
              <a:buSzPct val="100000"/>
              <a:buNone/>
            </a:pPr>
            <a:r>
              <a:rPr lang="es-MX"/>
              <a:t>           mov al, 13h</a:t>
            </a:r>
            <a:endParaRPr/>
          </a:p>
          <a:p>
            <a:pPr indent="0" lvl="0" marL="0" rtl="0" algn="l">
              <a:lnSpc>
                <a:spcPct val="100000"/>
              </a:lnSpc>
              <a:spcBef>
                <a:spcPts val="544"/>
              </a:spcBef>
              <a:spcAft>
                <a:spcPts val="0"/>
              </a:spcAft>
              <a:buClr>
                <a:schemeClr val="dk1"/>
              </a:buClr>
              <a:buSzPct val="100000"/>
              <a:buNone/>
            </a:pPr>
            <a:r>
              <a:rPr lang="es-MX"/>
              <a:t>           int 10h</a:t>
            </a:r>
            <a:endParaRPr/>
          </a:p>
          <a:p>
            <a:pPr indent="0" lvl="0" marL="0" rtl="0" algn="l">
              <a:lnSpc>
                <a:spcPct val="100000"/>
              </a:lnSpc>
              <a:spcBef>
                <a:spcPts val="544"/>
              </a:spcBef>
              <a:spcAft>
                <a:spcPts val="0"/>
              </a:spcAft>
              <a:buClr>
                <a:schemeClr val="dk1"/>
              </a:buClr>
              <a:buSzPct val="100000"/>
              <a:buNone/>
            </a:pPr>
            <a:r>
              <a:rPr lang="es-MX"/>
              <a:t>           mov ah,0Fh</a:t>
            </a:r>
            <a:endParaRPr/>
          </a:p>
          <a:p>
            <a:pPr indent="0" lvl="0" marL="0" rtl="0" algn="l">
              <a:lnSpc>
                <a:spcPct val="100000"/>
              </a:lnSpc>
              <a:spcBef>
                <a:spcPts val="544"/>
              </a:spcBef>
              <a:spcAft>
                <a:spcPts val="0"/>
              </a:spcAft>
              <a:buClr>
                <a:schemeClr val="dk1"/>
              </a:buClr>
              <a:buSzPct val="100000"/>
              <a:buNone/>
            </a:pPr>
            <a:r>
              <a:rPr lang="es-MX"/>
              <a:t>           int 10h</a:t>
            </a:r>
            <a:endParaRPr/>
          </a:p>
          <a:p>
            <a:pPr indent="0" lvl="0" marL="0" rtl="0" algn="l">
              <a:lnSpc>
                <a:spcPct val="100000"/>
              </a:lnSpc>
              <a:spcBef>
                <a:spcPts val="544"/>
              </a:spcBef>
              <a:spcAft>
                <a:spcPts val="0"/>
              </a:spcAft>
              <a:buClr>
                <a:schemeClr val="dk1"/>
              </a:buClr>
              <a:buSzPct val="100000"/>
              <a:buNone/>
            </a:pPr>
            <a:r>
              <a:rPr lang="es-MX"/>
              <a:t>          mov     ah, 0 </a:t>
            </a:r>
            <a:endParaRPr/>
          </a:p>
          <a:p>
            <a:pPr indent="0" lvl="0" marL="0" rtl="0" algn="l">
              <a:lnSpc>
                <a:spcPct val="100000"/>
              </a:lnSpc>
              <a:spcBef>
                <a:spcPts val="544"/>
              </a:spcBef>
              <a:spcAft>
                <a:spcPts val="0"/>
              </a:spcAft>
              <a:buClr>
                <a:schemeClr val="dk1"/>
              </a:buClr>
              <a:buSzPct val="100000"/>
              <a:buNone/>
            </a:pPr>
            <a:r>
              <a:rPr lang="es-MX"/>
              <a:t>          int     16h </a:t>
            </a:r>
            <a:endParaRPr/>
          </a:p>
          <a:p>
            <a:pPr indent="0" lvl="0" marL="0" rtl="0" algn="l">
              <a:lnSpc>
                <a:spcPct val="100000"/>
              </a:lnSpc>
              <a:spcBef>
                <a:spcPts val="544"/>
              </a:spcBef>
              <a:spcAft>
                <a:spcPts val="0"/>
              </a:spcAft>
              <a:buClr>
                <a:schemeClr val="dk1"/>
              </a:buClr>
              <a:buSzPct val="100000"/>
              <a:buNone/>
            </a:pPr>
            <a:r>
              <a:rPr lang="es-MX"/>
              <a:t>ret </a:t>
            </a:r>
            <a:endParaRPr/>
          </a:p>
        </p:txBody>
      </p:sp>
      <p:sp>
        <p:nvSpPr>
          <p:cNvPr id="3179" name="Google Shape;3179;p4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80" name="Google Shape;3180;p4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4" name="Shape 3184"/>
        <p:cNvGrpSpPr/>
        <p:nvPr/>
      </p:nvGrpSpPr>
      <p:grpSpPr>
        <a:xfrm>
          <a:off x="0" y="0"/>
          <a:ext cx="0" cy="0"/>
          <a:chOff x="0" y="0"/>
          <a:chExt cx="0" cy="0"/>
        </a:xfrm>
      </p:grpSpPr>
      <p:sp>
        <p:nvSpPr>
          <p:cNvPr id="3185" name="Google Shape;3185;p40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INT 10H Función 0AH</a:t>
            </a:r>
            <a:endParaRPr/>
          </a:p>
        </p:txBody>
      </p:sp>
      <p:sp>
        <p:nvSpPr>
          <p:cNvPr id="3186" name="Google Shape;3186;p40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lnSpc>
                <a:spcPct val="100000"/>
              </a:lnSpc>
              <a:spcBef>
                <a:spcPts val="0"/>
              </a:spcBef>
              <a:spcAft>
                <a:spcPts val="0"/>
              </a:spcAft>
              <a:buClr>
                <a:schemeClr val="dk1"/>
              </a:buClr>
              <a:buSzPct val="100000"/>
              <a:buChar char="•"/>
            </a:pPr>
            <a:r>
              <a:rPr b="1" lang="es-MX"/>
              <a:t>Escribir carácter</a:t>
            </a:r>
            <a:endParaRPr/>
          </a:p>
          <a:p>
            <a:pPr indent="-285750" lvl="1" marL="742950" rtl="0" algn="l">
              <a:lnSpc>
                <a:spcPct val="100000"/>
              </a:lnSpc>
              <a:spcBef>
                <a:spcPts val="392"/>
              </a:spcBef>
              <a:spcAft>
                <a:spcPts val="0"/>
              </a:spcAft>
              <a:buClr>
                <a:schemeClr val="dk1"/>
              </a:buClr>
              <a:buSzPct val="100000"/>
              <a:buChar char="–"/>
            </a:pPr>
            <a:r>
              <a:rPr lang="es-MX"/>
              <a:t>LLAMADA:</a:t>
            </a:r>
            <a:endParaRPr/>
          </a:p>
          <a:p>
            <a:pPr indent="-228600" lvl="2" marL="1143000" rtl="0" algn="l">
              <a:lnSpc>
                <a:spcPct val="100000"/>
              </a:lnSpc>
              <a:spcBef>
                <a:spcPts val="336"/>
              </a:spcBef>
              <a:spcAft>
                <a:spcPts val="0"/>
              </a:spcAft>
              <a:buClr>
                <a:schemeClr val="dk1"/>
              </a:buClr>
              <a:buSzPct val="100000"/>
              <a:buChar char="•"/>
            </a:pPr>
            <a:r>
              <a:rPr lang="es-MX"/>
              <a:t>AH = 0AH</a:t>
            </a:r>
            <a:endParaRPr/>
          </a:p>
          <a:p>
            <a:pPr indent="-228600" lvl="2" marL="1143000" rtl="0" algn="l">
              <a:lnSpc>
                <a:spcPct val="100000"/>
              </a:lnSpc>
              <a:spcBef>
                <a:spcPts val="336"/>
              </a:spcBef>
              <a:spcAft>
                <a:spcPts val="0"/>
              </a:spcAft>
              <a:buClr>
                <a:schemeClr val="dk1"/>
              </a:buClr>
              <a:buSzPct val="100000"/>
              <a:buChar char="•"/>
            </a:pPr>
            <a:r>
              <a:rPr lang="es-MX"/>
              <a:t>AL = Código del carácter a escribir.</a:t>
            </a:r>
            <a:endParaRPr/>
          </a:p>
          <a:p>
            <a:pPr indent="-228600" lvl="2" marL="1143000" rtl="0" algn="l">
              <a:lnSpc>
                <a:spcPct val="100000"/>
              </a:lnSpc>
              <a:spcBef>
                <a:spcPts val="336"/>
              </a:spcBef>
              <a:spcAft>
                <a:spcPts val="0"/>
              </a:spcAft>
              <a:buClr>
                <a:schemeClr val="dk1"/>
              </a:buClr>
              <a:buSzPct val="100000"/>
              <a:buChar char="•"/>
            </a:pPr>
            <a:r>
              <a:rPr lang="es-MX"/>
              <a:t>BH = Página de vídeo donde escribir el carácter.</a:t>
            </a:r>
            <a:endParaRPr/>
          </a:p>
          <a:p>
            <a:pPr indent="-228600" lvl="2" marL="1143000" rtl="0" algn="l">
              <a:lnSpc>
                <a:spcPct val="100000"/>
              </a:lnSpc>
              <a:spcBef>
                <a:spcPts val="336"/>
              </a:spcBef>
              <a:spcAft>
                <a:spcPts val="0"/>
              </a:spcAft>
              <a:buClr>
                <a:schemeClr val="dk1"/>
              </a:buClr>
              <a:buSzPct val="100000"/>
              <a:buChar char="•"/>
            </a:pPr>
            <a:r>
              <a:rPr lang="es-MX"/>
              <a:t>CX = Cantidad de veces que se debe escribir el carácter, uno a continuación de otro.</a:t>
            </a:r>
            <a:endParaRPr/>
          </a:p>
          <a:p>
            <a:pPr indent="-342900" lvl="0" marL="342900" rtl="0" algn="l">
              <a:lnSpc>
                <a:spcPct val="100000"/>
              </a:lnSpc>
              <a:spcBef>
                <a:spcPts val="448"/>
              </a:spcBef>
              <a:spcAft>
                <a:spcPts val="0"/>
              </a:spcAft>
              <a:buClr>
                <a:schemeClr val="dk1"/>
              </a:buClr>
              <a:buSzPct val="100000"/>
              <a:buChar char="•"/>
            </a:pPr>
            <a:r>
              <a:rPr lang="es-MX"/>
              <a:t>DEVUELVE:</a:t>
            </a:r>
            <a:endParaRPr/>
          </a:p>
          <a:p>
            <a:pPr indent="-285750" lvl="1" marL="742950" rtl="0" algn="l">
              <a:lnSpc>
                <a:spcPct val="100000"/>
              </a:lnSpc>
              <a:spcBef>
                <a:spcPts val="392"/>
              </a:spcBef>
              <a:spcAft>
                <a:spcPts val="0"/>
              </a:spcAft>
              <a:buClr>
                <a:schemeClr val="dk1"/>
              </a:buClr>
              <a:buSzPct val="100000"/>
              <a:buChar char="–"/>
            </a:pPr>
            <a:r>
              <a:rPr lang="es-MX"/>
              <a:t>NADA.</a:t>
            </a:r>
            <a:endParaRPr/>
          </a:p>
          <a:p>
            <a:pPr indent="-342900" lvl="0" marL="342900" rtl="0" algn="l">
              <a:lnSpc>
                <a:spcPct val="100000"/>
              </a:lnSpc>
              <a:spcBef>
                <a:spcPts val="448"/>
              </a:spcBef>
              <a:spcAft>
                <a:spcPts val="0"/>
              </a:spcAft>
              <a:buClr>
                <a:schemeClr val="dk1"/>
              </a:buClr>
              <a:buSzPct val="100000"/>
              <a:buChar char="•"/>
            </a:pPr>
            <a:r>
              <a:rPr lang="es-MX"/>
              <a:t>EFECTO:</a:t>
            </a:r>
            <a:endParaRPr/>
          </a:p>
          <a:p>
            <a:pPr indent="-285750" lvl="1" marL="742950" rtl="0" algn="l">
              <a:lnSpc>
                <a:spcPct val="100000"/>
              </a:lnSpc>
              <a:spcBef>
                <a:spcPts val="392"/>
              </a:spcBef>
              <a:spcAft>
                <a:spcPts val="0"/>
              </a:spcAft>
              <a:buClr>
                <a:schemeClr val="dk1"/>
              </a:buClr>
              <a:buSzPct val="100000"/>
              <a:buChar char="–"/>
            </a:pPr>
            <a:r>
              <a:rPr lang="es-MX"/>
              <a:t>Se escribe un carácter en la posición actual del cursor, en la página de vídeo deseada. El carácter tendrá el mismo color que tuviera el carácter antiguo en esa posición. Es decir, se modifica el carácter, pero no el color. En caso de querer modificar el color del carácter, usar la función 09h.</a:t>
            </a:r>
            <a:endParaRPr/>
          </a:p>
        </p:txBody>
      </p:sp>
      <p:sp>
        <p:nvSpPr>
          <p:cNvPr id="3187" name="Google Shape;3187;p4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88" name="Google Shape;3188;p4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2" name="Shape 3192"/>
        <p:cNvGrpSpPr/>
        <p:nvPr/>
      </p:nvGrpSpPr>
      <p:grpSpPr>
        <a:xfrm>
          <a:off x="0" y="0"/>
          <a:ext cx="0" cy="0"/>
          <a:chOff x="0" y="0"/>
          <a:chExt cx="0" cy="0"/>
        </a:xfrm>
      </p:grpSpPr>
      <p:sp>
        <p:nvSpPr>
          <p:cNvPr id="3193" name="Google Shape;3193;p4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194" name="Google Shape;3194;p40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rPr lang="es-MX"/>
              <a:t>start:  mov ah, 0</a:t>
            </a:r>
            <a:endParaRPr/>
          </a:p>
          <a:p>
            <a:pPr indent="0" lvl="0" marL="0" rtl="0" algn="l">
              <a:lnSpc>
                <a:spcPct val="100000"/>
              </a:lnSpc>
              <a:spcBef>
                <a:spcPts val="448"/>
              </a:spcBef>
              <a:spcAft>
                <a:spcPts val="0"/>
              </a:spcAft>
              <a:buClr>
                <a:schemeClr val="dk1"/>
              </a:buClr>
              <a:buSzPct val="100000"/>
              <a:buNone/>
            </a:pPr>
            <a:r>
              <a:rPr lang="es-MX"/>
              <a:t>        mov al, 13h</a:t>
            </a:r>
            <a:endParaRPr/>
          </a:p>
          <a:p>
            <a:pPr indent="0" lvl="0" marL="0" rtl="0" algn="l">
              <a:lnSpc>
                <a:spcPct val="100000"/>
              </a:lnSpc>
              <a:spcBef>
                <a:spcPts val="448"/>
              </a:spcBef>
              <a:spcAft>
                <a:spcPts val="0"/>
              </a:spcAft>
              <a:buClr>
                <a:schemeClr val="dk1"/>
              </a:buClr>
              <a:buSzPct val="100000"/>
              <a:buNone/>
            </a:pPr>
            <a:r>
              <a:rPr lang="es-MX"/>
              <a:t>        int 10h</a:t>
            </a:r>
            <a:endParaRPr/>
          </a:p>
          <a:p>
            <a:pPr indent="0" lvl="0" marL="0" rtl="0" algn="l">
              <a:lnSpc>
                <a:spcPct val="100000"/>
              </a:lnSpc>
              <a:spcBef>
                <a:spcPts val="448"/>
              </a:spcBef>
              <a:spcAft>
                <a:spcPts val="0"/>
              </a:spcAft>
              <a:buClr>
                <a:schemeClr val="dk1"/>
              </a:buClr>
              <a:buSzPct val="100000"/>
              <a:buNone/>
            </a:pPr>
            <a:r>
              <a:rPr lang="es-MX"/>
              <a:t>        mov ah,0Ah</a:t>
            </a:r>
            <a:endParaRPr/>
          </a:p>
          <a:p>
            <a:pPr indent="0" lvl="0" marL="0" rtl="0" algn="l">
              <a:lnSpc>
                <a:spcPct val="100000"/>
              </a:lnSpc>
              <a:spcBef>
                <a:spcPts val="448"/>
              </a:spcBef>
              <a:spcAft>
                <a:spcPts val="0"/>
              </a:spcAft>
              <a:buClr>
                <a:schemeClr val="dk1"/>
              </a:buClr>
              <a:buSzPct val="100000"/>
              <a:buNone/>
            </a:pPr>
            <a:r>
              <a:rPr lang="es-MX"/>
              <a:t>        mov al,'C'</a:t>
            </a:r>
            <a:endParaRPr/>
          </a:p>
          <a:p>
            <a:pPr indent="0" lvl="0" marL="0" rtl="0" algn="l">
              <a:lnSpc>
                <a:spcPct val="100000"/>
              </a:lnSpc>
              <a:spcBef>
                <a:spcPts val="448"/>
              </a:spcBef>
              <a:spcAft>
                <a:spcPts val="0"/>
              </a:spcAft>
              <a:buClr>
                <a:schemeClr val="dk1"/>
              </a:buClr>
              <a:buSzPct val="100000"/>
              <a:buNone/>
            </a:pPr>
            <a:r>
              <a:rPr lang="es-MX"/>
              <a:t>        mov bh,02h</a:t>
            </a:r>
            <a:endParaRPr/>
          </a:p>
          <a:p>
            <a:pPr indent="0" lvl="0" marL="0" rtl="0" algn="l">
              <a:lnSpc>
                <a:spcPct val="100000"/>
              </a:lnSpc>
              <a:spcBef>
                <a:spcPts val="448"/>
              </a:spcBef>
              <a:spcAft>
                <a:spcPts val="0"/>
              </a:spcAft>
              <a:buClr>
                <a:schemeClr val="dk1"/>
              </a:buClr>
              <a:buSzPct val="100000"/>
              <a:buNone/>
            </a:pPr>
            <a:r>
              <a:rPr lang="es-MX"/>
              <a:t>        mov cx,5h</a:t>
            </a:r>
            <a:endParaRPr/>
          </a:p>
          <a:p>
            <a:pPr indent="0" lvl="0" marL="0" rtl="0" algn="l">
              <a:lnSpc>
                <a:spcPct val="100000"/>
              </a:lnSpc>
              <a:spcBef>
                <a:spcPts val="448"/>
              </a:spcBef>
              <a:spcAft>
                <a:spcPts val="0"/>
              </a:spcAft>
              <a:buClr>
                <a:schemeClr val="dk1"/>
              </a:buClr>
              <a:buSzPct val="100000"/>
              <a:buNone/>
            </a:pPr>
            <a:r>
              <a:rPr lang="es-MX"/>
              <a:t>        int 10h</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ret </a:t>
            </a:r>
            <a:endParaRPr/>
          </a:p>
        </p:txBody>
      </p:sp>
      <p:sp>
        <p:nvSpPr>
          <p:cNvPr id="3195" name="Google Shape;3195;p4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196" name="Google Shape;3196;p4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0" name="Shape 3200"/>
        <p:cNvGrpSpPr/>
        <p:nvPr/>
      </p:nvGrpSpPr>
      <p:grpSpPr>
        <a:xfrm>
          <a:off x="0" y="0"/>
          <a:ext cx="0" cy="0"/>
          <a:chOff x="0" y="0"/>
          <a:chExt cx="0" cy="0"/>
        </a:xfrm>
      </p:grpSpPr>
      <p:sp>
        <p:nvSpPr>
          <p:cNvPr id="3201" name="Google Shape;3201;p40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Códigos para Paleta de 16 colores</a:t>
            </a:r>
            <a:endParaRPr/>
          </a:p>
        </p:txBody>
      </p:sp>
      <p:pic>
        <p:nvPicPr>
          <p:cNvPr id="3202" name="Google Shape;3202;p403"/>
          <p:cNvPicPr preferRelativeResize="0"/>
          <p:nvPr>
            <p:ph idx="1" type="body"/>
          </p:nvPr>
        </p:nvPicPr>
        <p:blipFill rotWithShape="1">
          <a:blip r:embed="rId3">
            <a:alphaModFix/>
          </a:blip>
          <a:srcRect b="0" l="0" r="0" t="0"/>
          <a:stretch/>
        </p:blipFill>
        <p:spPr>
          <a:xfrm>
            <a:off x="755576" y="1639094"/>
            <a:ext cx="7560840" cy="4448175"/>
          </a:xfrm>
          <a:prstGeom prst="rect">
            <a:avLst/>
          </a:prstGeom>
          <a:noFill/>
          <a:ln>
            <a:noFill/>
          </a:ln>
        </p:spPr>
      </p:pic>
      <p:sp>
        <p:nvSpPr>
          <p:cNvPr id="3203" name="Google Shape;3203;p4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204" name="Google Shape;3204;p4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8" name="Shape 3208"/>
        <p:cNvGrpSpPr/>
        <p:nvPr/>
      </p:nvGrpSpPr>
      <p:grpSpPr>
        <a:xfrm>
          <a:off x="0" y="0"/>
          <a:ext cx="0" cy="0"/>
          <a:chOff x="0" y="0"/>
          <a:chExt cx="0" cy="0"/>
        </a:xfrm>
      </p:grpSpPr>
      <p:sp>
        <p:nvSpPr>
          <p:cNvPr id="3209" name="Google Shape;3209;p4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210" name="Google Shape;3210;p40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92"/>
              </a:spcBef>
              <a:spcAft>
                <a:spcPts val="0"/>
              </a:spcAft>
              <a:buClr>
                <a:schemeClr val="dk1"/>
              </a:buClr>
              <a:buSzPct val="100000"/>
              <a:buNone/>
            </a:pPr>
            <a:r>
              <a:rPr lang="es-MX"/>
              <a:t>jmp start</a:t>
            </a:r>
            <a:endParaRPr/>
          </a:p>
          <a:p>
            <a:pPr indent="0" lvl="0" marL="0" rtl="0" algn="l">
              <a:lnSpc>
                <a:spcPct val="100000"/>
              </a:lnSpc>
              <a:spcBef>
                <a:spcPts val="592"/>
              </a:spcBef>
              <a:spcAft>
                <a:spcPts val="0"/>
              </a:spcAft>
              <a:buClr>
                <a:schemeClr val="dk1"/>
              </a:buClr>
              <a:buSzPct val="100000"/>
              <a:buNone/>
            </a:pPr>
            <a:r>
              <a:rPr lang="es-MX"/>
              <a:t>start:  mov     al,04h</a:t>
            </a:r>
            <a:endParaRPr/>
          </a:p>
          <a:p>
            <a:pPr indent="0" lvl="0" marL="0" rtl="0" algn="l">
              <a:lnSpc>
                <a:spcPct val="100000"/>
              </a:lnSpc>
              <a:spcBef>
                <a:spcPts val="592"/>
              </a:spcBef>
              <a:spcAft>
                <a:spcPts val="0"/>
              </a:spcAft>
              <a:buClr>
                <a:schemeClr val="dk1"/>
              </a:buClr>
              <a:buSzPct val="100000"/>
              <a:buNone/>
            </a:pPr>
            <a:r>
              <a:rPr lang="es-MX"/>
              <a:t>        mov     bl,04h </a:t>
            </a:r>
            <a:endParaRPr/>
          </a:p>
          <a:p>
            <a:pPr indent="0" lvl="0" marL="0" rtl="0" algn="l">
              <a:lnSpc>
                <a:spcPct val="100000"/>
              </a:lnSpc>
              <a:spcBef>
                <a:spcPts val="592"/>
              </a:spcBef>
              <a:spcAft>
                <a:spcPts val="0"/>
              </a:spcAft>
              <a:buClr>
                <a:schemeClr val="dk1"/>
              </a:buClr>
              <a:buSzPct val="100000"/>
              <a:buNone/>
            </a:pPr>
            <a:r>
              <a:rPr lang="es-MX"/>
              <a:t>        mul     bl</a:t>
            </a:r>
            <a:endParaRPr/>
          </a:p>
          <a:p>
            <a:pPr indent="0" lvl="0" marL="0" rtl="0" algn="l">
              <a:lnSpc>
                <a:spcPct val="100000"/>
              </a:lnSpc>
              <a:spcBef>
                <a:spcPts val="592"/>
              </a:spcBef>
              <a:spcAft>
                <a:spcPts val="0"/>
              </a:spcAft>
              <a:buClr>
                <a:schemeClr val="dk1"/>
              </a:buClr>
              <a:buSzPct val="100000"/>
              <a:buNone/>
            </a:pPr>
            <a:r>
              <a:rPr lang="es-MX"/>
              <a:t>        aam       </a:t>
            </a:r>
            <a:endParaRPr/>
          </a:p>
          <a:p>
            <a:pPr indent="0" lvl="0" marL="0" rtl="0" algn="l">
              <a:lnSpc>
                <a:spcPct val="100000"/>
              </a:lnSpc>
              <a:spcBef>
                <a:spcPts val="592"/>
              </a:spcBef>
              <a:spcAft>
                <a:spcPts val="0"/>
              </a:spcAft>
              <a:buClr>
                <a:schemeClr val="dk1"/>
              </a:buClr>
              <a:buSzPct val="100000"/>
              <a:buNone/>
            </a:pPr>
            <a:r>
              <a:rPr lang="es-MX"/>
              <a:t>        mov     ah, 0 </a:t>
            </a:r>
            <a:endParaRPr/>
          </a:p>
          <a:p>
            <a:pPr indent="0" lvl="0" marL="0" rtl="0" algn="l">
              <a:lnSpc>
                <a:spcPct val="100000"/>
              </a:lnSpc>
              <a:spcBef>
                <a:spcPts val="592"/>
              </a:spcBef>
              <a:spcAft>
                <a:spcPts val="0"/>
              </a:spcAft>
              <a:buClr>
                <a:schemeClr val="dk1"/>
              </a:buClr>
              <a:buSzPct val="100000"/>
              <a:buNone/>
            </a:pPr>
            <a:r>
              <a:rPr lang="es-MX"/>
              <a:t>        int     16h </a:t>
            </a:r>
            <a:endParaRPr/>
          </a:p>
          <a:p>
            <a:pPr indent="0" lvl="0" marL="0" rtl="0" algn="l">
              <a:lnSpc>
                <a:spcPct val="100000"/>
              </a:lnSpc>
              <a:spcBef>
                <a:spcPts val="592"/>
              </a:spcBef>
              <a:spcAft>
                <a:spcPts val="0"/>
              </a:spcAft>
              <a:buClr>
                <a:schemeClr val="dk1"/>
              </a:buClr>
              <a:buSzPct val="100000"/>
              <a:buNone/>
            </a:pPr>
            <a:r>
              <a:rPr lang="es-MX"/>
              <a:t>ret </a:t>
            </a:r>
            <a:endParaRPr/>
          </a:p>
        </p:txBody>
      </p:sp>
      <p:sp>
        <p:nvSpPr>
          <p:cNvPr id="3211" name="Google Shape;3211;p40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212" name="Google Shape;3212;p4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6" name="Shape 3216"/>
        <p:cNvGrpSpPr/>
        <p:nvPr/>
      </p:nvGrpSpPr>
      <p:grpSpPr>
        <a:xfrm>
          <a:off x="0" y="0"/>
          <a:ext cx="0" cy="0"/>
          <a:chOff x="0" y="0"/>
          <a:chExt cx="0" cy="0"/>
        </a:xfrm>
      </p:grpSpPr>
      <p:sp>
        <p:nvSpPr>
          <p:cNvPr id="3217" name="Google Shape;3217;p40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Cambiar el modo de vídeo a texto o gráfico: </a:t>
            </a:r>
            <a:endParaRPr/>
          </a:p>
        </p:txBody>
      </p:sp>
      <p:sp>
        <p:nvSpPr>
          <p:cNvPr id="3218" name="Google Shape;3218;p40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592"/>
              </a:spcBef>
              <a:spcAft>
                <a:spcPts val="0"/>
              </a:spcAft>
              <a:buClr>
                <a:schemeClr val="dk1"/>
              </a:buClr>
              <a:buSzPct val="100000"/>
              <a:buNone/>
            </a:pPr>
            <a:r>
              <a:rPr lang="es-MX"/>
              <a:t>	jmp start</a:t>
            </a:r>
            <a:endParaRPr/>
          </a:p>
          <a:p>
            <a:pPr indent="0" lvl="0" marL="0" rtl="0" algn="l">
              <a:lnSpc>
                <a:spcPct val="100000"/>
              </a:lnSpc>
              <a:spcBef>
                <a:spcPts val="592"/>
              </a:spcBef>
              <a:spcAft>
                <a:spcPts val="0"/>
              </a:spcAft>
              <a:buClr>
                <a:schemeClr val="dk1"/>
              </a:buClr>
              <a:buSzPct val="100000"/>
              <a:buNone/>
            </a:pPr>
            <a:r>
              <a:rPr lang="es-MX"/>
              <a:t>start:  	mov ah, 0</a:t>
            </a:r>
            <a:endParaRPr/>
          </a:p>
          <a:p>
            <a:pPr indent="0" lvl="0" marL="0" rtl="0" algn="l">
              <a:lnSpc>
                <a:spcPct val="100000"/>
              </a:lnSpc>
              <a:spcBef>
                <a:spcPts val="592"/>
              </a:spcBef>
              <a:spcAft>
                <a:spcPts val="0"/>
              </a:spcAft>
              <a:buClr>
                <a:schemeClr val="dk1"/>
              </a:buClr>
              <a:buSzPct val="100000"/>
              <a:buNone/>
            </a:pPr>
            <a:r>
              <a:rPr lang="es-MX"/>
              <a:t>	mov al, 13h</a:t>
            </a:r>
            <a:endParaRPr/>
          </a:p>
          <a:p>
            <a:pPr indent="0" lvl="0" marL="0" rtl="0" algn="l">
              <a:lnSpc>
                <a:spcPct val="100000"/>
              </a:lnSpc>
              <a:spcBef>
                <a:spcPts val="592"/>
              </a:spcBef>
              <a:spcAft>
                <a:spcPts val="0"/>
              </a:spcAft>
              <a:buClr>
                <a:schemeClr val="dk1"/>
              </a:buClr>
              <a:buSzPct val="100000"/>
              <a:buNone/>
            </a:pPr>
            <a:r>
              <a:rPr lang="es-MX"/>
              <a:t>           int 10h      </a:t>
            </a:r>
            <a:endParaRPr/>
          </a:p>
          <a:p>
            <a:pPr indent="0" lvl="0" marL="0" rtl="0" algn="l">
              <a:lnSpc>
                <a:spcPct val="100000"/>
              </a:lnSpc>
              <a:spcBef>
                <a:spcPts val="592"/>
              </a:spcBef>
              <a:spcAft>
                <a:spcPts val="0"/>
              </a:spcAft>
              <a:buClr>
                <a:schemeClr val="dk1"/>
              </a:buClr>
              <a:buSzPct val="100000"/>
              <a:buNone/>
            </a:pPr>
            <a:r>
              <a:rPr lang="es-MX"/>
              <a:t>        </a:t>
            </a:r>
            <a:endParaRPr/>
          </a:p>
          <a:p>
            <a:pPr indent="0" lvl="0" marL="0" rtl="0" algn="l">
              <a:lnSpc>
                <a:spcPct val="100000"/>
              </a:lnSpc>
              <a:spcBef>
                <a:spcPts val="592"/>
              </a:spcBef>
              <a:spcAft>
                <a:spcPts val="0"/>
              </a:spcAft>
              <a:buClr>
                <a:schemeClr val="dk1"/>
              </a:buClr>
              <a:buSzPct val="100000"/>
              <a:buNone/>
            </a:pPr>
            <a:r>
              <a:rPr lang="es-MX"/>
              <a:t>	mov     ah, 0 </a:t>
            </a:r>
            <a:endParaRPr/>
          </a:p>
          <a:p>
            <a:pPr indent="0" lvl="0" marL="0" rtl="0" algn="l">
              <a:lnSpc>
                <a:spcPct val="100000"/>
              </a:lnSpc>
              <a:spcBef>
                <a:spcPts val="592"/>
              </a:spcBef>
              <a:spcAft>
                <a:spcPts val="0"/>
              </a:spcAft>
              <a:buClr>
                <a:schemeClr val="dk1"/>
              </a:buClr>
              <a:buSzPct val="100000"/>
              <a:buNone/>
            </a:pPr>
            <a:r>
              <a:rPr lang="es-MX"/>
              <a:t>	int     16h     </a:t>
            </a:r>
            <a:endParaRPr/>
          </a:p>
          <a:p>
            <a:pPr indent="0" lvl="0" marL="0" rtl="0" algn="l">
              <a:lnSpc>
                <a:spcPct val="100000"/>
              </a:lnSpc>
              <a:spcBef>
                <a:spcPts val="592"/>
              </a:spcBef>
              <a:spcAft>
                <a:spcPts val="0"/>
              </a:spcAft>
              <a:buClr>
                <a:schemeClr val="dk1"/>
              </a:buClr>
              <a:buSzPct val="100000"/>
              <a:buNone/>
            </a:pPr>
            <a:r>
              <a:rPr lang="es-MX"/>
              <a:t>	ret </a:t>
            </a:r>
            <a:endParaRPr/>
          </a:p>
        </p:txBody>
      </p:sp>
      <p:sp>
        <p:nvSpPr>
          <p:cNvPr id="3219" name="Google Shape;3219;p4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220" name="Google Shape;3220;p4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4" name="Shape 3224"/>
        <p:cNvGrpSpPr/>
        <p:nvPr/>
      </p:nvGrpSpPr>
      <p:grpSpPr>
        <a:xfrm>
          <a:off x="0" y="0"/>
          <a:ext cx="0" cy="0"/>
          <a:chOff x="0" y="0"/>
          <a:chExt cx="0" cy="0"/>
        </a:xfrm>
      </p:grpSpPr>
      <p:sp>
        <p:nvSpPr>
          <p:cNvPr id="3225" name="Google Shape;3225;p40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Pintar un píxel (usando INT) en cierta coordenada de la pantalla:</a:t>
            </a:r>
            <a:endParaRPr/>
          </a:p>
        </p:txBody>
      </p:sp>
      <p:sp>
        <p:nvSpPr>
          <p:cNvPr id="3226" name="Google Shape;3226;p40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304"/>
              </a:spcBef>
              <a:spcAft>
                <a:spcPts val="0"/>
              </a:spcAft>
              <a:buClr>
                <a:schemeClr val="dk1"/>
              </a:buClr>
              <a:buSzPct val="100000"/>
              <a:buNone/>
            </a:pPr>
            <a:r>
              <a:rPr lang="es-MX"/>
              <a:t>	jmp start</a:t>
            </a:r>
            <a:endParaRPr/>
          </a:p>
          <a:p>
            <a:pPr indent="0" lvl="0" marL="0" rtl="0" algn="l">
              <a:lnSpc>
                <a:spcPct val="100000"/>
              </a:lnSpc>
              <a:spcBef>
                <a:spcPts val="304"/>
              </a:spcBef>
              <a:spcAft>
                <a:spcPts val="0"/>
              </a:spcAft>
              <a:buClr>
                <a:schemeClr val="dk1"/>
              </a:buClr>
              <a:buSzPct val="100000"/>
              <a:buNone/>
            </a:pPr>
            <a:r>
              <a:rPr lang="es-MX"/>
              <a:t>           X       	EQU   15</a:t>
            </a:r>
            <a:endParaRPr/>
          </a:p>
          <a:p>
            <a:pPr indent="0" lvl="0" marL="0" rtl="0" algn="l">
              <a:lnSpc>
                <a:spcPct val="100000"/>
              </a:lnSpc>
              <a:spcBef>
                <a:spcPts val="304"/>
              </a:spcBef>
              <a:spcAft>
                <a:spcPts val="0"/>
              </a:spcAft>
              <a:buClr>
                <a:schemeClr val="dk1"/>
              </a:buClr>
              <a:buSzPct val="100000"/>
              <a:buNone/>
            </a:pPr>
            <a:r>
              <a:rPr lang="es-MX"/>
              <a:t>           Y       	EQU   15  </a:t>
            </a:r>
            <a:endParaRPr/>
          </a:p>
          <a:p>
            <a:pPr indent="0" lvl="0" marL="0" rtl="0" algn="l">
              <a:lnSpc>
                <a:spcPct val="100000"/>
              </a:lnSpc>
              <a:spcBef>
                <a:spcPts val="304"/>
              </a:spcBef>
              <a:spcAft>
                <a:spcPts val="0"/>
              </a:spcAft>
              <a:buClr>
                <a:schemeClr val="dk1"/>
              </a:buClr>
              <a:buSzPct val="100000"/>
              <a:buNone/>
            </a:pPr>
            <a:r>
              <a:rPr lang="es-MX"/>
              <a:t>           COLOR  	EQU   0fh</a:t>
            </a:r>
            <a:endParaRPr/>
          </a:p>
          <a:p>
            <a:pPr indent="0" lvl="0" marL="0" rtl="0" algn="l">
              <a:lnSpc>
                <a:spcPct val="100000"/>
              </a:lnSpc>
              <a:spcBef>
                <a:spcPts val="304"/>
              </a:spcBef>
              <a:spcAft>
                <a:spcPts val="0"/>
              </a:spcAft>
              <a:buClr>
                <a:schemeClr val="dk1"/>
              </a:buClr>
              <a:buSzPct val="100000"/>
              <a:buNone/>
            </a:pPr>
            <a:r>
              <a:rPr lang="es-MX"/>
              <a:t>start:  	mov ah, 0       ; establece el modo de vide</a:t>
            </a:r>
            <a:endParaRPr/>
          </a:p>
          <a:p>
            <a:pPr indent="0" lvl="0" marL="0" rtl="0" algn="l">
              <a:lnSpc>
                <a:spcPct val="100000"/>
              </a:lnSpc>
              <a:spcBef>
                <a:spcPts val="304"/>
              </a:spcBef>
              <a:spcAft>
                <a:spcPts val="0"/>
              </a:spcAft>
              <a:buClr>
                <a:schemeClr val="dk1"/>
              </a:buClr>
              <a:buSzPct val="100000"/>
              <a:buNone/>
            </a:pPr>
            <a:r>
              <a:rPr lang="es-MX"/>
              <a:t>	        mov al, 13h     ; 320 x 200 en grafico</a:t>
            </a:r>
            <a:endParaRPr/>
          </a:p>
          <a:p>
            <a:pPr indent="0" lvl="0" marL="0" rtl="0" algn="l">
              <a:lnSpc>
                <a:spcPct val="100000"/>
              </a:lnSpc>
              <a:spcBef>
                <a:spcPts val="304"/>
              </a:spcBef>
              <a:spcAft>
                <a:spcPts val="0"/>
              </a:spcAft>
              <a:buClr>
                <a:schemeClr val="dk1"/>
              </a:buClr>
              <a:buSzPct val="100000"/>
              <a:buNone/>
            </a:pPr>
            <a:r>
              <a:rPr lang="es-MX"/>
              <a:t>            int 10h         ; establece el modo</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cx,X        ; coordenada en X</a:t>
            </a:r>
            <a:endParaRPr/>
          </a:p>
          <a:p>
            <a:pPr indent="0" lvl="0" marL="0" rtl="0" algn="l">
              <a:lnSpc>
                <a:spcPct val="100000"/>
              </a:lnSpc>
              <a:spcBef>
                <a:spcPts val="304"/>
              </a:spcBef>
              <a:spcAft>
                <a:spcPts val="0"/>
              </a:spcAft>
              <a:buClr>
                <a:schemeClr val="dk1"/>
              </a:buClr>
              <a:buSzPct val="100000"/>
              <a:buNone/>
            </a:pPr>
            <a:r>
              <a:rPr lang="es-MX"/>
              <a:t>	        mov dx,Y        ; coordenada en Y</a:t>
            </a:r>
            <a:endParaRPr/>
          </a:p>
          <a:p>
            <a:pPr indent="0" lvl="0" marL="0" rtl="0" algn="l">
              <a:lnSpc>
                <a:spcPct val="100000"/>
              </a:lnSpc>
              <a:spcBef>
                <a:spcPts val="304"/>
              </a:spcBef>
              <a:spcAft>
                <a:spcPts val="0"/>
              </a:spcAft>
              <a:buClr>
                <a:schemeClr val="dk1"/>
              </a:buClr>
              <a:buSzPct val="100000"/>
              <a:buNone/>
            </a:pPr>
            <a:r>
              <a:rPr lang="es-MX"/>
              <a:t>            mov al,COLOR    ; color </a:t>
            </a:r>
            <a:endParaRPr/>
          </a:p>
          <a:p>
            <a:pPr indent="0" lvl="0" marL="0" rtl="0" algn="l">
              <a:lnSpc>
                <a:spcPct val="100000"/>
              </a:lnSpc>
              <a:spcBef>
                <a:spcPts val="304"/>
              </a:spcBef>
              <a:spcAft>
                <a:spcPts val="0"/>
              </a:spcAft>
              <a:buClr>
                <a:schemeClr val="dk1"/>
              </a:buClr>
              <a:buSzPct val="100000"/>
              <a:buNone/>
            </a:pPr>
            <a:r>
              <a:rPr lang="es-MX"/>
              <a:t>            mov ah,0Ch      ; Escribe un punto, DX = Y, CX = X,</a:t>
            </a:r>
            <a:endParaRPr/>
          </a:p>
          <a:p>
            <a:pPr indent="0" lvl="0" marL="0" rtl="0" algn="l">
              <a:lnSpc>
                <a:spcPct val="100000"/>
              </a:lnSpc>
              <a:spcBef>
                <a:spcPts val="304"/>
              </a:spcBef>
              <a:spcAft>
                <a:spcPts val="0"/>
              </a:spcAft>
              <a:buClr>
                <a:schemeClr val="dk1"/>
              </a:buClr>
              <a:buSzPct val="100000"/>
              <a:buNone/>
            </a:pPr>
            <a:r>
              <a:rPr lang="es-MX"/>
              <a:t>                            ; AL = color </a:t>
            </a:r>
            <a:endParaRPr/>
          </a:p>
          <a:p>
            <a:pPr indent="0" lvl="0" marL="0" rtl="0" algn="l">
              <a:lnSpc>
                <a:spcPct val="100000"/>
              </a:lnSpc>
              <a:spcBef>
                <a:spcPts val="304"/>
              </a:spcBef>
              <a:spcAft>
                <a:spcPts val="0"/>
              </a:spcAft>
              <a:buClr>
                <a:schemeClr val="dk1"/>
              </a:buClr>
              <a:buSzPct val="100000"/>
              <a:buNone/>
            </a:pPr>
            <a:r>
              <a:rPr lang="es-MX"/>
              <a:t>	        int 10h</a:t>
            </a:r>
            <a:endParaRPr/>
          </a:p>
          <a:p>
            <a:pPr indent="0" lvl="0" marL="0" rtl="0" algn="l">
              <a:lnSpc>
                <a:spcPct val="100000"/>
              </a:lnSpc>
              <a:spcBef>
                <a:spcPts val="304"/>
              </a:spcBef>
              <a:spcAft>
                <a:spcPts val="0"/>
              </a:spcAft>
              <a:buClr>
                <a:schemeClr val="dk1"/>
              </a:buClr>
              <a:buSzPct val="100000"/>
              <a:buNone/>
            </a:pPr>
            <a:r>
              <a:rPr lang="es-MX"/>
              <a:t>	</a:t>
            </a:r>
            <a:endParaRPr/>
          </a:p>
          <a:p>
            <a:pPr indent="0" lvl="0" marL="0" rtl="0" algn="l">
              <a:lnSpc>
                <a:spcPct val="100000"/>
              </a:lnSpc>
              <a:spcBef>
                <a:spcPts val="304"/>
              </a:spcBef>
              <a:spcAft>
                <a:spcPts val="0"/>
              </a:spcAft>
              <a:buClr>
                <a:schemeClr val="dk1"/>
              </a:buClr>
              <a:buSzPct val="100000"/>
              <a:buNone/>
            </a:pPr>
            <a:r>
              <a:rPr lang="es-MX"/>
              <a:t>	        mov     ah, 0 </a:t>
            </a:r>
            <a:endParaRPr/>
          </a:p>
          <a:p>
            <a:pPr indent="0" lvl="0" marL="0" rtl="0" algn="l">
              <a:lnSpc>
                <a:spcPct val="100000"/>
              </a:lnSpc>
              <a:spcBef>
                <a:spcPts val="304"/>
              </a:spcBef>
              <a:spcAft>
                <a:spcPts val="0"/>
              </a:spcAft>
              <a:buClr>
                <a:schemeClr val="dk1"/>
              </a:buClr>
              <a:buSzPct val="100000"/>
              <a:buNone/>
            </a:pPr>
            <a:r>
              <a:rPr lang="es-MX"/>
              <a:t>	        int     16h     </a:t>
            </a:r>
            <a:endParaRPr/>
          </a:p>
          <a:p>
            <a:pPr indent="0" lvl="0" marL="0" rtl="0" algn="l">
              <a:lnSpc>
                <a:spcPct val="100000"/>
              </a:lnSpc>
              <a:spcBef>
                <a:spcPts val="304"/>
              </a:spcBef>
              <a:spcAft>
                <a:spcPts val="0"/>
              </a:spcAft>
              <a:buClr>
                <a:schemeClr val="dk1"/>
              </a:buClr>
              <a:buSzPct val="100000"/>
              <a:buNone/>
            </a:pPr>
            <a:r>
              <a:rPr lang="es-MX"/>
              <a:t>	        ret </a:t>
            </a:r>
            <a:endParaRPr/>
          </a:p>
          <a:p>
            <a:pPr indent="0" lvl="0" marL="0" rtl="0" algn="l">
              <a:lnSpc>
                <a:spcPct val="100000"/>
              </a:lnSpc>
              <a:spcBef>
                <a:spcPts val="304"/>
              </a:spcBef>
              <a:spcAft>
                <a:spcPts val="0"/>
              </a:spcAft>
              <a:buClr>
                <a:schemeClr val="dk1"/>
              </a:buClr>
              <a:buSzPct val="100000"/>
              <a:buNone/>
            </a:pPr>
            <a:r>
              <a:t/>
            </a:r>
            <a:endParaRPr/>
          </a:p>
        </p:txBody>
      </p:sp>
      <p:sp>
        <p:nvSpPr>
          <p:cNvPr id="3227" name="Google Shape;3227;p4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228" name="Google Shape;3228;p4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2" name="Shape 3232"/>
        <p:cNvGrpSpPr/>
        <p:nvPr/>
      </p:nvGrpSpPr>
      <p:grpSpPr>
        <a:xfrm>
          <a:off x="0" y="0"/>
          <a:ext cx="0" cy="0"/>
          <a:chOff x="0" y="0"/>
          <a:chExt cx="0" cy="0"/>
        </a:xfrm>
      </p:grpSpPr>
      <p:sp>
        <p:nvSpPr>
          <p:cNvPr id="3233" name="Google Shape;3233;p40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234" name="Google Shape;3234;p40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256"/>
              </a:spcBef>
              <a:spcAft>
                <a:spcPts val="0"/>
              </a:spcAft>
              <a:buClr>
                <a:schemeClr val="dk1"/>
              </a:buClr>
              <a:buSzPct val="100000"/>
              <a:buNone/>
            </a:pPr>
            <a:r>
              <a:rPr lang="es-MX"/>
              <a:t>	jmp start</a:t>
            </a:r>
            <a:endParaRPr/>
          </a:p>
          <a:p>
            <a:pPr indent="0" lvl="0" marL="0" rtl="0" algn="l">
              <a:lnSpc>
                <a:spcPct val="100000"/>
              </a:lnSpc>
              <a:spcBef>
                <a:spcPts val="256"/>
              </a:spcBef>
              <a:spcAft>
                <a:spcPts val="0"/>
              </a:spcAft>
              <a:buClr>
                <a:schemeClr val="dk1"/>
              </a:buClr>
              <a:buSzPct val="100000"/>
              <a:buNone/>
            </a:pPr>
            <a:r>
              <a:rPr lang="es-MX"/>
              <a:t>     X       	EQU   100        ; EQU es una constante</a:t>
            </a:r>
            <a:endParaRPr/>
          </a:p>
          <a:p>
            <a:pPr indent="0" lvl="0" marL="0" rtl="0" algn="l">
              <a:lnSpc>
                <a:spcPct val="100000"/>
              </a:lnSpc>
              <a:spcBef>
                <a:spcPts val="256"/>
              </a:spcBef>
              <a:spcAft>
                <a:spcPts val="0"/>
              </a:spcAft>
              <a:buClr>
                <a:schemeClr val="dk1"/>
              </a:buClr>
              <a:buSzPct val="100000"/>
              <a:buNone/>
            </a:pPr>
            <a:r>
              <a:rPr lang="es-MX"/>
              <a:t>     Y       	EQU   15  </a:t>
            </a:r>
            <a:endParaRPr/>
          </a:p>
          <a:p>
            <a:pPr indent="0" lvl="0" marL="0" rtl="0" algn="l">
              <a:lnSpc>
                <a:spcPct val="100000"/>
              </a:lnSpc>
              <a:spcBef>
                <a:spcPts val="256"/>
              </a:spcBef>
              <a:spcAft>
                <a:spcPts val="0"/>
              </a:spcAft>
              <a:buClr>
                <a:schemeClr val="dk1"/>
              </a:buClr>
              <a:buSzPct val="100000"/>
              <a:buNone/>
            </a:pPr>
            <a:r>
              <a:rPr lang="es-MX"/>
              <a:t>     COLOR  	EQU   15        ; Rojo</a:t>
            </a:r>
            <a:endParaRPr/>
          </a:p>
          <a:p>
            <a:pPr indent="0" lvl="0" marL="0" rtl="0" algn="l">
              <a:lnSpc>
                <a:spcPct val="100000"/>
              </a:lnSpc>
              <a:spcBef>
                <a:spcPts val="256"/>
              </a:spcBef>
              <a:spcAft>
                <a:spcPts val="0"/>
              </a:spcAft>
              <a:buClr>
                <a:schemeClr val="dk1"/>
              </a:buClr>
              <a:buSzPct val="100000"/>
              <a:buNone/>
            </a:pPr>
            <a:r>
              <a:rPr lang="es-MX"/>
              <a:t>start:  	mov ah, 0           ; resolucion del modo de video</a:t>
            </a:r>
            <a:endParaRPr/>
          </a:p>
          <a:p>
            <a:pPr indent="0" lvl="0" marL="0" rtl="0" algn="l">
              <a:lnSpc>
                <a:spcPct val="100000"/>
              </a:lnSpc>
              <a:spcBef>
                <a:spcPts val="256"/>
              </a:spcBef>
              <a:spcAft>
                <a:spcPts val="0"/>
              </a:spcAft>
              <a:buClr>
                <a:schemeClr val="dk1"/>
              </a:buClr>
              <a:buSzPct val="100000"/>
              <a:buNone/>
            </a:pPr>
            <a:r>
              <a:rPr lang="es-MX"/>
              <a:t>	        mov al, 13h         ; modo de video Modo</a:t>
            </a:r>
            <a:endParaRPr/>
          </a:p>
          <a:p>
            <a:pPr indent="0" lvl="0" marL="0" rtl="0" algn="l">
              <a:lnSpc>
                <a:spcPct val="100000"/>
              </a:lnSpc>
              <a:spcBef>
                <a:spcPts val="256"/>
              </a:spcBef>
              <a:spcAft>
                <a:spcPts val="0"/>
              </a:spcAft>
              <a:buClr>
                <a:schemeClr val="dk1"/>
              </a:buClr>
              <a:buSzPct val="100000"/>
              <a:buNone/>
            </a:pPr>
            <a:r>
              <a:rPr lang="es-MX"/>
              <a:t>            int 10h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cx,X            ; establesco la coordenada de eje X</a:t>
            </a:r>
            <a:endParaRPr/>
          </a:p>
          <a:p>
            <a:pPr indent="0" lvl="0" marL="0" rtl="0" algn="l">
              <a:lnSpc>
                <a:spcPct val="100000"/>
              </a:lnSpc>
              <a:spcBef>
                <a:spcPts val="256"/>
              </a:spcBef>
              <a:spcAft>
                <a:spcPts val="0"/>
              </a:spcAft>
              <a:buClr>
                <a:schemeClr val="dk1"/>
              </a:buClr>
              <a:buSzPct val="100000"/>
              <a:buNone/>
            </a:pPr>
            <a:r>
              <a:rPr lang="es-MX"/>
              <a:t>	        mov dx,Y            ; establesco la coordenada de eje Y</a:t>
            </a:r>
            <a:endParaRPr/>
          </a:p>
          <a:p>
            <a:pPr indent="0" lvl="0" marL="0" rtl="0" algn="l">
              <a:lnSpc>
                <a:spcPct val="100000"/>
              </a:lnSpc>
              <a:spcBef>
                <a:spcPts val="256"/>
              </a:spcBef>
              <a:spcAft>
                <a:spcPts val="0"/>
              </a:spcAft>
              <a:buClr>
                <a:schemeClr val="dk1"/>
              </a:buClr>
              <a:buSzPct val="100000"/>
              <a:buNone/>
            </a:pPr>
            <a:r>
              <a:rPr lang="es-MX"/>
              <a:t>            mov al,COLOR</a:t>
            </a:r>
            <a:endParaRPr/>
          </a:p>
          <a:p>
            <a:pPr indent="0" lvl="0" marL="0" rtl="0" algn="l">
              <a:lnSpc>
                <a:spcPct val="100000"/>
              </a:lnSpc>
              <a:spcBef>
                <a:spcPts val="256"/>
              </a:spcBef>
              <a:spcAft>
                <a:spcPts val="0"/>
              </a:spcAft>
              <a:buClr>
                <a:schemeClr val="dk1"/>
              </a:buClr>
              <a:buSzPct val="100000"/>
              <a:buNone/>
            </a:pPr>
            <a:r>
              <a:rPr lang="es-MX"/>
              <a:t>            mov ah,0Ch          ; Escribe un punto </a:t>
            </a:r>
            <a:endParaRPr/>
          </a:p>
          <a:p>
            <a:pPr indent="0" lvl="0" marL="0" rtl="0" algn="l">
              <a:lnSpc>
                <a:spcPct val="100000"/>
              </a:lnSpc>
              <a:spcBef>
                <a:spcPts val="256"/>
              </a:spcBef>
              <a:spcAft>
                <a:spcPts val="0"/>
              </a:spcAft>
              <a:buClr>
                <a:schemeClr val="dk1"/>
              </a:buClr>
              <a:buSzPct val="100000"/>
              <a:buNone/>
            </a:pPr>
            <a:r>
              <a:rPr lang="es-MX"/>
              <a:t>                                ; DX = numero de reglon</a:t>
            </a:r>
            <a:endParaRPr/>
          </a:p>
          <a:p>
            <a:pPr indent="0" lvl="0" marL="0" rtl="0" algn="l">
              <a:lnSpc>
                <a:spcPct val="100000"/>
              </a:lnSpc>
              <a:spcBef>
                <a:spcPts val="256"/>
              </a:spcBef>
              <a:spcAft>
                <a:spcPts val="0"/>
              </a:spcAft>
              <a:buClr>
                <a:schemeClr val="dk1"/>
              </a:buClr>
              <a:buSzPct val="100000"/>
              <a:buNone/>
            </a:pPr>
            <a:r>
              <a:rPr lang="es-MX"/>
              <a:t>                                ; CX = numero de columna, </a:t>
            </a:r>
            <a:endParaRPr/>
          </a:p>
          <a:p>
            <a:pPr indent="0" lvl="0" marL="0" rtl="0" algn="l">
              <a:lnSpc>
                <a:spcPct val="100000"/>
              </a:lnSpc>
              <a:spcBef>
                <a:spcPts val="256"/>
              </a:spcBef>
              <a:spcAft>
                <a:spcPts val="0"/>
              </a:spcAft>
              <a:buClr>
                <a:schemeClr val="dk1"/>
              </a:buClr>
              <a:buSzPct val="100000"/>
              <a:buNone/>
            </a:pPr>
            <a:r>
              <a:rPr lang="es-MX"/>
              <a:t>                                ; AL = color ( para monitores de alta resolución </a:t>
            </a:r>
            <a:endParaRPr/>
          </a:p>
          <a:p>
            <a:pPr indent="0" lvl="0" marL="0" rtl="0" algn="l">
              <a:lnSpc>
                <a:spcPct val="100000"/>
              </a:lnSpc>
              <a:spcBef>
                <a:spcPts val="256"/>
              </a:spcBef>
              <a:spcAft>
                <a:spcPts val="0"/>
              </a:spcAft>
              <a:buClr>
                <a:schemeClr val="dk1"/>
              </a:buClr>
              <a:buSzPct val="100000"/>
              <a:buNone/>
            </a:pPr>
            <a:r>
              <a:rPr lang="es-MX"/>
              <a:t>                                ; AL varia la intensidad ).</a:t>
            </a:r>
            <a:endParaRPr/>
          </a:p>
          <a:p>
            <a:pPr indent="0" lvl="0" marL="0" rtl="0" algn="l">
              <a:lnSpc>
                <a:spcPct val="100000"/>
              </a:lnSpc>
              <a:spcBef>
                <a:spcPts val="256"/>
              </a:spcBef>
              <a:spcAft>
                <a:spcPts val="0"/>
              </a:spcAft>
              <a:buClr>
                <a:schemeClr val="dk1"/>
              </a:buClr>
              <a:buSzPct val="100000"/>
              <a:buNone/>
            </a:pPr>
            <a:r>
              <a:rPr lang="es-MX"/>
              <a:t>	        int 10h</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ah, 0 </a:t>
            </a:r>
            <a:endParaRPr/>
          </a:p>
          <a:p>
            <a:pPr indent="0" lvl="0" marL="0" rtl="0" algn="l">
              <a:lnSpc>
                <a:spcPct val="100000"/>
              </a:lnSpc>
              <a:spcBef>
                <a:spcPts val="256"/>
              </a:spcBef>
              <a:spcAft>
                <a:spcPts val="0"/>
              </a:spcAft>
              <a:buClr>
                <a:schemeClr val="dk1"/>
              </a:buClr>
              <a:buSzPct val="100000"/>
              <a:buNone/>
            </a:pPr>
            <a:r>
              <a:rPr lang="es-MX"/>
              <a:t>	int     16h     </a:t>
            </a:r>
            <a:endParaRPr/>
          </a:p>
          <a:p>
            <a:pPr indent="0" lvl="0" marL="0" rtl="0" algn="l">
              <a:lnSpc>
                <a:spcPct val="100000"/>
              </a:lnSpc>
              <a:spcBef>
                <a:spcPts val="256"/>
              </a:spcBef>
              <a:spcAft>
                <a:spcPts val="0"/>
              </a:spcAft>
              <a:buClr>
                <a:schemeClr val="dk1"/>
              </a:buClr>
              <a:buSzPct val="100000"/>
              <a:buNone/>
            </a:pPr>
            <a:r>
              <a:rPr lang="es-MX"/>
              <a:t>	ret </a:t>
            </a:r>
            <a:endParaRPr/>
          </a:p>
          <a:p>
            <a:pPr indent="0" lvl="0" marL="0" rtl="0" algn="l">
              <a:lnSpc>
                <a:spcPct val="100000"/>
              </a:lnSpc>
              <a:spcBef>
                <a:spcPts val="256"/>
              </a:spcBef>
              <a:spcAft>
                <a:spcPts val="0"/>
              </a:spcAft>
              <a:buClr>
                <a:schemeClr val="dk1"/>
              </a:buClr>
              <a:buSzPct val="100000"/>
              <a:buNone/>
            </a:pPr>
            <a:r>
              <a:t/>
            </a:r>
            <a:endParaRPr/>
          </a:p>
        </p:txBody>
      </p:sp>
      <p:sp>
        <p:nvSpPr>
          <p:cNvPr id="3235" name="Google Shape;3235;p4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236" name="Google Shape;3236;p4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0" name="Shape 3240"/>
        <p:cNvGrpSpPr/>
        <p:nvPr/>
      </p:nvGrpSpPr>
      <p:grpSpPr>
        <a:xfrm>
          <a:off x="0" y="0"/>
          <a:ext cx="0" cy="0"/>
          <a:chOff x="0" y="0"/>
          <a:chExt cx="0" cy="0"/>
        </a:xfrm>
      </p:grpSpPr>
      <p:sp>
        <p:nvSpPr>
          <p:cNvPr id="3241" name="Google Shape;3241;p40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Pintar un píxel (usando acceso directo) en cierta coordenada de la pantalla: </a:t>
            </a:r>
            <a:endParaRPr/>
          </a:p>
        </p:txBody>
      </p:sp>
      <p:sp>
        <p:nvSpPr>
          <p:cNvPr id="3242" name="Google Shape;3242;p40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256"/>
              </a:spcBef>
              <a:spcAft>
                <a:spcPts val="0"/>
              </a:spcAft>
              <a:buClr>
                <a:schemeClr val="dk1"/>
              </a:buClr>
              <a:buSzPct val="100000"/>
              <a:buNone/>
            </a:pPr>
            <a:r>
              <a:rPr lang="es-MX"/>
              <a:t>        jmp start</a:t>
            </a:r>
            <a:endParaRPr/>
          </a:p>
          <a:p>
            <a:pPr indent="0" lvl="0" marL="0" rtl="0" algn="l">
              <a:lnSpc>
                <a:spcPct val="100000"/>
              </a:lnSpc>
              <a:spcBef>
                <a:spcPts val="256"/>
              </a:spcBef>
              <a:spcAft>
                <a:spcPts val="0"/>
              </a:spcAft>
              <a:buClr>
                <a:schemeClr val="dk1"/>
              </a:buClr>
              <a:buSzPct val="100000"/>
              <a:buNone/>
            </a:pPr>
            <a:r>
              <a:rPr lang="es-MX"/>
              <a:t>X       EQU   15</a:t>
            </a:r>
            <a:endParaRPr/>
          </a:p>
          <a:p>
            <a:pPr indent="0" lvl="0" marL="0" rtl="0" algn="l">
              <a:lnSpc>
                <a:spcPct val="100000"/>
              </a:lnSpc>
              <a:spcBef>
                <a:spcPts val="256"/>
              </a:spcBef>
              <a:spcAft>
                <a:spcPts val="0"/>
              </a:spcAft>
              <a:buClr>
                <a:schemeClr val="dk1"/>
              </a:buClr>
              <a:buSzPct val="100000"/>
              <a:buNone/>
            </a:pPr>
            <a:r>
              <a:rPr lang="es-MX"/>
              <a:t>Y       EQU   15  </a:t>
            </a:r>
            <a:endParaRPr/>
          </a:p>
          <a:p>
            <a:pPr indent="0" lvl="0" marL="0" rtl="0" algn="l">
              <a:lnSpc>
                <a:spcPct val="100000"/>
              </a:lnSpc>
              <a:spcBef>
                <a:spcPts val="256"/>
              </a:spcBef>
              <a:spcAft>
                <a:spcPts val="0"/>
              </a:spcAft>
              <a:buClr>
                <a:schemeClr val="dk1"/>
              </a:buClr>
              <a:buSzPct val="100000"/>
              <a:buNone/>
            </a:pPr>
            <a:r>
              <a:rPr lang="es-MX"/>
              <a:t>COLOR   EQU   4h</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start:  mov ah, 0</a:t>
            </a:r>
            <a:endParaRPr/>
          </a:p>
          <a:p>
            <a:pPr indent="0" lvl="0" marL="0" rtl="0" algn="l">
              <a:lnSpc>
                <a:spcPct val="100000"/>
              </a:lnSpc>
              <a:spcBef>
                <a:spcPts val="256"/>
              </a:spcBef>
              <a:spcAft>
                <a:spcPts val="0"/>
              </a:spcAft>
              <a:buClr>
                <a:schemeClr val="dk1"/>
              </a:buClr>
              <a:buSzPct val="100000"/>
              <a:buNone/>
            </a:pPr>
            <a:r>
              <a:rPr lang="es-MX"/>
              <a:t>        mov al, 13h</a:t>
            </a:r>
            <a:endParaRPr/>
          </a:p>
          <a:p>
            <a:pPr indent="0" lvl="0" marL="0" rtl="0" algn="l">
              <a:lnSpc>
                <a:spcPct val="100000"/>
              </a:lnSpc>
              <a:spcBef>
                <a:spcPts val="256"/>
              </a:spcBef>
              <a:spcAft>
                <a:spcPts val="0"/>
              </a:spcAft>
              <a:buClr>
                <a:schemeClr val="dk1"/>
              </a:buClr>
              <a:buSzPct val="100000"/>
              <a:buNone/>
            </a:pPr>
            <a:r>
              <a:rPr lang="es-MX"/>
              <a:t>        int 10h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ax,0a000h</a:t>
            </a:r>
            <a:endParaRPr/>
          </a:p>
          <a:p>
            <a:pPr indent="0" lvl="0" marL="0" rtl="0" algn="l">
              <a:lnSpc>
                <a:spcPct val="100000"/>
              </a:lnSpc>
              <a:spcBef>
                <a:spcPts val="256"/>
              </a:spcBef>
              <a:spcAft>
                <a:spcPts val="0"/>
              </a:spcAft>
              <a:buClr>
                <a:schemeClr val="dk1"/>
              </a:buClr>
              <a:buSzPct val="100000"/>
              <a:buNone/>
            </a:pPr>
            <a:r>
              <a:rPr lang="es-MX"/>
              <a:t>        mov es,ax</a:t>
            </a:r>
            <a:endParaRPr/>
          </a:p>
          <a:p>
            <a:pPr indent="0" lvl="0" marL="0" rtl="0" algn="l">
              <a:lnSpc>
                <a:spcPct val="100000"/>
              </a:lnSpc>
              <a:spcBef>
                <a:spcPts val="256"/>
              </a:spcBef>
              <a:spcAft>
                <a:spcPts val="0"/>
              </a:spcAft>
              <a:buClr>
                <a:schemeClr val="dk1"/>
              </a:buClr>
              <a:buSzPct val="100000"/>
              <a:buNone/>
            </a:pPr>
            <a:r>
              <a:rPr lang="es-MX"/>
              <a:t>        mov ax,Y</a:t>
            </a:r>
            <a:endParaRPr/>
          </a:p>
          <a:p>
            <a:pPr indent="0" lvl="0" marL="0" rtl="0" algn="l">
              <a:lnSpc>
                <a:spcPct val="100000"/>
              </a:lnSpc>
              <a:spcBef>
                <a:spcPts val="256"/>
              </a:spcBef>
              <a:spcAft>
                <a:spcPts val="0"/>
              </a:spcAft>
              <a:buClr>
                <a:schemeClr val="dk1"/>
              </a:buClr>
              <a:buSzPct val="100000"/>
              <a:buNone/>
            </a:pPr>
            <a:r>
              <a:rPr lang="es-MX"/>
              <a:t>        mov bx,320</a:t>
            </a:r>
            <a:endParaRPr/>
          </a:p>
          <a:p>
            <a:pPr indent="0" lvl="0" marL="0" rtl="0" algn="l">
              <a:lnSpc>
                <a:spcPct val="100000"/>
              </a:lnSpc>
              <a:spcBef>
                <a:spcPts val="256"/>
              </a:spcBef>
              <a:spcAft>
                <a:spcPts val="0"/>
              </a:spcAft>
              <a:buClr>
                <a:schemeClr val="dk1"/>
              </a:buClr>
              <a:buSzPct val="100000"/>
              <a:buNone/>
            </a:pPr>
            <a:r>
              <a:rPr lang="es-MX"/>
              <a:t>        imul bx</a:t>
            </a:r>
            <a:endParaRPr/>
          </a:p>
          <a:p>
            <a:pPr indent="0" lvl="0" marL="0" rtl="0" algn="l">
              <a:lnSpc>
                <a:spcPct val="100000"/>
              </a:lnSpc>
              <a:spcBef>
                <a:spcPts val="256"/>
              </a:spcBef>
              <a:spcAft>
                <a:spcPts val="0"/>
              </a:spcAft>
              <a:buClr>
                <a:schemeClr val="dk1"/>
              </a:buClr>
              <a:buSzPct val="100000"/>
              <a:buNone/>
            </a:pPr>
            <a:r>
              <a:rPr lang="es-MX"/>
              <a:t>        add ax,X</a:t>
            </a:r>
            <a:endParaRPr/>
          </a:p>
          <a:p>
            <a:pPr indent="0" lvl="0" marL="0" rtl="0" algn="l">
              <a:lnSpc>
                <a:spcPct val="100000"/>
              </a:lnSpc>
              <a:spcBef>
                <a:spcPts val="256"/>
              </a:spcBef>
              <a:spcAft>
                <a:spcPts val="0"/>
              </a:spcAft>
              <a:buClr>
                <a:schemeClr val="dk1"/>
              </a:buClr>
              <a:buSzPct val="100000"/>
              <a:buNone/>
            </a:pPr>
            <a:r>
              <a:rPr lang="es-MX"/>
              <a:t>        mov bx,ax</a:t>
            </a:r>
            <a:endParaRPr/>
          </a:p>
          <a:p>
            <a:pPr indent="0" lvl="0" marL="0" rtl="0" algn="l">
              <a:lnSpc>
                <a:spcPct val="100000"/>
              </a:lnSpc>
              <a:spcBef>
                <a:spcPts val="256"/>
              </a:spcBef>
              <a:spcAft>
                <a:spcPts val="0"/>
              </a:spcAft>
              <a:buClr>
                <a:schemeClr val="dk1"/>
              </a:buClr>
              <a:buSzPct val="100000"/>
              <a:buNone/>
            </a:pPr>
            <a:r>
              <a:rPr lang="es-MX"/>
              <a:t>        mov es:[bx],COLOR</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ah, 0 </a:t>
            </a:r>
            <a:endParaRPr/>
          </a:p>
          <a:p>
            <a:pPr indent="0" lvl="0" marL="0" rtl="0" algn="l">
              <a:lnSpc>
                <a:spcPct val="100000"/>
              </a:lnSpc>
              <a:spcBef>
                <a:spcPts val="256"/>
              </a:spcBef>
              <a:spcAft>
                <a:spcPts val="0"/>
              </a:spcAft>
              <a:buClr>
                <a:schemeClr val="dk1"/>
              </a:buClr>
              <a:buSzPct val="100000"/>
              <a:buNone/>
            </a:pPr>
            <a:r>
              <a:rPr lang="es-MX"/>
              <a:t>        int     16h     </a:t>
            </a:r>
            <a:endParaRPr/>
          </a:p>
          <a:p>
            <a:pPr indent="0" lvl="0" marL="0" rtl="0" algn="l">
              <a:lnSpc>
                <a:spcPct val="100000"/>
              </a:lnSpc>
              <a:spcBef>
                <a:spcPts val="256"/>
              </a:spcBef>
              <a:spcAft>
                <a:spcPts val="0"/>
              </a:spcAft>
              <a:buClr>
                <a:schemeClr val="dk1"/>
              </a:buClr>
              <a:buSzPct val="100000"/>
              <a:buNone/>
            </a:pPr>
            <a:r>
              <a:rPr lang="es-MX"/>
              <a:t>        ret</a:t>
            </a:r>
            <a:endParaRPr/>
          </a:p>
        </p:txBody>
      </p:sp>
      <p:sp>
        <p:nvSpPr>
          <p:cNvPr id="3243" name="Google Shape;3243;p40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244" name="Google Shape;3244;p40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3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8" name="Shape 3248"/>
        <p:cNvGrpSpPr/>
        <p:nvPr/>
      </p:nvGrpSpPr>
      <p:grpSpPr>
        <a:xfrm>
          <a:off x="0" y="0"/>
          <a:ext cx="0" cy="0"/>
          <a:chOff x="0" y="0"/>
          <a:chExt cx="0" cy="0"/>
        </a:xfrm>
      </p:grpSpPr>
      <p:sp>
        <p:nvSpPr>
          <p:cNvPr id="3249" name="Google Shape;3249;p40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Colocar el cursor en la posición (X,Y) de la pantalla de texto:</a:t>
            </a:r>
            <a:endParaRPr/>
          </a:p>
        </p:txBody>
      </p:sp>
      <p:sp>
        <p:nvSpPr>
          <p:cNvPr id="3250" name="Google Shape;3250;p40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256"/>
              </a:spcBef>
              <a:spcAft>
                <a:spcPts val="0"/>
              </a:spcAft>
              <a:buClr>
                <a:schemeClr val="dk1"/>
              </a:buClr>
              <a:buSzPct val="100000"/>
              <a:buNone/>
            </a:pPr>
            <a:r>
              <a:rPr lang="es-MX"/>
              <a:t>        jmp start</a:t>
            </a:r>
            <a:endParaRPr/>
          </a:p>
          <a:p>
            <a:pPr indent="0" lvl="0" marL="0" rtl="0" algn="l">
              <a:lnSpc>
                <a:spcPct val="100000"/>
              </a:lnSpc>
              <a:spcBef>
                <a:spcPts val="256"/>
              </a:spcBef>
              <a:spcAft>
                <a:spcPts val="0"/>
              </a:spcAft>
              <a:buClr>
                <a:schemeClr val="dk1"/>
              </a:buClr>
              <a:buSzPct val="100000"/>
              <a:buNone/>
            </a:pPr>
            <a:r>
              <a:rPr lang="es-MX"/>
              <a:t>X       EQU   15</a:t>
            </a:r>
            <a:endParaRPr/>
          </a:p>
          <a:p>
            <a:pPr indent="0" lvl="0" marL="0" rtl="0" algn="l">
              <a:lnSpc>
                <a:spcPct val="100000"/>
              </a:lnSpc>
              <a:spcBef>
                <a:spcPts val="256"/>
              </a:spcBef>
              <a:spcAft>
                <a:spcPts val="0"/>
              </a:spcAft>
              <a:buClr>
                <a:schemeClr val="dk1"/>
              </a:buClr>
              <a:buSzPct val="100000"/>
              <a:buNone/>
            </a:pPr>
            <a:r>
              <a:rPr lang="es-MX"/>
              <a:t>Y       EQU   15  </a:t>
            </a:r>
            <a:endParaRPr/>
          </a:p>
          <a:p>
            <a:pPr indent="0" lvl="0" marL="0" rtl="0" algn="l">
              <a:lnSpc>
                <a:spcPct val="100000"/>
              </a:lnSpc>
              <a:spcBef>
                <a:spcPts val="256"/>
              </a:spcBef>
              <a:spcAft>
                <a:spcPts val="0"/>
              </a:spcAft>
              <a:buClr>
                <a:schemeClr val="dk1"/>
              </a:buClr>
              <a:buSzPct val="100000"/>
              <a:buNone/>
            </a:pPr>
            <a:r>
              <a:rPr lang="es-MX"/>
              <a:t>COLOR   EQU   4h  </a:t>
            </a:r>
            <a:endParaRPr/>
          </a:p>
          <a:p>
            <a:pPr indent="0" lvl="0" marL="0" rtl="0" algn="l">
              <a:lnSpc>
                <a:spcPct val="100000"/>
              </a:lnSpc>
              <a:spcBef>
                <a:spcPts val="256"/>
              </a:spcBef>
              <a:spcAft>
                <a:spcPts val="0"/>
              </a:spcAft>
              <a:buClr>
                <a:schemeClr val="dk1"/>
              </a:buClr>
              <a:buSzPct val="100000"/>
              <a:buNone/>
            </a:pPr>
            <a:r>
              <a:rPr lang="es-MX"/>
              <a:t>COLUMNA EQU   15</a:t>
            </a:r>
            <a:endParaRPr/>
          </a:p>
          <a:p>
            <a:pPr indent="0" lvl="0" marL="0" rtl="0" algn="l">
              <a:lnSpc>
                <a:spcPct val="100000"/>
              </a:lnSpc>
              <a:spcBef>
                <a:spcPts val="256"/>
              </a:spcBef>
              <a:spcAft>
                <a:spcPts val="0"/>
              </a:spcAft>
              <a:buClr>
                <a:schemeClr val="dk1"/>
              </a:buClr>
              <a:buSzPct val="100000"/>
              <a:buNone/>
            </a:pPr>
            <a:r>
              <a:rPr lang="es-MX"/>
              <a:t>FILA    EQU   15</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start:  mov ah, 0</a:t>
            </a:r>
            <a:endParaRPr/>
          </a:p>
          <a:p>
            <a:pPr indent="0" lvl="0" marL="0" rtl="0" algn="l">
              <a:lnSpc>
                <a:spcPct val="100000"/>
              </a:lnSpc>
              <a:spcBef>
                <a:spcPts val="256"/>
              </a:spcBef>
              <a:spcAft>
                <a:spcPts val="0"/>
              </a:spcAft>
              <a:buClr>
                <a:schemeClr val="dk1"/>
              </a:buClr>
              <a:buSzPct val="100000"/>
              <a:buNone/>
            </a:pPr>
            <a:r>
              <a:rPr lang="es-MX"/>
              <a:t>        mov al, 13h</a:t>
            </a:r>
            <a:endParaRPr/>
          </a:p>
          <a:p>
            <a:pPr indent="0" lvl="0" marL="0" rtl="0" algn="l">
              <a:lnSpc>
                <a:spcPct val="100000"/>
              </a:lnSpc>
              <a:spcBef>
                <a:spcPts val="256"/>
              </a:spcBef>
              <a:spcAft>
                <a:spcPts val="0"/>
              </a:spcAft>
              <a:buClr>
                <a:schemeClr val="dk1"/>
              </a:buClr>
              <a:buSzPct val="100000"/>
              <a:buNone/>
            </a:pPr>
            <a:r>
              <a:rPr lang="es-MX"/>
              <a:t>        int 10h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dl, COLUMNA</a:t>
            </a:r>
            <a:endParaRPr/>
          </a:p>
          <a:p>
            <a:pPr indent="0" lvl="0" marL="0" rtl="0" algn="l">
              <a:lnSpc>
                <a:spcPct val="100000"/>
              </a:lnSpc>
              <a:spcBef>
                <a:spcPts val="256"/>
              </a:spcBef>
              <a:spcAft>
                <a:spcPts val="0"/>
              </a:spcAft>
              <a:buClr>
                <a:schemeClr val="dk1"/>
              </a:buClr>
              <a:buSzPct val="100000"/>
              <a:buNone/>
            </a:pPr>
            <a:r>
              <a:rPr lang="es-MX"/>
              <a:t>        mov dh, FILA</a:t>
            </a:r>
            <a:endParaRPr/>
          </a:p>
          <a:p>
            <a:pPr indent="0" lvl="0" marL="0" rtl="0" algn="l">
              <a:lnSpc>
                <a:spcPct val="100000"/>
              </a:lnSpc>
              <a:spcBef>
                <a:spcPts val="256"/>
              </a:spcBef>
              <a:spcAft>
                <a:spcPts val="0"/>
              </a:spcAft>
              <a:buClr>
                <a:schemeClr val="dk1"/>
              </a:buClr>
              <a:buSzPct val="100000"/>
              <a:buNone/>
            </a:pPr>
            <a:r>
              <a:rPr lang="es-MX"/>
              <a:t>        mov bh, 0</a:t>
            </a:r>
            <a:endParaRPr/>
          </a:p>
          <a:p>
            <a:pPr indent="0" lvl="0" marL="0" rtl="0" algn="l">
              <a:lnSpc>
                <a:spcPct val="100000"/>
              </a:lnSpc>
              <a:spcBef>
                <a:spcPts val="256"/>
              </a:spcBef>
              <a:spcAft>
                <a:spcPts val="0"/>
              </a:spcAft>
              <a:buClr>
                <a:schemeClr val="dk1"/>
              </a:buClr>
              <a:buSzPct val="100000"/>
              <a:buNone/>
            </a:pPr>
            <a:r>
              <a:rPr lang="es-MX"/>
              <a:t>        mov ah, 2</a:t>
            </a:r>
            <a:endParaRPr/>
          </a:p>
          <a:p>
            <a:pPr indent="0" lvl="0" marL="0" rtl="0" algn="l">
              <a:lnSpc>
                <a:spcPct val="100000"/>
              </a:lnSpc>
              <a:spcBef>
                <a:spcPts val="256"/>
              </a:spcBef>
              <a:spcAft>
                <a:spcPts val="0"/>
              </a:spcAft>
              <a:buClr>
                <a:schemeClr val="dk1"/>
              </a:buClr>
              <a:buSzPct val="100000"/>
              <a:buNone/>
            </a:pPr>
            <a:r>
              <a:rPr lang="es-MX"/>
              <a:t>        int 10h</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ah, 0 </a:t>
            </a:r>
            <a:endParaRPr/>
          </a:p>
          <a:p>
            <a:pPr indent="0" lvl="0" marL="0" rtl="0" algn="l">
              <a:lnSpc>
                <a:spcPct val="100000"/>
              </a:lnSpc>
              <a:spcBef>
                <a:spcPts val="256"/>
              </a:spcBef>
              <a:spcAft>
                <a:spcPts val="0"/>
              </a:spcAft>
              <a:buClr>
                <a:schemeClr val="dk1"/>
              </a:buClr>
              <a:buSzPct val="100000"/>
              <a:buNone/>
            </a:pPr>
            <a:r>
              <a:rPr lang="es-MX"/>
              <a:t>        int     16h     </a:t>
            </a:r>
            <a:endParaRPr/>
          </a:p>
          <a:p>
            <a:pPr indent="0" lvl="0" marL="0" rtl="0" algn="l">
              <a:lnSpc>
                <a:spcPct val="100000"/>
              </a:lnSpc>
              <a:spcBef>
                <a:spcPts val="256"/>
              </a:spcBef>
              <a:spcAft>
                <a:spcPts val="0"/>
              </a:spcAft>
              <a:buClr>
                <a:schemeClr val="dk1"/>
              </a:buClr>
              <a:buSzPct val="100000"/>
              <a:buNone/>
            </a:pPr>
            <a:r>
              <a:rPr lang="es-MX"/>
              <a:t>        ret </a:t>
            </a:r>
            <a:endParaRPr/>
          </a:p>
        </p:txBody>
      </p:sp>
      <p:sp>
        <p:nvSpPr>
          <p:cNvPr id="3251" name="Google Shape;3251;p40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252" name="Google Shape;3252;p40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6" name="Shape 3256"/>
        <p:cNvGrpSpPr/>
        <p:nvPr/>
      </p:nvGrpSpPr>
      <p:grpSpPr>
        <a:xfrm>
          <a:off x="0" y="0"/>
          <a:ext cx="0" cy="0"/>
          <a:chOff x="0" y="0"/>
          <a:chExt cx="0" cy="0"/>
        </a:xfrm>
      </p:grpSpPr>
      <p:sp>
        <p:nvSpPr>
          <p:cNvPr id="3257" name="Google Shape;3257;p4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Lectura de una cadena de texto desde teclado:</a:t>
            </a:r>
            <a:endParaRPr/>
          </a:p>
        </p:txBody>
      </p:sp>
      <p:sp>
        <p:nvSpPr>
          <p:cNvPr id="3258" name="Google Shape;3258;p4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400"/>
              </a:spcBef>
              <a:spcAft>
                <a:spcPts val="0"/>
              </a:spcAft>
              <a:buClr>
                <a:schemeClr val="dk1"/>
              </a:buClr>
              <a:buSzPct val="100000"/>
              <a:buNone/>
            </a:pPr>
            <a:r>
              <a:rPr lang="es-MX"/>
              <a:t>        jmp start      </a:t>
            </a:r>
            <a:endParaRPr/>
          </a:p>
          <a:p>
            <a:pPr indent="0" lvl="0" marL="0" rtl="0" algn="l">
              <a:lnSpc>
                <a:spcPct val="100000"/>
              </a:lnSpc>
              <a:spcBef>
                <a:spcPts val="400"/>
              </a:spcBef>
              <a:spcAft>
                <a:spcPts val="0"/>
              </a:spcAft>
              <a:buClr>
                <a:schemeClr val="dk1"/>
              </a:buClr>
              <a:buSzPct val="100000"/>
              <a:buNone/>
            </a:pPr>
            <a:r>
              <a:rPr lang="es-MX"/>
              <a:t>BUFFER  db 20 dup(0)   </a:t>
            </a:r>
            <a:endParaRPr/>
          </a:p>
          <a:p>
            <a:pPr indent="0" lvl="0" marL="0" rtl="0" algn="l">
              <a:lnSpc>
                <a:spcPct val="100000"/>
              </a:lnSpc>
              <a:spcBef>
                <a:spcPts val="400"/>
              </a:spcBef>
              <a:spcAft>
                <a:spcPts val="0"/>
              </a:spcAft>
              <a:buClr>
                <a:schemeClr val="dk1"/>
              </a:buClr>
              <a:buSzPct val="100000"/>
              <a:buNone/>
            </a:pPr>
            <a:r>
              <a:rPr lang="es-MX"/>
              <a:t>LONGITUDMAX EQU  20     </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start:  mov dx,offset BUFFER</a:t>
            </a:r>
            <a:endParaRPr/>
          </a:p>
          <a:p>
            <a:pPr indent="0" lvl="0" marL="0" rtl="0" algn="l">
              <a:lnSpc>
                <a:spcPct val="100000"/>
              </a:lnSpc>
              <a:spcBef>
                <a:spcPts val="400"/>
              </a:spcBef>
              <a:spcAft>
                <a:spcPts val="0"/>
              </a:spcAft>
              <a:buClr>
                <a:schemeClr val="dk1"/>
              </a:buClr>
              <a:buSzPct val="100000"/>
              <a:buNone/>
            </a:pPr>
            <a:r>
              <a:rPr lang="es-MX"/>
              <a:t>        mov bx,dx</a:t>
            </a:r>
            <a:endParaRPr/>
          </a:p>
          <a:p>
            <a:pPr indent="0" lvl="0" marL="0" rtl="0" algn="l">
              <a:lnSpc>
                <a:spcPct val="100000"/>
              </a:lnSpc>
              <a:spcBef>
                <a:spcPts val="400"/>
              </a:spcBef>
              <a:spcAft>
                <a:spcPts val="0"/>
              </a:spcAft>
              <a:buClr>
                <a:schemeClr val="dk1"/>
              </a:buClr>
              <a:buSzPct val="100000"/>
              <a:buNone/>
            </a:pPr>
            <a:r>
              <a:rPr lang="es-MX"/>
              <a:t>        mov byte ptr [bx+0] , LONGITUDMAX</a:t>
            </a:r>
            <a:endParaRPr/>
          </a:p>
          <a:p>
            <a:pPr indent="0" lvl="0" marL="0" rtl="0" algn="l">
              <a:lnSpc>
                <a:spcPct val="100000"/>
              </a:lnSpc>
              <a:spcBef>
                <a:spcPts val="400"/>
              </a:spcBef>
              <a:spcAft>
                <a:spcPts val="0"/>
              </a:spcAft>
              <a:buClr>
                <a:schemeClr val="dk1"/>
              </a:buClr>
              <a:buSzPct val="100000"/>
              <a:buNone/>
            </a:pPr>
            <a:r>
              <a:rPr lang="es-MX"/>
              <a:t>        mov ah,0Ah</a:t>
            </a:r>
            <a:endParaRPr/>
          </a:p>
          <a:p>
            <a:pPr indent="0" lvl="0" marL="0" rtl="0" algn="l">
              <a:lnSpc>
                <a:spcPct val="100000"/>
              </a:lnSpc>
              <a:spcBef>
                <a:spcPts val="400"/>
              </a:spcBef>
              <a:spcAft>
                <a:spcPts val="0"/>
              </a:spcAft>
              <a:buClr>
                <a:schemeClr val="dk1"/>
              </a:buClr>
              <a:buSzPct val="100000"/>
              <a:buNone/>
            </a:pPr>
            <a:r>
              <a:rPr lang="es-MX"/>
              <a:t>        int 21h </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        mov     ah, 0 </a:t>
            </a:r>
            <a:endParaRPr/>
          </a:p>
          <a:p>
            <a:pPr indent="0" lvl="0" marL="0" rtl="0" algn="l">
              <a:lnSpc>
                <a:spcPct val="100000"/>
              </a:lnSpc>
              <a:spcBef>
                <a:spcPts val="400"/>
              </a:spcBef>
              <a:spcAft>
                <a:spcPts val="0"/>
              </a:spcAft>
              <a:buClr>
                <a:schemeClr val="dk1"/>
              </a:buClr>
              <a:buSzPct val="100000"/>
              <a:buNone/>
            </a:pPr>
            <a:r>
              <a:rPr lang="es-MX"/>
              <a:t>        int     16h     </a:t>
            </a:r>
            <a:endParaRPr/>
          </a:p>
          <a:p>
            <a:pPr indent="0" lvl="0" marL="0" rtl="0" algn="l">
              <a:lnSpc>
                <a:spcPct val="100000"/>
              </a:lnSpc>
              <a:spcBef>
                <a:spcPts val="400"/>
              </a:spcBef>
              <a:spcAft>
                <a:spcPts val="0"/>
              </a:spcAft>
              <a:buClr>
                <a:schemeClr val="dk1"/>
              </a:buClr>
              <a:buSzPct val="100000"/>
              <a:buNone/>
            </a:pPr>
            <a:r>
              <a:rPr lang="es-MX"/>
              <a:t>        ret </a:t>
            </a:r>
            <a:endParaRPr/>
          </a:p>
        </p:txBody>
      </p:sp>
      <p:sp>
        <p:nvSpPr>
          <p:cNvPr id="3259" name="Google Shape;3259;p4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260" name="Google Shape;3260;p4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4" name="Shape 3264"/>
        <p:cNvGrpSpPr/>
        <p:nvPr/>
      </p:nvGrpSpPr>
      <p:grpSpPr>
        <a:xfrm>
          <a:off x="0" y="0"/>
          <a:ext cx="0" cy="0"/>
          <a:chOff x="0" y="0"/>
          <a:chExt cx="0" cy="0"/>
        </a:xfrm>
      </p:grpSpPr>
      <p:sp>
        <p:nvSpPr>
          <p:cNvPr id="3265" name="Google Shape;3265;p4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Lectura de una letra desde teclado:</a:t>
            </a:r>
            <a:endParaRPr/>
          </a:p>
        </p:txBody>
      </p:sp>
      <p:sp>
        <p:nvSpPr>
          <p:cNvPr id="3266" name="Google Shape;3266;p4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592"/>
              </a:spcBef>
              <a:spcAft>
                <a:spcPts val="0"/>
              </a:spcAft>
              <a:buClr>
                <a:schemeClr val="dk1"/>
              </a:buClr>
              <a:buSzPct val="100000"/>
              <a:buNone/>
            </a:pPr>
            <a:r>
              <a:rPr lang="es-MX"/>
              <a:t>        jmp start      </a:t>
            </a:r>
            <a:endParaRPr/>
          </a:p>
          <a:p>
            <a:pPr indent="0" lvl="0" marL="0" rtl="0" algn="l">
              <a:lnSpc>
                <a:spcPct val="100000"/>
              </a:lnSpc>
              <a:spcBef>
                <a:spcPts val="592"/>
              </a:spcBef>
              <a:spcAft>
                <a:spcPts val="0"/>
              </a:spcAft>
              <a:buClr>
                <a:schemeClr val="dk1"/>
              </a:buClr>
              <a:buSzPct val="100000"/>
              <a:buNone/>
            </a:pPr>
            <a:r>
              <a:rPr lang="es-MX"/>
              <a:t>      </a:t>
            </a:r>
            <a:endParaRPr/>
          </a:p>
          <a:p>
            <a:pPr indent="0" lvl="0" marL="0" rtl="0" algn="l">
              <a:lnSpc>
                <a:spcPct val="100000"/>
              </a:lnSpc>
              <a:spcBef>
                <a:spcPts val="592"/>
              </a:spcBef>
              <a:spcAft>
                <a:spcPts val="0"/>
              </a:spcAft>
              <a:buClr>
                <a:schemeClr val="dk1"/>
              </a:buClr>
              <a:buSzPct val="100000"/>
              <a:buNone/>
            </a:pPr>
            <a:r>
              <a:rPr lang="es-MX"/>
              <a:t>start:  mov ah,01h</a:t>
            </a:r>
            <a:endParaRPr/>
          </a:p>
          <a:p>
            <a:pPr indent="0" lvl="0" marL="0" rtl="0" algn="l">
              <a:lnSpc>
                <a:spcPct val="100000"/>
              </a:lnSpc>
              <a:spcBef>
                <a:spcPts val="592"/>
              </a:spcBef>
              <a:spcAft>
                <a:spcPts val="0"/>
              </a:spcAft>
              <a:buClr>
                <a:schemeClr val="dk1"/>
              </a:buClr>
              <a:buSzPct val="100000"/>
              <a:buNone/>
            </a:pPr>
            <a:r>
              <a:rPr lang="es-MX"/>
              <a:t>        int 21h ; el código ASCII de la letra pulsada queda en el registro AL  </a:t>
            </a:r>
            <a:endParaRPr/>
          </a:p>
          <a:p>
            <a:pPr indent="0" lvl="0" marL="0" rtl="0" algn="l">
              <a:lnSpc>
                <a:spcPct val="100000"/>
              </a:lnSpc>
              <a:spcBef>
                <a:spcPts val="592"/>
              </a:spcBef>
              <a:spcAft>
                <a:spcPts val="0"/>
              </a:spcAft>
              <a:buClr>
                <a:schemeClr val="dk1"/>
              </a:buClr>
              <a:buSzPct val="100000"/>
              <a:buNone/>
            </a:pPr>
            <a:r>
              <a:rPr lang="es-MX"/>
              <a:t>    </a:t>
            </a:r>
            <a:endParaRPr/>
          </a:p>
          <a:p>
            <a:pPr indent="0" lvl="0" marL="0" rtl="0" algn="l">
              <a:lnSpc>
                <a:spcPct val="100000"/>
              </a:lnSpc>
              <a:spcBef>
                <a:spcPts val="592"/>
              </a:spcBef>
              <a:spcAft>
                <a:spcPts val="0"/>
              </a:spcAft>
              <a:buClr>
                <a:schemeClr val="dk1"/>
              </a:buClr>
              <a:buSzPct val="100000"/>
              <a:buNone/>
            </a:pPr>
            <a:r>
              <a:rPr lang="es-MX"/>
              <a:t>        mov     ah, 0 </a:t>
            </a:r>
            <a:endParaRPr/>
          </a:p>
          <a:p>
            <a:pPr indent="0" lvl="0" marL="0" rtl="0" algn="l">
              <a:lnSpc>
                <a:spcPct val="100000"/>
              </a:lnSpc>
              <a:spcBef>
                <a:spcPts val="592"/>
              </a:spcBef>
              <a:spcAft>
                <a:spcPts val="0"/>
              </a:spcAft>
              <a:buClr>
                <a:schemeClr val="dk1"/>
              </a:buClr>
              <a:buSzPct val="100000"/>
              <a:buNone/>
            </a:pPr>
            <a:r>
              <a:rPr lang="es-MX"/>
              <a:t>        int     16h     </a:t>
            </a:r>
            <a:endParaRPr/>
          </a:p>
          <a:p>
            <a:pPr indent="0" lvl="0" marL="0" rtl="0" algn="l">
              <a:lnSpc>
                <a:spcPct val="100000"/>
              </a:lnSpc>
              <a:spcBef>
                <a:spcPts val="592"/>
              </a:spcBef>
              <a:spcAft>
                <a:spcPts val="0"/>
              </a:spcAft>
              <a:buClr>
                <a:schemeClr val="dk1"/>
              </a:buClr>
              <a:buSzPct val="100000"/>
              <a:buNone/>
            </a:pPr>
            <a:r>
              <a:rPr lang="es-MX"/>
              <a:t>        ret</a:t>
            </a:r>
            <a:endParaRPr/>
          </a:p>
        </p:txBody>
      </p:sp>
      <p:sp>
        <p:nvSpPr>
          <p:cNvPr id="3267" name="Google Shape;3267;p4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268" name="Google Shape;3268;p4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2" name="Shape 3272"/>
        <p:cNvGrpSpPr/>
        <p:nvPr/>
      </p:nvGrpSpPr>
      <p:grpSpPr>
        <a:xfrm>
          <a:off x="0" y="0"/>
          <a:ext cx="0" cy="0"/>
          <a:chOff x="0" y="0"/>
          <a:chExt cx="0" cy="0"/>
        </a:xfrm>
      </p:grpSpPr>
      <p:sp>
        <p:nvSpPr>
          <p:cNvPr id="3273" name="Google Shape;3273;p4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Mostrar una letra por pantalla:</a:t>
            </a:r>
            <a:endParaRPr/>
          </a:p>
        </p:txBody>
      </p:sp>
      <p:sp>
        <p:nvSpPr>
          <p:cNvPr id="3274" name="Google Shape;3274;p4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448"/>
              </a:spcBef>
              <a:spcAft>
                <a:spcPts val="0"/>
              </a:spcAft>
              <a:buClr>
                <a:schemeClr val="dk1"/>
              </a:buClr>
              <a:buSzPct val="100000"/>
              <a:buNone/>
            </a:pPr>
            <a:r>
              <a:rPr lang="es-MX"/>
              <a:t>        jmp start </a:t>
            </a:r>
            <a:endParaRPr/>
          </a:p>
          <a:p>
            <a:pPr indent="0" lvl="0" marL="0" rtl="0" algn="l">
              <a:lnSpc>
                <a:spcPct val="100000"/>
              </a:lnSpc>
              <a:spcBef>
                <a:spcPts val="448"/>
              </a:spcBef>
              <a:spcAft>
                <a:spcPts val="0"/>
              </a:spcAft>
              <a:buClr>
                <a:schemeClr val="dk1"/>
              </a:buClr>
              <a:buSzPct val="100000"/>
              <a:buNone/>
            </a:pPr>
            <a:r>
              <a:rPr lang="es-MX"/>
              <a:t>LETRA   db 'A'             </a:t>
            </a:r>
            <a:endParaRPr/>
          </a:p>
          <a:p>
            <a:pPr indent="0" lvl="0" marL="0" rtl="0" algn="l">
              <a:lnSpc>
                <a:spcPct val="100000"/>
              </a:lnSpc>
              <a:spcBef>
                <a:spcPts val="448"/>
              </a:spcBef>
              <a:spcAft>
                <a:spcPts val="0"/>
              </a:spcAft>
              <a:buClr>
                <a:schemeClr val="dk1"/>
              </a:buClr>
              <a:buSzPct val="100000"/>
              <a:buNone/>
            </a:pPr>
            <a:r>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start:  mov dl, LETRA</a:t>
            </a:r>
            <a:endParaRPr/>
          </a:p>
          <a:p>
            <a:pPr indent="0" lvl="0" marL="0" rtl="0" algn="l">
              <a:lnSpc>
                <a:spcPct val="100000"/>
              </a:lnSpc>
              <a:spcBef>
                <a:spcPts val="448"/>
              </a:spcBef>
              <a:spcAft>
                <a:spcPts val="0"/>
              </a:spcAft>
              <a:buClr>
                <a:schemeClr val="dk1"/>
              </a:buClr>
              <a:buSzPct val="100000"/>
              <a:buNone/>
            </a:pPr>
            <a:r>
              <a:rPr lang="es-MX"/>
              <a:t>        mov ah, 2</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ret </a:t>
            </a:r>
            <a:endParaRPr/>
          </a:p>
        </p:txBody>
      </p:sp>
      <p:sp>
        <p:nvSpPr>
          <p:cNvPr id="3275" name="Google Shape;3275;p4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276" name="Google Shape;3276;p4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0" name="Shape 3280"/>
        <p:cNvGrpSpPr/>
        <p:nvPr/>
      </p:nvGrpSpPr>
      <p:grpSpPr>
        <a:xfrm>
          <a:off x="0" y="0"/>
          <a:ext cx="0" cy="0"/>
          <a:chOff x="0" y="0"/>
          <a:chExt cx="0" cy="0"/>
        </a:xfrm>
      </p:grpSpPr>
      <p:sp>
        <p:nvSpPr>
          <p:cNvPr id="3281" name="Google Shape;3281;p4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Mostrar una cadena de texto por pantalla:</a:t>
            </a:r>
            <a:endParaRPr/>
          </a:p>
        </p:txBody>
      </p:sp>
      <p:sp>
        <p:nvSpPr>
          <p:cNvPr id="3282" name="Google Shape;3282;p4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        jmp start </a:t>
            </a:r>
            <a:endParaRPr/>
          </a:p>
          <a:p>
            <a:pPr indent="0" lvl="0" marL="0" rtl="0" algn="l">
              <a:lnSpc>
                <a:spcPct val="100000"/>
              </a:lnSpc>
              <a:spcBef>
                <a:spcPts val="448"/>
              </a:spcBef>
              <a:spcAft>
                <a:spcPts val="0"/>
              </a:spcAft>
              <a:buClr>
                <a:schemeClr val="dk1"/>
              </a:buClr>
              <a:buSzPct val="100000"/>
              <a:buNone/>
            </a:pPr>
            <a:r>
              <a:rPr lang="es-MX"/>
              <a:t>CADENA   db "Hello, World!", 0Dh,0Ah, 24h                    </a:t>
            </a:r>
            <a:endParaRPr/>
          </a:p>
          <a:p>
            <a:pPr indent="0" lvl="0" marL="0" rtl="0" algn="l">
              <a:lnSpc>
                <a:spcPct val="100000"/>
              </a:lnSpc>
              <a:spcBef>
                <a:spcPts val="448"/>
              </a:spcBef>
              <a:spcAft>
                <a:spcPts val="0"/>
              </a:spcAft>
              <a:buClr>
                <a:schemeClr val="dk1"/>
              </a:buClr>
              <a:buSzPct val="100000"/>
              <a:buNone/>
            </a:pPr>
            <a:r>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start:  mov dx, offset CADENA</a:t>
            </a:r>
            <a:endParaRPr/>
          </a:p>
          <a:p>
            <a:pPr indent="0" lvl="0" marL="0" rtl="0" algn="l">
              <a:lnSpc>
                <a:spcPct val="100000"/>
              </a:lnSpc>
              <a:spcBef>
                <a:spcPts val="448"/>
              </a:spcBef>
              <a:spcAft>
                <a:spcPts val="0"/>
              </a:spcAft>
              <a:buClr>
                <a:schemeClr val="dk1"/>
              </a:buClr>
              <a:buSzPct val="100000"/>
              <a:buNone/>
            </a:pPr>
            <a:r>
              <a:rPr lang="es-MX"/>
              <a:t>        mov ah, 9</a:t>
            </a:r>
            <a:endParaRPr/>
          </a:p>
          <a:p>
            <a:pPr indent="0" lvl="0" marL="0" rtl="0" algn="l">
              <a:lnSpc>
                <a:spcPct val="100000"/>
              </a:lnSpc>
              <a:spcBef>
                <a:spcPts val="448"/>
              </a:spcBef>
              <a:spcAft>
                <a:spcPts val="0"/>
              </a:spcAft>
              <a:buClr>
                <a:schemeClr val="dk1"/>
              </a:buClr>
              <a:buSzPct val="100000"/>
              <a:buNone/>
            </a:pPr>
            <a:r>
              <a:rPr lang="es-MX"/>
              <a:t>        int 21h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ret</a:t>
            </a:r>
            <a:endParaRPr/>
          </a:p>
        </p:txBody>
      </p:sp>
      <p:sp>
        <p:nvSpPr>
          <p:cNvPr id="3283" name="Google Shape;3283;p4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284" name="Google Shape;3284;p4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8" name="Shape 3288"/>
        <p:cNvGrpSpPr/>
        <p:nvPr/>
      </p:nvGrpSpPr>
      <p:grpSpPr>
        <a:xfrm>
          <a:off x="0" y="0"/>
          <a:ext cx="0" cy="0"/>
          <a:chOff x="0" y="0"/>
          <a:chExt cx="0" cy="0"/>
        </a:xfrm>
      </p:grpSpPr>
      <p:sp>
        <p:nvSpPr>
          <p:cNvPr id="3289" name="Google Shape;3289;p4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290" name="Google Shape;3290;p4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u="sng">
                <a:solidFill>
                  <a:schemeClr val="hlink"/>
                </a:solidFill>
                <a:hlinkClick r:id="rId3"/>
              </a:rPr>
              <a:t>https://www.cs.buap.mx/~hilario_sm/slide/ensamblador%202012/practica3/pract_dibujo.pdf</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3291" name="Google Shape;3291;p4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292" name="Google Shape;3292;p4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6" name="Shape 3296"/>
        <p:cNvGrpSpPr/>
        <p:nvPr/>
      </p:nvGrpSpPr>
      <p:grpSpPr>
        <a:xfrm>
          <a:off x="0" y="0"/>
          <a:ext cx="0" cy="0"/>
          <a:chOff x="0" y="0"/>
          <a:chExt cx="0" cy="0"/>
        </a:xfrm>
      </p:grpSpPr>
      <p:sp>
        <p:nvSpPr>
          <p:cNvPr id="3297" name="Google Shape;3297;p4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b="1" lang="es-MX"/>
              <a:t>Primer programa para entender como utilizar los registros:</a:t>
            </a:r>
            <a:endParaRPr/>
          </a:p>
        </p:txBody>
      </p:sp>
      <p:sp>
        <p:nvSpPr>
          <p:cNvPr id="3298" name="Google Shape;3298;p4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Clr>
                <a:schemeClr val="dk1"/>
              </a:buClr>
              <a:buSzPts val="3200"/>
              <a:buNone/>
            </a:pPr>
            <a:r>
              <a:rPr lang="es-MX"/>
              <a:t>ORG 100h</a:t>
            </a:r>
            <a:endParaRPr/>
          </a:p>
          <a:p>
            <a:pPr indent="0" lvl="0" marL="0" rtl="0" algn="l">
              <a:lnSpc>
                <a:spcPct val="100000"/>
              </a:lnSpc>
              <a:spcBef>
                <a:spcPts val="640"/>
              </a:spcBef>
              <a:spcAft>
                <a:spcPts val="0"/>
              </a:spcAft>
              <a:buClr>
                <a:schemeClr val="dk1"/>
              </a:buClr>
              <a:buSzPts val="3200"/>
              <a:buNone/>
            </a:pPr>
            <a:r>
              <a:rPr lang="es-MX"/>
              <a:t> mov ax, 10 	;AX=10</a:t>
            </a:r>
            <a:endParaRPr/>
          </a:p>
          <a:p>
            <a:pPr indent="0" lvl="0" marL="0" rtl="0" algn="l">
              <a:lnSpc>
                <a:spcPct val="100000"/>
              </a:lnSpc>
              <a:spcBef>
                <a:spcPts val="640"/>
              </a:spcBef>
              <a:spcAft>
                <a:spcPts val="0"/>
              </a:spcAft>
              <a:buClr>
                <a:schemeClr val="dk1"/>
              </a:buClr>
              <a:buSzPts val="3200"/>
              <a:buNone/>
            </a:pPr>
            <a:r>
              <a:rPr lang="es-MX"/>
              <a:t> mov bx, 00F9h	;BX=0xF9</a:t>
            </a:r>
            <a:endParaRPr/>
          </a:p>
          <a:p>
            <a:pPr indent="0" lvl="0" marL="0" rtl="0" algn="l">
              <a:lnSpc>
                <a:spcPct val="100000"/>
              </a:lnSpc>
              <a:spcBef>
                <a:spcPts val="640"/>
              </a:spcBef>
              <a:spcAft>
                <a:spcPts val="0"/>
              </a:spcAft>
              <a:buClr>
                <a:schemeClr val="dk1"/>
              </a:buClr>
              <a:buSzPts val="3200"/>
              <a:buNone/>
            </a:pPr>
            <a:r>
              <a:rPr lang="es-MX"/>
              <a:t> inc bx		;BX++</a:t>
            </a:r>
            <a:endParaRPr/>
          </a:p>
          <a:p>
            <a:pPr indent="0" lvl="0" marL="0" rtl="0" algn="l">
              <a:lnSpc>
                <a:spcPct val="100000"/>
              </a:lnSpc>
              <a:spcBef>
                <a:spcPts val="640"/>
              </a:spcBef>
              <a:spcAft>
                <a:spcPts val="0"/>
              </a:spcAft>
              <a:buClr>
                <a:schemeClr val="dk1"/>
              </a:buClr>
              <a:buSzPts val="3200"/>
              <a:buNone/>
            </a:pPr>
            <a:r>
              <a:rPr lang="es-MX"/>
              <a:t> add ax, 4		;AX=AX+4</a:t>
            </a:r>
            <a:endParaRPr/>
          </a:p>
          <a:p>
            <a:pPr indent="0" lvl="0" marL="0" rtl="0" algn="l">
              <a:lnSpc>
                <a:spcPct val="100000"/>
              </a:lnSpc>
              <a:spcBef>
                <a:spcPts val="640"/>
              </a:spcBef>
              <a:spcAft>
                <a:spcPts val="0"/>
              </a:spcAft>
              <a:buClr>
                <a:schemeClr val="dk1"/>
              </a:buClr>
              <a:buSzPts val="3200"/>
              <a:buNone/>
            </a:pPr>
            <a:r>
              <a:rPr lang="es-MX"/>
              <a:t> mov cx,45		;CX=45</a:t>
            </a:r>
            <a:endParaRPr/>
          </a:p>
          <a:p>
            <a:pPr indent="0" lvl="0" marL="0" rtl="0" algn="l">
              <a:lnSpc>
                <a:spcPct val="100000"/>
              </a:lnSpc>
              <a:spcBef>
                <a:spcPts val="640"/>
              </a:spcBef>
              <a:spcAft>
                <a:spcPts val="0"/>
              </a:spcAft>
              <a:buClr>
                <a:schemeClr val="dk1"/>
              </a:buClr>
              <a:buSzPts val="3200"/>
              <a:buNone/>
            </a:pPr>
            <a:r>
              <a:rPr lang="es-MX"/>
              <a:t> sub cx,cx		;CX=CX-CX</a:t>
            </a:r>
            <a:endParaRPr/>
          </a:p>
          <a:p>
            <a:pPr indent="0" lvl="0" marL="0" rtl="0" algn="l">
              <a:lnSpc>
                <a:spcPct val="100000"/>
              </a:lnSpc>
              <a:spcBef>
                <a:spcPts val="640"/>
              </a:spcBef>
              <a:spcAft>
                <a:spcPts val="0"/>
              </a:spcAft>
              <a:buClr>
                <a:schemeClr val="dk1"/>
              </a:buClr>
              <a:buSzPts val="3200"/>
              <a:buNone/>
            </a:pPr>
            <a:r>
              <a:rPr lang="es-MX"/>
              <a:t>ret</a:t>
            </a:r>
            <a:endParaRPr/>
          </a:p>
        </p:txBody>
      </p:sp>
      <p:sp>
        <p:nvSpPr>
          <p:cNvPr id="3299" name="Google Shape;3299;p4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00" name="Google Shape;3300;p4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4" name="Shape 3304"/>
        <p:cNvGrpSpPr/>
        <p:nvPr/>
      </p:nvGrpSpPr>
      <p:grpSpPr>
        <a:xfrm>
          <a:off x="0" y="0"/>
          <a:ext cx="0" cy="0"/>
          <a:chOff x="0" y="0"/>
          <a:chExt cx="0" cy="0"/>
        </a:xfrm>
      </p:grpSpPr>
      <p:sp>
        <p:nvSpPr>
          <p:cNvPr id="3305" name="Google Shape;3305;p4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Utilizar Loop:</a:t>
            </a:r>
            <a:endParaRPr/>
          </a:p>
        </p:txBody>
      </p:sp>
      <p:sp>
        <p:nvSpPr>
          <p:cNvPr id="3306" name="Google Shape;3306;p4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44"/>
              </a:spcBef>
              <a:spcAft>
                <a:spcPts val="0"/>
              </a:spcAft>
              <a:buClr>
                <a:schemeClr val="dk1"/>
              </a:buClr>
              <a:buSzPct val="100000"/>
              <a:buNone/>
            </a:pPr>
            <a:r>
              <a:rPr lang="es-MX"/>
              <a:t>	MOV CX, 5 </a:t>
            </a:r>
            <a:endParaRPr/>
          </a:p>
          <a:p>
            <a:pPr indent="0" lvl="0" marL="0" rtl="0" algn="l">
              <a:lnSpc>
                <a:spcPct val="100000"/>
              </a:lnSpc>
              <a:spcBef>
                <a:spcPts val="544"/>
              </a:spcBef>
              <a:spcAft>
                <a:spcPts val="0"/>
              </a:spcAft>
              <a:buClr>
                <a:schemeClr val="dk1"/>
              </a:buClr>
              <a:buSzPct val="100000"/>
              <a:buNone/>
            </a:pPr>
            <a:r>
              <a:rPr lang="es-MX"/>
              <a:t>	MOV BX, 1 </a:t>
            </a:r>
            <a:endParaRPr/>
          </a:p>
          <a:p>
            <a:pPr indent="0" lvl="0" marL="0" rtl="0" algn="l">
              <a:lnSpc>
                <a:spcPct val="100000"/>
              </a:lnSpc>
              <a:spcBef>
                <a:spcPts val="544"/>
              </a:spcBef>
              <a:spcAft>
                <a:spcPts val="0"/>
              </a:spcAft>
              <a:buClr>
                <a:schemeClr val="dk1"/>
              </a:buClr>
              <a:buSzPct val="100000"/>
              <a:buNone/>
            </a:pPr>
            <a:r>
              <a:rPr lang="es-MX"/>
              <a:t>	MOV DL, 2</a:t>
            </a:r>
            <a:endParaRPr/>
          </a:p>
          <a:p>
            <a:pPr indent="0" lvl="0" marL="0" rtl="0" algn="l">
              <a:lnSpc>
                <a:spcPct val="100000"/>
              </a:lnSpc>
              <a:spcBef>
                <a:spcPts val="544"/>
              </a:spcBef>
              <a:spcAft>
                <a:spcPts val="0"/>
              </a:spcAft>
              <a:buClr>
                <a:schemeClr val="dk1"/>
              </a:buClr>
              <a:buSzPct val="100000"/>
              <a:buNone/>
            </a:pPr>
            <a:r>
              <a:rPr lang="es-MX"/>
              <a:t>comienzo:</a:t>
            </a:r>
            <a:endParaRPr/>
          </a:p>
          <a:p>
            <a:pPr indent="0" lvl="0" marL="0" rtl="0" algn="l">
              <a:lnSpc>
                <a:spcPct val="100000"/>
              </a:lnSpc>
              <a:spcBef>
                <a:spcPts val="544"/>
              </a:spcBef>
              <a:spcAft>
                <a:spcPts val="0"/>
              </a:spcAft>
              <a:buClr>
                <a:schemeClr val="dk1"/>
              </a:buClr>
              <a:buSzPct val="100000"/>
              <a:buNone/>
            </a:pPr>
            <a:r>
              <a:rPr lang="es-MX"/>
              <a:t>	 MOV AX, BX</a:t>
            </a:r>
            <a:endParaRPr/>
          </a:p>
          <a:p>
            <a:pPr indent="0" lvl="0" marL="0" rtl="0" algn="l">
              <a:lnSpc>
                <a:spcPct val="100000"/>
              </a:lnSpc>
              <a:spcBef>
                <a:spcPts val="544"/>
              </a:spcBef>
              <a:spcAft>
                <a:spcPts val="0"/>
              </a:spcAft>
              <a:buClr>
                <a:schemeClr val="dk1"/>
              </a:buClr>
              <a:buSzPct val="100000"/>
              <a:buNone/>
            </a:pPr>
            <a:r>
              <a:rPr lang="es-MX"/>
              <a:t>	 MUL DX</a:t>
            </a:r>
            <a:endParaRPr/>
          </a:p>
          <a:p>
            <a:pPr indent="0" lvl="0" marL="0" rtl="0" algn="l">
              <a:lnSpc>
                <a:spcPct val="100000"/>
              </a:lnSpc>
              <a:spcBef>
                <a:spcPts val="544"/>
              </a:spcBef>
              <a:spcAft>
                <a:spcPts val="0"/>
              </a:spcAft>
              <a:buClr>
                <a:schemeClr val="dk1"/>
              </a:buClr>
              <a:buSzPct val="100000"/>
              <a:buNone/>
            </a:pPr>
            <a:r>
              <a:rPr lang="es-MX"/>
              <a:t>	 MOV BX, AX</a:t>
            </a:r>
            <a:endParaRPr/>
          </a:p>
          <a:p>
            <a:pPr indent="0" lvl="0" marL="0" rtl="0" algn="l">
              <a:lnSpc>
                <a:spcPct val="100000"/>
              </a:lnSpc>
              <a:spcBef>
                <a:spcPts val="544"/>
              </a:spcBef>
              <a:spcAft>
                <a:spcPts val="0"/>
              </a:spcAft>
              <a:buClr>
                <a:schemeClr val="dk1"/>
              </a:buClr>
              <a:buSzPct val="100000"/>
              <a:buNone/>
            </a:pPr>
            <a:r>
              <a:rPr lang="es-MX"/>
              <a:t>	 LOOP comienzo</a:t>
            </a:r>
            <a:endParaRPr/>
          </a:p>
          <a:p>
            <a:pPr indent="0" lvl="0" marL="0" rtl="0" algn="l">
              <a:lnSpc>
                <a:spcPct val="100000"/>
              </a:lnSpc>
              <a:spcBef>
                <a:spcPts val="544"/>
              </a:spcBef>
              <a:spcAft>
                <a:spcPts val="0"/>
              </a:spcAft>
              <a:buClr>
                <a:schemeClr val="dk1"/>
              </a:buClr>
              <a:buSzPct val="100000"/>
              <a:buNone/>
            </a:pPr>
            <a:r>
              <a:rPr lang="es-MX"/>
              <a:t> RET</a:t>
            </a:r>
            <a:endParaRPr/>
          </a:p>
        </p:txBody>
      </p:sp>
      <p:sp>
        <p:nvSpPr>
          <p:cNvPr id="3307" name="Google Shape;3307;p4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08" name="Google Shape;3308;p4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2" name="Shape 3312"/>
        <p:cNvGrpSpPr/>
        <p:nvPr/>
      </p:nvGrpSpPr>
      <p:grpSpPr>
        <a:xfrm>
          <a:off x="0" y="0"/>
          <a:ext cx="0" cy="0"/>
          <a:chOff x="0" y="0"/>
          <a:chExt cx="0" cy="0"/>
        </a:xfrm>
      </p:grpSpPr>
      <p:sp>
        <p:nvSpPr>
          <p:cNvPr id="3313" name="Google Shape;3313;p4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Potencia:</a:t>
            </a:r>
            <a:endParaRPr/>
          </a:p>
        </p:txBody>
      </p:sp>
      <p:sp>
        <p:nvSpPr>
          <p:cNvPr id="3314" name="Google Shape;3314;p4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name "potencia" ;8 chars DOS</a:t>
            </a:r>
            <a:endParaRPr/>
          </a:p>
          <a:p>
            <a:pPr indent="0" lvl="0" marL="0" rtl="0" algn="l">
              <a:lnSpc>
                <a:spcPct val="100000"/>
              </a:lnSpc>
              <a:spcBef>
                <a:spcPts val="400"/>
              </a:spcBef>
              <a:spcAft>
                <a:spcPts val="0"/>
              </a:spcAft>
              <a:buClr>
                <a:schemeClr val="dk1"/>
              </a:buClr>
              <a:buSzPct val="100000"/>
              <a:buNone/>
            </a:pPr>
            <a:r>
              <a:rPr lang="es-MX"/>
              <a:t>org 100h ;counter to 100h</a:t>
            </a:r>
            <a:endParaRPr/>
          </a:p>
          <a:p>
            <a:pPr indent="0" lvl="0" marL="0" rtl="0" algn="l">
              <a:lnSpc>
                <a:spcPct val="100000"/>
              </a:lnSpc>
              <a:spcBef>
                <a:spcPts val="400"/>
              </a:spcBef>
              <a:spcAft>
                <a:spcPts val="0"/>
              </a:spcAft>
              <a:buClr>
                <a:schemeClr val="dk1"/>
              </a:buClr>
              <a:buSzPct val="100000"/>
              <a:buNone/>
            </a:pPr>
            <a:r>
              <a:rPr lang="es-MX"/>
              <a:t>        mov cx, num2      ;cx=3</a:t>
            </a:r>
            <a:endParaRPr/>
          </a:p>
          <a:p>
            <a:pPr indent="0" lvl="0" marL="0" rtl="0" algn="l">
              <a:lnSpc>
                <a:spcPct val="100000"/>
              </a:lnSpc>
              <a:spcBef>
                <a:spcPts val="400"/>
              </a:spcBef>
              <a:spcAft>
                <a:spcPts val="0"/>
              </a:spcAft>
              <a:buClr>
                <a:schemeClr val="dk1"/>
              </a:buClr>
              <a:buSzPct val="100000"/>
              <a:buNone/>
            </a:pPr>
            <a:r>
              <a:rPr lang="es-MX"/>
              <a:t>        mov ax, num1      ;ax=10</a:t>
            </a:r>
            <a:endParaRPr/>
          </a:p>
          <a:p>
            <a:pPr indent="0" lvl="0" marL="0" rtl="0" algn="l">
              <a:lnSpc>
                <a:spcPct val="100000"/>
              </a:lnSpc>
              <a:spcBef>
                <a:spcPts val="400"/>
              </a:spcBef>
              <a:spcAft>
                <a:spcPts val="0"/>
              </a:spcAft>
              <a:buClr>
                <a:schemeClr val="dk1"/>
              </a:buClr>
              <a:buSzPct val="100000"/>
              <a:buNone/>
            </a:pPr>
            <a:r>
              <a:rPr lang="es-MX"/>
              <a:t>inicio: mov bx,num1</a:t>
            </a:r>
            <a:endParaRPr/>
          </a:p>
          <a:p>
            <a:pPr indent="0" lvl="0" marL="0" rtl="0" algn="l">
              <a:lnSpc>
                <a:spcPct val="100000"/>
              </a:lnSpc>
              <a:spcBef>
                <a:spcPts val="400"/>
              </a:spcBef>
              <a:spcAft>
                <a:spcPts val="0"/>
              </a:spcAft>
              <a:buClr>
                <a:schemeClr val="dk1"/>
              </a:buClr>
              <a:buSzPct val="100000"/>
              <a:buNone/>
            </a:pPr>
            <a:r>
              <a:rPr lang="es-MX"/>
              <a:t>        mul bx            ;ax = ax * bx</a:t>
            </a:r>
            <a:endParaRPr/>
          </a:p>
          <a:p>
            <a:pPr indent="0" lvl="0" marL="0" rtl="0" algn="l">
              <a:lnSpc>
                <a:spcPct val="100000"/>
              </a:lnSpc>
              <a:spcBef>
                <a:spcPts val="400"/>
              </a:spcBef>
              <a:spcAft>
                <a:spcPts val="0"/>
              </a:spcAft>
              <a:buClr>
                <a:schemeClr val="dk1"/>
              </a:buClr>
              <a:buSzPct val="100000"/>
              <a:buNone/>
            </a:pPr>
            <a:r>
              <a:rPr lang="es-MX"/>
              <a:t>        loop inicio       ;c--</a:t>
            </a:r>
            <a:endParaRPr/>
          </a:p>
          <a:p>
            <a:pPr indent="0" lvl="0" marL="0" rtl="0" algn="l">
              <a:lnSpc>
                <a:spcPct val="100000"/>
              </a:lnSpc>
              <a:spcBef>
                <a:spcPts val="400"/>
              </a:spcBef>
              <a:spcAft>
                <a:spcPts val="0"/>
              </a:spcAft>
              <a:buClr>
                <a:schemeClr val="dk1"/>
              </a:buClr>
              <a:buSzPct val="100000"/>
              <a:buNone/>
            </a:pPr>
            <a:r>
              <a:t/>
            </a:r>
            <a:endParaRPr/>
          </a:p>
          <a:p>
            <a:pPr indent="0" lvl="0" marL="0" rtl="0" algn="l">
              <a:lnSpc>
                <a:spcPct val="100000"/>
              </a:lnSpc>
              <a:spcBef>
                <a:spcPts val="400"/>
              </a:spcBef>
              <a:spcAft>
                <a:spcPts val="0"/>
              </a:spcAft>
              <a:buClr>
                <a:schemeClr val="dk1"/>
              </a:buClr>
              <a:buSzPct val="100000"/>
              <a:buNone/>
            </a:pPr>
            <a:r>
              <a:rPr lang="es-MX"/>
              <a:t>        mov num3,ax       ;copiamos el resultado 10^4= 10000 =&gt; 2710</a:t>
            </a:r>
            <a:endParaRPr/>
          </a:p>
          <a:p>
            <a:pPr indent="0" lvl="0" marL="0" rtl="0" algn="l">
              <a:lnSpc>
                <a:spcPct val="100000"/>
              </a:lnSpc>
              <a:spcBef>
                <a:spcPts val="400"/>
              </a:spcBef>
              <a:spcAft>
                <a:spcPts val="0"/>
              </a:spcAft>
              <a:buClr>
                <a:schemeClr val="dk1"/>
              </a:buClr>
              <a:buSzPct val="100000"/>
              <a:buNone/>
            </a:pPr>
            <a:r>
              <a:rPr lang="es-MX"/>
              <a:t>ret</a:t>
            </a:r>
            <a:endParaRPr/>
          </a:p>
          <a:p>
            <a:pPr indent="0" lvl="0" marL="0" rtl="0" algn="l">
              <a:lnSpc>
                <a:spcPct val="100000"/>
              </a:lnSpc>
              <a:spcBef>
                <a:spcPts val="400"/>
              </a:spcBef>
              <a:spcAft>
                <a:spcPts val="0"/>
              </a:spcAft>
              <a:buClr>
                <a:schemeClr val="dk1"/>
              </a:buClr>
              <a:buSzPct val="100000"/>
              <a:buNone/>
            </a:pPr>
            <a:r>
              <a:rPr lang="es-MX"/>
              <a:t>;Variables "db" para byte y "dw" para word</a:t>
            </a:r>
            <a:endParaRPr/>
          </a:p>
          <a:p>
            <a:pPr indent="0" lvl="0" marL="0" rtl="0" algn="l">
              <a:lnSpc>
                <a:spcPct val="100000"/>
              </a:lnSpc>
              <a:spcBef>
                <a:spcPts val="400"/>
              </a:spcBef>
              <a:spcAft>
                <a:spcPts val="0"/>
              </a:spcAft>
              <a:buClr>
                <a:schemeClr val="dk1"/>
              </a:buClr>
              <a:buSzPct val="100000"/>
              <a:buNone/>
            </a:pPr>
            <a:r>
              <a:rPr lang="es-MX"/>
              <a:t>num1 dw 0Ah</a:t>
            </a:r>
            <a:endParaRPr/>
          </a:p>
          <a:p>
            <a:pPr indent="0" lvl="0" marL="0" rtl="0" algn="l">
              <a:lnSpc>
                <a:spcPct val="100000"/>
              </a:lnSpc>
              <a:spcBef>
                <a:spcPts val="400"/>
              </a:spcBef>
              <a:spcAft>
                <a:spcPts val="0"/>
              </a:spcAft>
              <a:buClr>
                <a:schemeClr val="dk1"/>
              </a:buClr>
              <a:buSzPct val="100000"/>
              <a:buNone/>
            </a:pPr>
            <a:r>
              <a:rPr lang="es-MX"/>
              <a:t>num2 dw 03h</a:t>
            </a:r>
            <a:endParaRPr/>
          </a:p>
          <a:p>
            <a:pPr indent="0" lvl="0" marL="0" rtl="0" algn="l">
              <a:lnSpc>
                <a:spcPct val="100000"/>
              </a:lnSpc>
              <a:spcBef>
                <a:spcPts val="400"/>
              </a:spcBef>
              <a:spcAft>
                <a:spcPts val="0"/>
              </a:spcAft>
              <a:buClr>
                <a:schemeClr val="dk1"/>
              </a:buClr>
              <a:buSzPct val="100000"/>
              <a:buNone/>
            </a:pPr>
            <a:r>
              <a:rPr lang="es-MX"/>
              <a:t>num3 dw 0h</a:t>
            </a:r>
            <a:endParaRPr/>
          </a:p>
        </p:txBody>
      </p:sp>
      <p:sp>
        <p:nvSpPr>
          <p:cNvPr id="3315" name="Google Shape;3315;p4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16" name="Google Shape;3316;p4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0" name="Shape 3320"/>
        <p:cNvGrpSpPr/>
        <p:nvPr/>
      </p:nvGrpSpPr>
      <p:grpSpPr>
        <a:xfrm>
          <a:off x="0" y="0"/>
          <a:ext cx="0" cy="0"/>
          <a:chOff x="0" y="0"/>
          <a:chExt cx="0" cy="0"/>
        </a:xfrm>
      </p:grpSpPr>
      <p:sp>
        <p:nvSpPr>
          <p:cNvPr id="3321" name="Google Shape;3321;p4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322" name="Google Shape;3322;p4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name "potencia" ;8 chars DOS</a:t>
            </a:r>
            <a:endParaRPr/>
          </a:p>
          <a:p>
            <a:pPr indent="0" lvl="0" marL="0" rtl="0" algn="l">
              <a:lnSpc>
                <a:spcPct val="100000"/>
              </a:lnSpc>
              <a:spcBef>
                <a:spcPts val="400"/>
              </a:spcBef>
              <a:spcAft>
                <a:spcPts val="0"/>
              </a:spcAft>
              <a:buClr>
                <a:schemeClr val="dk1"/>
              </a:buClr>
              <a:buSzPct val="100000"/>
              <a:buNone/>
            </a:pPr>
            <a:r>
              <a:rPr lang="es-MX"/>
              <a:t>org 100h ;counter to 100h</a:t>
            </a:r>
            <a:endParaRPr/>
          </a:p>
          <a:p>
            <a:pPr indent="0" lvl="0" marL="0" rtl="0" algn="l">
              <a:lnSpc>
                <a:spcPct val="100000"/>
              </a:lnSpc>
              <a:spcBef>
                <a:spcPts val="400"/>
              </a:spcBef>
              <a:spcAft>
                <a:spcPts val="0"/>
              </a:spcAft>
              <a:buClr>
                <a:schemeClr val="dk1"/>
              </a:buClr>
              <a:buSzPct val="100000"/>
              <a:buNone/>
            </a:pPr>
            <a:r>
              <a:rPr lang="es-MX"/>
              <a:t>        mov cx, num2      ;cx=3</a:t>
            </a:r>
            <a:endParaRPr/>
          </a:p>
          <a:p>
            <a:pPr indent="0" lvl="0" marL="0" rtl="0" algn="l">
              <a:lnSpc>
                <a:spcPct val="100000"/>
              </a:lnSpc>
              <a:spcBef>
                <a:spcPts val="400"/>
              </a:spcBef>
              <a:spcAft>
                <a:spcPts val="0"/>
              </a:spcAft>
              <a:buClr>
                <a:schemeClr val="dk1"/>
              </a:buClr>
              <a:buSzPct val="100000"/>
              <a:buNone/>
            </a:pPr>
            <a:r>
              <a:rPr lang="es-MX"/>
              <a:t>        mov ax, num1      ;ax=10</a:t>
            </a:r>
            <a:endParaRPr/>
          </a:p>
          <a:p>
            <a:pPr indent="0" lvl="0" marL="0" rtl="0" algn="l">
              <a:lnSpc>
                <a:spcPct val="100000"/>
              </a:lnSpc>
              <a:spcBef>
                <a:spcPts val="400"/>
              </a:spcBef>
              <a:spcAft>
                <a:spcPts val="0"/>
              </a:spcAft>
              <a:buClr>
                <a:schemeClr val="dk1"/>
              </a:buClr>
              <a:buSzPct val="100000"/>
              <a:buNone/>
            </a:pPr>
            <a:r>
              <a:rPr lang="es-MX"/>
              <a:t>inicio: mov bx,num1</a:t>
            </a:r>
            <a:endParaRPr/>
          </a:p>
          <a:p>
            <a:pPr indent="0" lvl="0" marL="0" rtl="0" algn="l">
              <a:lnSpc>
                <a:spcPct val="100000"/>
              </a:lnSpc>
              <a:spcBef>
                <a:spcPts val="400"/>
              </a:spcBef>
              <a:spcAft>
                <a:spcPts val="0"/>
              </a:spcAft>
              <a:buClr>
                <a:schemeClr val="dk1"/>
              </a:buClr>
              <a:buSzPct val="100000"/>
              <a:buNone/>
            </a:pPr>
            <a:r>
              <a:rPr lang="es-MX"/>
              <a:t>        mul bx            ;ax = ax * bx</a:t>
            </a:r>
            <a:endParaRPr/>
          </a:p>
          <a:p>
            <a:pPr indent="0" lvl="0" marL="0" rtl="0" algn="l">
              <a:lnSpc>
                <a:spcPct val="100000"/>
              </a:lnSpc>
              <a:spcBef>
                <a:spcPts val="400"/>
              </a:spcBef>
              <a:spcAft>
                <a:spcPts val="0"/>
              </a:spcAft>
              <a:buClr>
                <a:schemeClr val="dk1"/>
              </a:buClr>
              <a:buSzPct val="100000"/>
              <a:buNone/>
            </a:pPr>
            <a:r>
              <a:rPr lang="es-MX"/>
              <a:t>        loop inicio       ;c--</a:t>
            </a:r>
            <a:endParaRPr/>
          </a:p>
          <a:p>
            <a:pPr indent="0" lvl="0" marL="0" rtl="0" algn="l">
              <a:lnSpc>
                <a:spcPct val="100000"/>
              </a:lnSpc>
              <a:spcBef>
                <a:spcPts val="400"/>
              </a:spcBef>
              <a:spcAft>
                <a:spcPts val="0"/>
              </a:spcAft>
              <a:buClr>
                <a:schemeClr val="dk1"/>
              </a:buClr>
              <a:buSzPct val="100000"/>
              <a:buNone/>
            </a:pPr>
            <a:r>
              <a:t/>
            </a:r>
            <a:endParaRPr/>
          </a:p>
          <a:p>
            <a:pPr indent="0" lvl="0" marL="0" rtl="0" algn="l">
              <a:lnSpc>
                <a:spcPct val="100000"/>
              </a:lnSpc>
              <a:spcBef>
                <a:spcPts val="400"/>
              </a:spcBef>
              <a:spcAft>
                <a:spcPts val="0"/>
              </a:spcAft>
              <a:buClr>
                <a:schemeClr val="dk1"/>
              </a:buClr>
              <a:buSzPct val="100000"/>
              <a:buNone/>
            </a:pPr>
            <a:r>
              <a:rPr lang="es-MX"/>
              <a:t>        mov num3,ax       ;copiamos el resultado 2^3= 8</a:t>
            </a:r>
            <a:endParaRPr/>
          </a:p>
          <a:p>
            <a:pPr indent="0" lvl="0" marL="0" rtl="0" algn="l">
              <a:lnSpc>
                <a:spcPct val="100000"/>
              </a:lnSpc>
              <a:spcBef>
                <a:spcPts val="400"/>
              </a:spcBef>
              <a:spcAft>
                <a:spcPts val="0"/>
              </a:spcAft>
              <a:buClr>
                <a:schemeClr val="dk1"/>
              </a:buClr>
              <a:buSzPct val="100000"/>
              <a:buNone/>
            </a:pPr>
            <a:r>
              <a:rPr lang="es-MX"/>
              <a:t>ret</a:t>
            </a:r>
            <a:endParaRPr/>
          </a:p>
          <a:p>
            <a:pPr indent="0" lvl="0" marL="0" rtl="0" algn="l">
              <a:lnSpc>
                <a:spcPct val="100000"/>
              </a:lnSpc>
              <a:spcBef>
                <a:spcPts val="400"/>
              </a:spcBef>
              <a:spcAft>
                <a:spcPts val="0"/>
              </a:spcAft>
              <a:buClr>
                <a:schemeClr val="dk1"/>
              </a:buClr>
              <a:buSzPct val="100000"/>
              <a:buNone/>
            </a:pPr>
            <a:r>
              <a:rPr lang="es-MX"/>
              <a:t>;Variables "db" para byte y "dw" para word</a:t>
            </a:r>
            <a:endParaRPr/>
          </a:p>
          <a:p>
            <a:pPr indent="0" lvl="0" marL="0" rtl="0" algn="l">
              <a:lnSpc>
                <a:spcPct val="100000"/>
              </a:lnSpc>
              <a:spcBef>
                <a:spcPts val="400"/>
              </a:spcBef>
              <a:spcAft>
                <a:spcPts val="0"/>
              </a:spcAft>
              <a:buClr>
                <a:schemeClr val="dk1"/>
              </a:buClr>
              <a:buSzPct val="100000"/>
              <a:buNone/>
            </a:pPr>
            <a:r>
              <a:rPr lang="es-MX"/>
              <a:t>num1 dw 02h</a:t>
            </a:r>
            <a:endParaRPr/>
          </a:p>
          <a:p>
            <a:pPr indent="0" lvl="0" marL="0" rtl="0" algn="l">
              <a:lnSpc>
                <a:spcPct val="100000"/>
              </a:lnSpc>
              <a:spcBef>
                <a:spcPts val="400"/>
              </a:spcBef>
              <a:spcAft>
                <a:spcPts val="0"/>
              </a:spcAft>
              <a:buClr>
                <a:schemeClr val="dk1"/>
              </a:buClr>
              <a:buSzPct val="100000"/>
              <a:buNone/>
            </a:pPr>
            <a:r>
              <a:rPr lang="es-MX"/>
              <a:t>num2 dw 02h</a:t>
            </a:r>
            <a:endParaRPr/>
          </a:p>
          <a:p>
            <a:pPr indent="0" lvl="0" marL="0" rtl="0" algn="l">
              <a:lnSpc>
                <a:spcPct val="100000"/>
              </a:lnSpc>
              <a:spcBef>
                <a:spcPts val="400"/>
              </a:spcBef>
              <a:spcAft>
                <a:spcPts val="0"/>
              </a:spcAft>
              <a:buClr>
                <a:schemeClr val="dk1"/>
              </a:buClr>
              <a:buSzPct val="100000"/>
              <a:buNone/>
            </a:pPr>
            <a:r>
              <a:rPr lang="es-MX"/>
              <a:t>num3 dw 0h</a:t>
            </a:r>
            <a:endParaRPr/>
          </a:p>
        </p:txBody>
      </p:sp>
      <p:sp>
        <p:nvSpPr>
          <p:cNvPr id="3323" name="Google Shape;3323;p4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24" name="Google Shape;3324;p4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8" name="Shape 3328"/>
        <p:cNvGrpSpPr/>
        <p:nvPr/>
      </p:nvGrpSpPr>
      <p:grpSpPr>
        <a:xfrm>
          <a:off x="0" y="0"/>
          <a:ext cx="0" cy="0"/>
          <a:chOff x="0" y="0"/>
          <a:chExt cx="0" cy="0"/>
        </a:xfrm>
      </p:grpSpPr>
      <p:sp>
        <p:nvSpPr>
          <p:cNvPr id="3329" name="Google Shape;3329;p4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Raiz cuadrada:</a:t>
            </a:r>
            <a:endParaRPr/>
          </a:p>
        </p:txBody>
      </p:sp>
      <p:sp>
        <p:nvSpPr>
          <p:cNvPr id="3330" name="Google Shape;3330;p4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siguiente:  	inc r</a:t>
            </a:r>
            <a:endParaRPr/>
          </a:p>
          <a:p>
            <a:pPr indent="0" lvl="0" marL="0" rtl="0" algn="l">
              <a:lnSpc>
                <a:spcPct val="100000"/>
              </a:lnSpc>
              <a:spcBef>
                <a:spcPts val="448"/>
              </a:spcBef>
              <a:spcAft>
                <a:spcPts val="0"/>
              </a:spcAft>
              <a:buClr>
                <a:schemeClr val="dk1"/>
              </a:buClr>
              <a:buSzPct val="100000"/>
              <a:buNone/>
            </a:pPr>
            <a:r>
              <a:rPr lang="es-MX"/>
              <a:t>		mov ax, r</a:t>
            </a:r>
            <a:endParaRPr/>
          </a:p>
          <a:p>
            <a:pPr indent="0" lvl="0" marL="0" rtl="0" algn="l">
              <a:lnSpc>
                <a:spcPct val="100000"/>
              </a:lnSpc>
              <a:spcBef>
                <a:spcPts val="448"/>
              </a:spcBef>
              <a:spcAft>
                <a:spcPts val="0"/>
              </a:spcAft>
              <a:buClr>
                <a:schemeClr val="dk1"/>
              </a:buClr>
              <a:buSzPct val="100000"/>
              <a:buNone/>
            </a:pPr>
            <a:r>
              <a:rPr lang="es-MX"/>
              <a:t>		mul ax</a:t>
            </a:r>
            <a:endParaRPr/>
          </a:p>
          <a:p>
            <a:pPr indent="0" lvl="0" marL="0" rtl="0" algn="l">
              <a:lnSpc>
                <a:spcPct val="100000"/>
              </a:lnSpc>
              <a:spcBef>
                <a:spcPts val="448"/>
              </a:spcBef>
              <a:spcAft>
                <a:spcPts val="0"/>
              </a:spcAft>
              <a:buClr>
                <a:schemeClr val="dk1"/>
              </a:buClr>
              <a:buSzPct val="100000"/>
              <a:buNone/>
            </a:pPr>
            <a:r>
              <a:rPr lang="es-MX"/>
              <a:t>		cmp ax, m</a:t>
            </a:r>
            <a:endParaRPr/>
          </a:p>
          <a:p>
            <a:pPr indent="0" lvl="0" marL="0" rtl="0" algn="l">
              <a:lnSpc>
                <a:spcPct val="100000"/>
              </a:lnSpc>
              <a:spcBef>
                <a:spcPts val="448"/>
              </a:spcBef>
              <a:spcAft>
                <a:spcPts val="0"/>
              </a:spcAft>
              <a:buClr>
                <a:schemeClr val="dk1"/>
              </a:buClr>
              <a:buSzPct val="100000"/>
              <a:buNone/>
            </a:pPr>
            <a:r>
              <a:rPr lang="es-MX"/>
              <a:t>		jbe siguiente ;(r*r) MENOR O IGUAL a m</a:t>
            </a:r>
            <a:endParaRPr/>
          </a:p>
          <a:p>
            <a:pPr indent="0" lvl="0" marL="0" rtl="0" algn="l">
              <a:lnSpc>
                <a:spcPct val="100000"/>
              </a:lnSpc>
              <a:spcBef>
                <a:spcPts val="448"/>
              </a:spcBef>
              <a:spcAft>
                <a:spcPts val="0"/>
              </a:spcAft>
              <a:buClr>
                <a:schemeClr val="dk1"/>
              </a:buClr>
              <a:buSzPct val="100000"/>
              <a:buNone/>
            </a:pPr>
            <a:r>
              <a:rPr lang="es-MX"/>
              <a:t>		dec r </a:t>
            </a:r>
            <a:endParaRPr/>
          </a:p>
          <a:p>
            <a:pPr indent="0" lvl="0" marL="0" rtl="0" algn="l">
              <a:lnSpc>
                <a:spcPct val="100000"/>
              </a:lnSpc>
              <a:spcBef>
                <a:spcPts val="448"/>
              </a:spcBef>
              <a:spcAft>
                <a:spcPts val="0"/>
              </a:spcAft>
              <a:buClr>
                <a:schemeClr val="dk1"/>
              </a:buClr>
              <a:buSzPct val="100000"/>
              <a:buNone/>
            </a:pPr>
            <a:r>
              <a:rPr lang="es-MX"/>
              <a:t>		mov ax,r</a:t>
            </a:r>
            <a:endParaRPr/>
          </a:p>
          <a:p>
            <a:pPr indent="0" lvl="0" marL="0" rtl="0" algn="l">
              <a:lnSpc>
                <a:spcPct val="100000"/>
              </a:lnSpc>
              <a:spcBef>
                <a:spcPts val="448"/>
              </a:spcBef>
              <a:spcAft>
                <a:spcPts val="0"/>
              </a:spcAft>
              <a:buClr>
                <a:schemeClr val="dk1"/>
              </a:buClr>
              <a:buSzPct val="100000"/>
              <a:buNone/>
            </a:pPr>
            <a:r>
              <a:rPr lang="es-MX"/>
              <a:t>		ret</a:t>
            </a:r>
            <a:endParaRPr/>
          </a:p>
          <a:p>
            <a:pPr indent="0" lvl="0" marL="0" rtl="0" algn="l">
              <a:lnSpc>
                <a:spcPct val="100000"/>
              </a:lnSpc>
              <a:spcBef>
                <a:spcPts val="448"/>
              </a:spcBef>
              <a:spcAft>
                <a:spcPts val="0"/>
              </a:spcAft>
              <a:buClr>
                <a:schemeClr val="dk1"/>
              </a:buClr>
              <a:buSzPct val="100000"/>
              <a:buNone/>
            </a:pPr>
            <a:r>
              <a:rPr lang="es-MX"/>
              <a:t>		;Variables </a:t>
            </a:r>
            <a:endParaRPr/>
          </a:p>
          <a:p>
            <a:pPr indent="0" lvl="0" marL="0" rtl="0" algn="l">
              <a:lnSpc>
                <a:spcPct val="100000"/>
              </a:lnSpc>
              <a:spcBef>
                <a:spcPts val="448"/>
              </a:spcBef>
              <a:spcAft>
                <a:spcPts val="0"/>
              </a:spcAft>
              <a:buClr>
                <a:schemeClr val="dk1"/>
              </a:buClr>
              <a:buSzPct val="100000"/>
              <a:buNone/>
            </a:pPr>
            <a:r>
              <a:rPr lang="es-MX"/>
              <a:t>		m dw 146</a:t>
            </a:r>
            <a:endParaRPr/>
          </a:p>
          <a:p>
            <a:pPr indent="0" lvl="0" marL="0" rtl="0" algn="l">
              <a:lnSpc>
                <a:spcPct val="100000"/>
              </a:lnSpc>
              <a:spcBef>
                <a:spcPts val="448"/>
              </a:spcBef>
              <a:spcAft>
                <a:spcPts val="0"/>
              </a:spcAft>
              <a:buClr>
                <a:schemeClr val="dk1"/>
              </a:buClr>
              <a:buSzPct val="100000"/>
              <a:buNone/>
            </a:pPr>
            <a:r>
              <a:rPr lang="es-MX"/>
              <a:t>		r dw 0 ;Al final debe ser r=sqrt(m).</a:t>
            </a:r>
            <a:endParaRPr/>
          </a:p>
        </p:txBody>
      </p:sp>
      <p:sp>
        <p:nvSpPr>
          <p:cNvPr id="3331" name="Google Shape;3331;p4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32" name="Google Shape;3332;p4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6" name="Shape 3336"/>
        <p:cNvGrpSpPr/>
        <p:nvPr/>
      </p:nvGrpSpPr>
      <p:grpSpPr>
        <a:xfrm>
          <a:off x="0" y="0"/>
          <a:ext cx="0" cy="0"/>
          <a:chOff x="0" y="0"/>
          <a:chExt cx="0" cy="0"/>
        </a:xfrm>
      </p:grpSpPr>
      <p:sp>
        <p:nvSpPr>
          <p:cNvPr id="3337" name="Google Shape;3337;p4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Potencia:</a:t>
            </a:r>
            <a:endParaRPr/>
          </a:p>
        </p:txBody>
      </p:sp>
      <p:sp>
        <p:nvSpPr>
          <p:cNvPr id="3338" name="Google Shape;3338;p4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352"/>
              </a:spcBef>
              <a:spcAft>
                <a:spcPts val="0"/>
              </a:spcAft>
              <a:buClr>
                <a:schemeClr val="dk1"/>
              </a:buClr>
              <a:buSzPct val="100000"/>
              <a:buNone/>
            </a:pPr>
            <a:r>
              <a:rPr lang="es-MX"/>
              <a:t>	 jmp start</a:t>
            </a:r>
            <a:endParaRPr/>
          </a:p>
          <a:p>
            <a:pPr indent="0" lvl="0" marL="0" rtl="0" algn="l">
              <a:lnSpc>
                <a:spcPct val="100000"/>
              </a:lnSpc>
              <a:spcBef>
                <a:spcPts val="352"/>
              </a:spcBef>
              <a:spcAft>
                <a:spcPts val="0"/>
              </a:spcAft>
              <a:buClr>
                <a:schemeClr val="dk1"/>
              </a:buClr>
              <a:buSzPct val="100000"/>
              <a:buNone/>
            </a:pPr>
            <a:r>
              <a:rPr lang="es-MX"/>
              <a:t>num1 dw 02h</a:t>
            </a:r>
            <a:endParaRPr/>
          </a:p>
          <a:p>
            <a:pPr indent="0" lvl="0" marL="0" rtl="0" algn="l">
              <a:lnSpc>
                <a:spcPct val="100000"/>
              </a:lnSpc>
              <a:spcBef>
                <a:spcPts val="352"/>
              </a:spcBef>
              <a:spcAft>
                <a:spcPts val="0"/>
              </a:spcAft>
              <a:buClr>
                <a:schemeClr val="dk1"/>
              </a:buClr>
              <a:buSzPct val="100000"/>
              <a:buNone/>
            </a:pPr>
            <a:r>
              <a:rPr lang="es-MX"/>
              <a:t>num2 dw 04h</a:t>
            </a:r>
            <a:endParaRPr/>
          </a:p>
          <a:p>
            <a:pPr indent="0" lvl="0" marL="0" rtl="0" algn="l">
              <a:lnSpc>
                <a:spcPct val="100000"/>
              </a:lnSpc>
              <a:spcBef>
                <a:spcPts val="352"/>
              </a:spcBef>
              <a:spcAft>
                <a:spcPts val="0"/>
              </a:spcAft>
              <a:buClr>
                <a:schemeClr val="dk1"/>
              </a:buClr>
              <a:buSzPct val="100000"/>
              <a:buNone/>
            </a:pPr>
            <a:r>
              <a:rPr lang="es-MX"/>
              <a:t>num3 dw 0h</a:t>
            </a:r>
            <a:endParaRPr/>
          </a:p>
          <a:p>
            <a:pPr indent="0" lvl="0" marL="0" rtl="0" algn="l">
              <a:lnSpc>
                <a:spcPct val="100000"/>
              </a:lnSpc>
              <a:spcBef>
                <a:spcPts val="352"/>
              </a:spcBef>
              <a:spcAft>
                <a:spcPts val="0"/>
              </a:spcAft>
              <a:buClr>
                <a:schemeClr val="dk1"/>
              </a:buClr>
              <a:buSzPct val="100000"/>
              <a:buNone/>
            </a:pPr>
            <a:r>
              <a:rPr lang="es-MX"/>
              <a:t>start:  	mov cx,num2</a:t>
            </a:r>
            <a:endParaRPr/>
          </a:p>
          <a:p>
            <a:pPr indent="0" lvl="0" marL="0" rtl="0" algn="l">
              <a:lnSpc>
                <a:spcPct val="100000"/>
              </a:lnSpc>
              <a:spcBef>
                <a:spcPts val="352"/>
              </a:spcBef>
              <a:spcAft>
                <a:spcPts val="0"/>
              </a:spcAft>
              <a:buClr>
                <a:schemeClr val="dk1"/>
              </a:buClr>
              <a:buSzPct val="100000"/>
              <a:buNone/>
            </a:pPr>
            <a:r>
              <a:rPr lang="es-MX"/>
              <a:t>	sub cx,1 </a:t>
            </a:r>
            <a:endParaRPr/>
          </a:p>
          <a:p>
            <a:pPr indent="0" lvl="0" marL="0" rtl="0" algn="l">
              <a:lnSpc>
                <a:spcPct val="100000"/>
              </a:lnSpc>
              <a:spcBef>
                <a:spcPts val="352"/>
              </a:spcBef>
              <a:spcAft>
                <a:spcPts val="0"/>
              </a:spcAft>
              <a:buClr>
                <a:schemeClr val="dk1"/>
              </a:buClr>
              <a:buSzPct val="100000"/>
              <a:buNone/>
            </a:pPr>
            <a:r>
              <a:rPr lang="es-MX"/>
              <a:t>	mov ax,num1</a:t>
            </a:r>
            <a:endParaRPr/>
          </a:p>
          <a:p>
            <a:pPr indent="0" lvl="0" marL="0" rtl="0" algn="l">
              <a:lnSpc>
                <a:spcPct val="100000"/>
              </a:lnSpc>
              <a:spcBef>
                <a:spcPts val="352"/>
              </a:spcBef>
              <a:spcAft>
                <a:spcPts val="0"/>
              </a:spcAft>
              <a:buClr>
                <a:schemeClr val="dk1"/>
              </a:buClr>
              <a:buSzPct val="100000"/>
              <a:buNone/>
            </a:pPr>
            <a:r>
              <a:rPr lang="es-MX"/>
              <a:t>inicio: 	mov bx,num1</a:t>
            </a:r>
            <a:endParaRPr/>
          </a:p>
          <a:p>
            <a:pPr indent="0" lvl="0" marL="0" rtl="0" algn="l">
              <a:lnSpc>
                <a:spcPct val="100000"/>
              </a:lnSpc>
              <a:spcBef>
                <a:spcPts val="352"/>
              </a:spcBef>
              <a:spcAft>
                <a:spcPts val="0"/>
              </a:spcAft>
              <a:buClr>
                <a:schemeClr val="dk1"/>
              </a:buClr>
              <a:buSzPct val="100000"/>
              <a:buNone/>
            </a:pPr>
            <a:r>
              <a:rPr lang="es-MX"/>
              <a:t>	mul bx ;ax = ax * bx</a:t>
            </a:r>
            <a:endParaRPr/>
          </a:p>
          <a:p>
            <a:pPr indent="0" lvl="0" marL="0" rtl="0" algn="l">
              <a:lnSpc>
                <a:spcPct val="100000"/>
              </a:lnSpc>
              <a:spcBef>
                <a:spcPts val="352"/>
              </a:spcBef>
              <a:spcAft>
                <a:spcPts val="0"/>
              </a:spcAft>
              <a:buClr>
                <a:schemeClr val="dk1"/>
              </a:buClr>
              <a:buSzPct val="100000"/>
              <a:buNone/>
            </a:pPr>
            <a:r>
              <a:rPr lang="es-MX"/>
              <a:t>	loop inicio ;c--</a:t>
            </a:r>
            <a:endParaRPr/>
          </a:p>
          <a:p>
            <a:pPr indent="0" lvl="0" marL="0" rtl="0" algn="l">
              <a:lnSpc>
                <a:spcPct val="100000"/>
              </a:lnSpc>
              <a:spcBef>
                <a:spcPts val="352"/>
              </a:spcBef>
              <a:spcAft>
                <a:spcPts val="0"/>
              </a:spcAft>
              <a:buClr>
                <a:schemeClr val="dk1"/>
              </a:buClr>
              <a:buSzPct val="100000"/>
              <a:buNone/>
            </a:pPr>
            <a:r>
              <a:rPr lang="es-MX"/>
              <a:t>	mov num3,ax ;copiamos el resultado</a:t>
            </a:r>
            <a:endParaRPr/>
          </a:p>
          <a:p>
            <a:pPr indent="0" lvl="0" marL="0" rtl="0" algn="l">
              <a:lnSpc>
                <a:spcPct val="100000"/>
              </a:lnSpc>
              <a:spcBef>
                <a:spcPts val="352"/>
              </a:spcBef>
              <a:spcAft>
                <a:spcPts val="0"/>
              </a:spcAft>
              <a:buClr>
                <a:schemeClr val="dk1"/>
              </a:buClr>
              <a:buSzPct val="100000"/>
              <a:buNone/>
            </a:pPr>
            <a:r>
              <a:rPr lang="es-MX"/>
              <a:t>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	ret </a:t>
            </a:r>
            <a:endParaRPr/>
          </a:p>
        </p:txBody>
      </p:sp>
      <p:sp>
        <p:nvSpPr>
          <p:cNvPr id="3339" name="Google Shape;3339;p4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40" name="Google Shape;3340;p4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4" name="Shape 3344"/>
        <p:cNvGrpSpPr/>
        <p:nvPr/>
      </p:nvGrpSpPr>
      <p:grpSpPr>
        <a:xfrm>
          <a:off x="0" y="0"/>
          <a:ext cx="0" cy="0"/>
          <a:chOff x="0" y="0"/>
          <a:chExt cx="0" cy="0"/>
        </a:xfrm>
      </p:grpSpPr>
      <p:sp>
        <p:nvSpPr>
          <p:cNvPr id="3345" name="Google Shape;3345;p4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Raiz cuadrada:</a:t>
            </a:r>
            <a:endParaRPr/>
          </a:p>
        </p:txBody>
      </p:sp>
      <p:sp>
        <p:nvSpPr>
          <p:cNvPr id="3346" name="Google Shape;3346;p4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448"/>
              </a:spcBef>
              <a:spcAft>
                <a:spcPts val="0"/>
              </a:spcAft>
              <a:buClr>
                <a:schemeClr val="dk1"/>
              </a:buClr>
              <a:buSzPct val="100000"/>
              <a:buNone/>
            </a:pPr>
            <a:r>
              <a:rPr lang="es-MX"/>
              <a:t>        jmp start</a:t>
            </a:r>
            <a:endParaRPr/>
          </a:p>
          <a:p>
            <a:pPr indent="0" lvl="0" marL="0" rtl="0" algn="l">
              <a:lnSpc>
                <a:spcPct val="100000"/>
              </a:lnSpc>
              <a:spcBef>
                <a:spcPts val="448"/>
              </a:spcBef>
              <a:spcAft>
                <a:spcPts val="0"/>
              </a:spcAft>
              <a:buClr>
                <a:schemeClr val="dk1"/>
              </a:buClr>
              <a:buSzPct val="100000"/>
              <a:buNone/>
            </a:pPr>
            <a:r>
              <a:rPr lang="es-MX"/>
              <a:t>m dw 9</a:t>
            </a:r>
            <a:endParaRPr/>
          </a:p>
          <a:p>
            <a:pPr indent="0" lvl="0" marL="0" rtl="0" algn="l">
              <a:lnSpc>
                <a:spcPct val="100000"/>
              </a:lnSpc>
              <a:spcBef>
                <a:spcPts val="448"/>
              </a:spcBef>
              <a:spcAft>
                <a:spcPts val="0"/>
              </a:spcAft>
              <a:buClr>
                <a:schemeClr val="dk1"/>
              </a:buClr>
              <a:buSzPct val="100000"/>
              <a:buNone/>
            </a:pPr>
            <a:r>
              <a:rPr lang="es-MX"/>
              <a:t>r dw 0 ;Al final debe ser r=sqrt(m).</a:t>
            </a:r>
            <a:endParaRPr/>
          </a:p>
          <a:p>
            <a:pPr indent="0" lvl="0" marL="0" rtl="0" algn="l">
              <a:lnSpc>
                <a:spcPct val="100000"/>
              </a:lnSpc>
              <a:spcBef>
                <a:spcPts val="448"/>
              </a:spcBef>
              <a:spcAft>
                <a:spcPts val="0"/>
              </a:spcAft>
              <a:buClr>
                <a:schemeClr val="dk1"/>
              </a:buClr>
              <a:buSzPct val="100000"/>
              <a:buNone/>
            </a:pPr>
            <a:r>
              <a:rPr lang="es-MX"/>
              <a:t>start:  inc r</a:t>
            </a:r>
            <a:endParaRPr/>
          </a:p>
          <a:p>
            <a:pPr indent="0" lvl="0" marL="0" rtl="0" algn="l">
              <a:lnSpc>
                <a:spcPct val="100000"/>
              </a:lnSpc>
              <a:spcBef>
                <a:spcPts val="448"/>
              </a:spcBef>
              <a:spcAft>
                <a:spcPts val="0"/>
              </a:spcAft>
              <a:buClr>
                <a:schemeClr val="dk1"/>
              </a:buClr>
              <a:buSzPct val="100000"/>
              <a:buNone/>
            </a:pPr>
            <a:r>
              <a:rPr lang="es-MX"/>
              <a:t>        mov ax, r</a:t>
            </a:r>
            <a:endParaRPr/>
          </a:p>
          <a:p>
            <a:pPr indent="0" lvl="0" marL="0" rtl="0" algn="l">
              <a:lnSpc>
                <a:spcPct val="100000"/>
              </a:lnSpc>
              <a:spcBef>
                <a:spcPts val="448"/>
              </a:spcBef>
              <a:spcAft>
                <a:spcPts val="0"/>
              </a:spcAft>
              <a:buClr>
                <a:schemeClr val="dk1"/>
              </a:buClr>
              <a:buSzPct val="100000"/>
              <a:buNone/>
            </a:pPr>
            <a:r>
              <a:rPr lang="es-MX"/>
              <a:t>        mul ax</a:t>
            </a:r>
            <a:endParaRPr/>
          </a:p>
          <a:p>
            <a:pPr indent="0" lvl="0" marL="0" rtl="0" algn="l">
              <a:lnSpc>
                <a:spcPct val="100000"/>
              </a:lnSpc>
              <a:spcBef>
                <a:spcPts val="448"/>
              </a:spcBef>
              <a:spcAft>
                <a:spcPts val="0"/>
              </a:spcAft>
              <a:buClr>
                <a:schemeClr val="dk1"/>
              </a:buClr>
              <a:buSzPct val="100000"/>
              <a:buNone/>
            </a:pPr>
            <a:r>
              <a:rPr lang="es-MX"/>
              <a:t>        cmp ax, m</a:t>
            </a:r>
            <a:endParaRPr/>
          </a:p>
          <a:p>
            <a:pPr indent="0" lvl="0" marL="0" rtl="0" algn="l">
              <a:lnSpc>
                <a:spcPct val="100000"/>
              </a:lnSpc>
              <a:spcBef>
                <a:spcPts val="448"/>
              </a:spcBef>
              <a:spcAft>
                <a:spcPts val="0"/>
              </a:spcAft>
              <a:buClr>
                <a:schemeClr val="dk1"/>
              </a:buClr>
              <a:buSzPct val="100000"/>
              <a:buNone/>
            </a:pPr>
            <a:r>
              <a:rPr lang="es-MX"/>
              <a:t>        jbe start ;(r*r) MENOR O IGUAL a m</a:t>
            </a:r>
            <a:endParaRPr/>
          </a:p>
          <a:p>
            <a:pPr indent="0" lvl="0" marL="0" rtl="0" algn="l">
              <a:lnSpc>
                <a:spcPct val="100000"/>
              </a:lnSpc>
              <a:spcBef>
                <a:spcPts val="448"/>
              </a:spcBef>
              <a:spcAft>
                <a:spcPts val="0"/>
              </a:spcAft>
              <a:buClr>
                <a:schemeClr val="dk1"/>
              </a:buClr>
              <a:buSzPct val="100000"/>
              <a:buNone/>
            </a:pPr>
            <a:r>
              <a:rPr lang="es-MX"/>
              <a:t>        dec r</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ret </a:t>
            </a:r>
            <a:endParaRPr/>
          </a:p>
        </p:txBody>
      </p:sp>
      <p:sp>
        <p:nvSpPr>
          <p:cNvPr id="3347" name="Google Shape;3347;p4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48" name="Google Shape;3348;p4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2" name="Shape 3352"/>
        <p:cNvGrpSpPr/>
        <p:nvPr/>
      </p:nvGrpSpPr>
      <p:grpSpPr>
        <a:xfrm>
          <a:off x="0" y="0"/>
          <a:ext cx="0" cy="0"/>
          <a:chOff x="0" y="0"/>
          <a:chExt cx="0" cy="0"/>
        </a:xfrm>
      </p:grpSpPr>
      <p:sp>
        <p:nvSpPr>
          <p:cNvPr id="3353" name="Google Shape;3353;p4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Analizar</a:t>
            </a:r>
            <a:endParaRPr/>
          </a:p>
        </p:txBody>
      </p:sp>
      <p:sp>
        <p:nvSpPr>
          <p:cNvPr id="3354" name="Google Shape;3354;p4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 ORG   0100H</a:t>
            </a:r>
            <a:endParaRPr/>
          </a:p>
          <a:p>
            <a:pPr indent="0" lvl="0" marL="0" rtl="0" algn="l">
              <a:lnSpc>
                <a:spcPct val="100000"/>
              </a:lnSpc>
              <a:spcBef>
                <a:spcPts val="448"/>
              </a:spcBef>
              <a:spcAft>
                <a:spcPts val="0"/>
              </a:spcAft>
              <a:buClr>
                <a:schemeClr val="dk1"/>
              </a:buClr>
              <a:buSzPct val="100000"/>
              <a:buNone/>
            </a:pPr>
            <a:r>
              <a:rPr lang="es-MX"/>
              <a:t>	mov     al,212      </a:t>
            </a:r>
            <a:endParaRPr/>
          </a:p>
          <a:p>
            <a:pPr indent="0" lvl="0" marL="0" rtl="0" algn="l">
              <a:lnSpc>
                <a:spcPct val="100000"/>
              </a:lnSpc>
              <a:spcBef>
                <a:spcPts val="448"/>
              </a:spcBef>
              <a:spcAft>
                <a:spcPts val="0"/>
              </a:spcAft>
              <a:buClr>
                <a:schemeClr val="dk1"/>
              </a:buClr>
              <a:buSzPct val="100000"/>
              <a:buNone/>
            </a:pPr>
            <a:r>
              <a:rPr lang="es-MX"/>
              <a:t>	mov     bl,10       </a:t>
            </a:r>
            <a:endParaRPr/>
          </a:p>
          <a:p>
            <a:pPr indent="0" lvl="0" marL="0" rtl="0" algn="l">
              <a:lnSpc>
                <a:spcPct val="100000"/>
              </a:lnSpc>
              <a:spcBef>
                <a:spcPts val="448"/>
              </a:spcBef>
              <a:spcAft>
                <a:spcPts val="0"/>
              </a:spcAft>
              <a:buClr>
                <a:schemeClr val="dk1"/>
              </a:buClr>
              <a:buSzPct val="100000"/>
              <a:buNone/>
            </a:pPr>
            <a:r>
              <a:rPr lang="es-MX"/>
              <a:t>	add     al,154      </a:t>
            </a:r>
            <a:endParaRPr/>
          </a:p>
          <a:p>
            <a:pPr indent="0" lvl="0" marL="0" rtl="0" algn="l">
              <a:lnSpc>
                <a:spcPct val="100000"/>
              </a:lnSpc>
              <a:spcBef>
                <a:spcPts val="448"/>
              </a:spcBef>
              <a:spcAft>
                <a:spcPts val="0"/>
              </a:spcAft>
              <a:buClr>
                <a:schemeClr val="dk1"/>
              </a:buClr>
              <a:buSzPct val="100000"/>
              <a:buNone/>
            </a:pPr>
            <a:r>
              <a:rPr lang="es-MX"/>
              <a:t>	mov     cl,197      </a:t>
            </a:r>
            <a:endParaRPr/>
          </a:p>
          <a:p>
            <a:pPr indent="0" lvl="0" marL="0" rtl="0" algn="l">
              <a:lnSpc>
                <a:spcPct val="100000"/>
              </a:lnSpc>
              <a:spcBef>
                <a:spcPts val="448"/>
              </a:spcBef>
              <a:spcAft>
                <a:spcPts val="0"/>
              </a:spcAft>
              <a:buClr>
                <a:schemeClr val="dk1"/>
              </a:buClr>
              <a:buSzPct val="100000"/>
              <a:buNone/>
            </a:pPr>
            <a:r>
              <a:rPr lang="es-MX"/>
              <a:t>	mov     dl,224      </a:t>
            </a:r>
            <a:endParaRPr/>
          </a:p>
          <a:p>
            <a:pPr indent="0" lvl="0" marL="0" rtl="0" algn="l">
              <a:lnSpc>
                <a:spcPct val="100000"/>
              </a:lnSpc>
              <a:spcBef>
                <a:spcPts val="448"/>
              </a:spcBef>
              <a:spcAft>
                <a:spcPts val="0"/>
              </a:spcAft>
              <a:buClr>
                <a:schemeClr val="dk1"/>
              </a:buClr>
              <a:buSzPct val="100000"/>
              <a:buNone/>
            </a:pPr>
            <a:r>
              <a:rPr lang="es-MX"/>
              <a:t>	add     cl,dl       </a:t>
            </a:r>
            <a:endParaRPr/>
          </a:p>
          <a:p>
            <a:pPr indent="0" lvl="0" marL="0" rtl="0" algn="l">
              <a:lnSpc>
                <a:spcPct val="100000"/>
              </a:lnSpc>
              <a:spcBef>
                <a:spcPts val="448"/>
              </a:spcBef>
              <a:spcAft>
                <a:spcPts val="0"/>
              </a:spcAft>
              <a:buClr>
                <a:schemeClr val="dk1"/>
              </a:buClr>
              <a:buSzPct val="100000"/>
              <a:buNone/>
            </a:pPr>
            <a:r>
              <a:rPr lang="es-MX"/>
              <a:t>	add     al,cl       </a:t>
            </a:r>
            <a:endParaRPr/>
          </a:p>
          <a:p>
            <a:pPr indent="0" lvl="0" marL="0" rtl="0" algn="l">
              <a:lnSpc>
                <a:spcPct val="100000"/>
              </a:lnSpc>
              <a:spcBef>
                <a:spcPts val="448"/>
              </a:spcBef>
              <a:spcAft>
                <a:spcPts val="0"/>
              </a:spcAft>
              <a:buClr>
                <a:schemeClr val="dk1"/>
              </a:buClr>
              <a:buSzPct val="100000"/>
              <a:buNone/>
            </a:pPr>
            <a:r>
              <a:rPr lang="es-MX"/>
              <a:t>	mov     bl,140      </a:t>
            </a:r>
            <a:endParaRPr/>
          </a:p>
          <a:p>
            <a:pPr indent="0" lvl="0" marL="0" rtl="0" algn="l">
              <a:lnSpc>
                <a:spcPct val="100000"/>
              </a:lnSpc>
              <a:spcBef>
                <a:spcPts val="448"/>
              </a:spcBef>
              <a:spcAft>
                <a:spcPts val="0"/>
              </a:spcAft>
              <a:buClr>
                <a:schemeClr val="dk1"/>
              </a:buClr>
              <a:buSzPct val="100000"/>
              <a:buNone/>
            </a:pPr>
            <a:r>
              <a:rPr lang="es-MX"/>
              <a:t>	add     al,bl       </a:t>
            </a:r>
            <a:endParaRPr/>
          </a:p>
          <a:p>
            <a:pPr indent="0" lvl="0" marL="0" rtl="0" algn="l">
              <a:lnSpc>
                <a:spcPct val="100000"/>
              </a:lnSpc>
              <a:spcBef>
                <a:spcPts val="448"/>
              </a:spcBef>
              <a:spcAft>
                <a:spcPts val="0"/>
              </a:spcAft>
              <a:buClr>
                <a:schemeClr val="dk1"/>
              </a:buClr>
              <a:buSzPct val="100000"/>
              <a:buNone/>
            </a:pPr>
            <a:r>
              <a:rPr lang="es-MX"/>
              <a:t>	mov     [130H],al   </a:t>
            </a:r>
            <a:endParaRPr/>
          </a:p>
          <a:p>
            <a:pPr indent="0" lvl="0" marL="0" rtl="0" algn="l">
              <a:lnSpc>
                <a:spcPct val="100000"/>
              </a:lnSpc>
              <a:spcBef>
                <a:spcPts val="448"/>
              </a:spcBef>
              <a:spcAft>
                <a:spcPts val="0"/>
              </a:spcAft>
              <a:buClr>
                <a:schemeClr val="dk1"/>
              </a:buClr>
              <a:buSzPct val="100000"/>
              <a:buNone/>
            </a:pPr>
            <a:r>
              <a:rPr lang="es-MX"/>
              <a:t>	ret</a:t>
            </a:r>
            <a:endParaRPr/>
          </a:p>
        </p:txBody>
      </p:sp>
      <p:pic>
        <p:nvPicPr>
          <p:cNvPr id="3355" name="Google Shape;3355;p422"/>
          <p:cNvPicPr preferRelativeResize="0"/>
          <p:nvPr/>
        </p:nvPicPr>
        <p:blipFill rotWithShape="1">
          <a:blip r:embed="rId3">
            <a:alphaModFix/>
          </a:blip>
          <a:srcRect b="0" l="0" r="0" t="0"/>
          <a:stretch/>
        </p:blipFill>
        <p:spPr>
          <a:xfrm>
            <a:off x="3857212" y="3332406"/>
            <a:ext cx="4890282" cy="1584176"/>
          </a:xfrm>
          <a:prstGeom prst="rect">
            <a:avLst/>
          </a:prstGeom>
          <a:noFill/>
          <a:ln>
            <a:noFill/>
          </a:ln>
        </p:spPr>
      </p:pic>
      <p:sp>
        <p:nvSpPr>
          <p:cNvPr id="3356" name="Google Shape;3356;p4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57" name="Google Shape;3357;p4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1" name="Shape 3361"/>
        <p:cNvGrpSpPr/>
        <p:nvPr/>
      </p:nvGrpSpPr>
      <p:grpSpPr>
        <a:xfrm>
          <a:off x="0" y="0"/>
          <a:ext cx="0" cy="0"/>
          <a:chOff x="0" y="0"/>
          <a:chExt cx="0" cy="0"/>
        </a:xfrm>
      </p:grpSpPr>
      <p:sp>
        <p:nvSpPr>
          <p:cNvPr id="3362" name="Google Shape;3362;p4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363" name="Google Shape;3363;p4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             ORG   0100H</a:t>
            </a:r>
            <a:endParaRPr/>
          </a:p>
          <a:p>
            <a:pPr indent="0" lvl="0" marL="0" rtl="0" algn="l">
              <a:lnSpc>
                <a:spcPct val="100000"/>
              </a:lnSpc>
              <a:spcBef>
                <a:spcPts val="448"/>
              </a:spcBef>
              <a:spcAft>
                <a:spcPts val="0"/>
              </a:spcAft>
              <a:buClr>
                <a:schemeClr val="dk1"/>
              </a:buClr>
              <a:buSzPct val="100000"/>
              <a:buNone/>
            </a:pPr>
            <a:r>
              <a:rPr lang="es-MX"/>
              <a:t>	mov     ax,212      </a:t>
            </a:r>
            <a:endParaRPr/>
          </a:p>
          <a:p>
            <a:pPr indent="0" lvl="0" marL="0" rtl="0" algn="l">
              <a:lnSpc>
                <a:spcPct val="100000"/>
              </a:lnSpc>
              <a:spcBef>
                <a:spcPts val="448"/>
              </a:spcBef>
              <a:spcAft>
                <a:spcPts val="0"/>
              </a:spcAft>
              <a:buClr>
                <a:schemeClr val="dk1"/>
              </a:buClr>
              <a:buSzPct val="100000"/>
              <a:buNone/>
            </a:pPr>
            <a:r>
              <a:rPr lang="es-MX"/>
              <a:t>	mov     bx,10       </a:t>
            </a:r>
            <a:endParaRPr/>
          </a:p>
          <a:p>
            <a:pPr indent="0" lvl="0" marL="0" rtl="0" algn="l">
              <a:lnSpc>
                <a:spcPct val="100000"/>
              </a:lnSpc>
              <a:spcBef>
                <a:spcPts val="448"/>
              </a:spcBef>
              <a:spcAft>
                <a:spcPts val="0"/>
              </a:spcAft>
              <a:buClr>
                <a:schemeClr val="dk1"/>
              </a:buClr>
              <a:buSzPct val="100000"/>
              <a:buNone/>
            </a:pPr>
            <a:r>
              <a:rPr lang="es-MX"/>
              <a:t>	add     ax,154      </a:t>
            </a:r>
            <a:endParaRPr/>
          </a:p>
          <a:p>
            <a:pPr indent="0" lvl="0" marL="0" rtl="0" algn="l">
              <a:lnSpc>
                <a:spcPct val="100000"/>
              </a:lnSpc>
              <a:spcBef>
                <a:spcPts val="448"/>
              </a:spcBef>
              <a:spcAft>
                <a:spcPts val="0"/>
              </a:spcAft>
              <a:buClr>
                <a:schemeClr val="dk1"/>
              </a:buClr>
              <a:buSzPct val="100000"/>
              <a:buNone/>
            </a:pPr>
            <a:r>
              <a:rPr lang="es-MX"/>
              <a:t>	mov     cx,197      </a:t>
            </a:r>
            <a:endParaRPr/>
          </a:p>
          <a:p>
            <a:pPr indent="0" lvl="0" marL="0" rtl="0" algn="l">
              <a:lnSpc>
                <a:spcPct val="100000"/>
              </a:lnSpc>
              <a:spcBef>
                <a:spcPts val="448"/>
              </a:spcBef>
              <a:spcAft>
                <a:spcPts val="0"/>
              </a:spcAft>
              <a:buClr>
                <a:schemeClr val="dk1"/>
              </a:buClr>
              <a:buSzPct val="100000"/>
              <a:buNone/>
            </a:pPr>
            <a:r>
              <a:rPr lang="es-MX"/>
              <a:t>	mov     dx,224      </a:t>
            </a:r>
            <a:endParaRPr/>
          </a:p>
          <a:p>
            <a:pPr indent="0" lvl="0" marL="0" rtl="0" algn="l">
              <a:lnSpc>
                <a:spcPct val="100000"/>
              </a:lnSpc>
              <a:spcBef>
                <a:spcPts val="448"/>
              </a:spcBef>
              <a:spcAft>
                <a:spcPts val="0"/>
              </a:spcAft>
              <a:buClr>
                <a:schemeClr val="dk1"/>
              </a:buClr>
              <a:buSzPct val="100000"/>
              <a:buNone/>
            </a:pPr>
            <a:r>
              <a:rPr lang="es-MX"/>
              <a:t>	add     cx,dx       </a:t>
            </a:r>
            <a:endParaRPr/>
          </a:p>
          <a:p>
            <a:pPr indent="0" lvl="0" marL="0" rtl="0" algn="l">
              <a:lnSpc>
                <a:spcPct val="100000"/>
              </a:lnSpc>
              <a:spcBef>
                <a:spcPts val="448"/>
              </a:spcBef>
              <a:spcAft>
                <a:spcPts val="0"/>
              </a:spcAft>
              <a:buClr>
                <a:schemeClr val="dk1"/>
              </a:buClr>
              <a:buSzPct val="100000"/>
              <a:buNone/>
            </a:pPr>
            <a:r>
              <a:rPr lang="es-MX"/>
              <a:t>	add     ax,cx       </a:t>
            </a:r>
            <a:endParaRPr/>
          </a:p>
          <a:p>
            <a:pPr indent="0" lvl="0" marL="0" rtl="0" algn="l">
              <a:lnSpc>
                <a:spcPct val="100000"/>
              </a:lnSpc>
              <a:spcBef>
                <a:spcPts val="448"/>
              </a:spcBef>
              <a:spcAft>
                <a:spcPts val="0"/>
              </a:spcAft>
              <a:buClr>
                <a:schemeClr val="dk1"/>
              </a:buClr>
              <a:buSzPct val="100000"/>
              <a:buNone/>
            </a:pPr>
            <a:r>
              <a:rPr lang="es-MX"/>
              <a:t>	mov     bx,140      </a:t>
            </a:r>
            <a:endParaRPr/>
          </a:p>
          <a:p>
            <a:pPr indent="0" lvl="0" marL="0" rtl="0" algn="l">
              <a:lnSpc>
                <a:spcPct val="100000"/>
              </a:lnSpc>
              <a:spcBef>
                <a:spcPts val="448"/>
              </a:spcBef>
              <a:spcAft>
                <a:spcPts val="0"/>
              </a:spcAft>
              <a:buClr>
                <a:schemeClr val="dk1"/>
              </a:buClr>
              <a:buSzPct val="100000"/>
              <a:buNone/>
            </a:pPr>
            <a:r>
              <a:rPr lang="es-MX"/>
              <a:t>	add     ax,bx</a:t>
            </a:r>
            <a:endParaRPr/>
          </a:p>
          <a:p>
            <a:pPr indent="0" lvl="0" marL="0" rtl="0" algn="l">
              <a:lnSpc>
                <a:spcPct val="100000"/>
              </a:lnSpc>
              <a:spcBef>
                <a:spcPts val="448"/>
              </a:spcBef>
              <a:spcAft>
                <a:spcPts val="0"/>
              </a:spcAft>
              <a:buClr>
                <a:schemeClr val="dk1"/>
              </a:buClr>
              <a:buSzPct val="100000"/>
              <a:buNone/>
            </a:pPr>
            <a:r>
              <a:rPr lang="es-MX"/>
              <a:t>	mov     [130H],ax</a:t>
            </a:r>
            <a:endParaRPr/>
          </a:p>
          <a:p>
            <a:pPr indent="0" lvl="0" marL="0" rtl="0" algn="l">
              <a:lnSpc>
                <a:spcPct val="100000"/>
              </a:lnSpc>
              <a:spcBef>
                <a:spcPts val="448"/>
              </a:spcBef>
              <a:spcAft>
                <a:spcPts val="0"/>
              </a:spcAft>
              <a:buClr>
                <a:schemeClr val="dk1"/>
              </a:buClr>
              <a:buSzPct val="100000"/>
              <a:buNone/>
            </a:pPr>
            <a:r>
              <a:rPr lang="es-MX"/>
              <a:t>	ret</a:t>
            </a:r>
            <a:endParaRPr/>
          </a:p>
        </p:txBody>
      </p:sp>
      <p:pic>
        <p:nvPicPr>
          <p:cNvPr id="3364" name="Google Shape;3364;p423"/>
          <p:cNvPicPr preferRelativeResize="0"/>
          <p:nvPr/>
        </p:nvPicPr>
        <p:blipFill rotWithShape="1">
          <a:blip r:embed="rId3">
            <a:alphaModFix/>
          </a:blip>
          <a:srcRect b="0" l="0" r="0" t="0"/>
          <a:stretch/>
        </p:blipFill>
        <p:spPr>
          <a:xfrm>
            <a:off x="3347864" y="3356992"/>
            <a:ext cx="5652120" cy="1251414"/>
          </a:xfrm>
          <a:prstGeom prst="rect">
            <a:avLst/>
          </a:prstGeom>
          <a:noFill/>
          <a:ln>
            <a:noFill/>
          </a:ln>
        </p:spPr>
      </p:pic>
      <p:sp>
        <p:nvSpPr>
          <p:cNvPr id="3365" name="Google Shape;3365;p4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66" name="Google Shape;3366;p4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0" name="Shape 3370"/>
        <p:cNvGrpSpPr/>
        <p:nvPr/>
      </p:nvGrpSpPr>
      <p:grpSpPr>
        <a:xfrm>
          <a:off x="0" y="0"/>
          <a:ext cx="0" cy="0"/>
          <a:chOff x="0" y="0"/>
          <a:chExt cx="0" cy="0"/>
        </a:xfrm>
      </p:grpSpPr>
      <p:sp>
        <p:nvSpPr>
          <p:cNvPr id="3371" name="Google Shape;3371;p4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372" name="Google Shape;3372;p4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u="sng">
                <a:solidFill>
                  <a:schemeClr val="hlink"/>
                </a:solidFill>
                <a:hlinkClick r:id="rId3"/>
              </a:rPr>
              <a:t>https://www.programacion.com.py/escritorio/ensamblador/ejemplos-de-programas-en-ensamblador-8086</a:t>
            </a:r>
            <a:endParaRPr/>
          </a:p>
          <a:p>
            <a:pPr indent="-342900" lvl="0" marL="342900" rtl="0" algn="l">
              <a:lnSpc>
                <a:spcPct val="100000"/>
              </a:lnSpc>
              <a:spcBef>
                <a:spcPts val="640"/>
              </a:spcBef>
              <a:spcAft>
                <a:spcPts val="0"/>
              </a:spcAft>
              <a:buClr>
                <a:schemeClr val="dk1"/>
              </a:buClr>
              <a:buSzPts val="3200"/>
              <a:buChar char="•"/>
            </a:pPr>
            <a:r>
              <a:rPr lang="es-MX" u="sng">
                <a:solidFill>
                  <a:schemeClr val="hlink"/>
                </a:solidFill>
                <a:hlinkClick r:id="rId4"/>
              </a:rPr>
              <a:t>https://www.programacion.com.py/escritorio/ensamblador/ejercicios-resueltos-en-ensamblador-8086</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3373" name="Google Shape;3373;p4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74" name="Google Shape;3374;p4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8" name="Shape 3378"/>
        <p:cNvGrpSpPr/>
        <p:nvPr/>
      </p:nvGrpSpPr>
      <p:grpSpPr>
        <a:xfrm>
          <a:off x="0" y="0"/>
          <a:ext cx="0" cy="0"/>
          <a:chOff x="0" y="0"/>
          <a:chExt cx="0" cy="0"/>
        </a:xfrm>
      </p:grpSpPr>
      <p:sp>
        <p:nvSpPr>
          <p:cNvPr id="3379" name="Google Shape;3379;p4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CBW</a:t>
            </a:r>
            <a:endParaRPr/>
          </a:p>
        </p:txBody>
      </p:sp>
      <p:sp>
        <p:nvSpPr>
          <p:cNvPr id="3380" name="Google Shape;3380;p4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Convierte  byte en palabra</a:t>
            </a:r>
            <a:endParaRPr/>
          </a:p>
          <a:p>
            <a:pPr indent="-342900" lvl="0" marL="342900" rtl="0" algn="just">
              <a:lnSpc>
                <a:spcPct val="100000"/>
              </a:lnSpc>
              <a:spcBef>
                <a:spcPts val="640"/>
              </a:spcBef>
              <a:spcAft>
                <a:spcPts val="0"/>
              </a:spcAft>
              <a:buClr>
                <a:schemeClr val="dk1"/>
              </a:buClr>
              <a:buSzPts val="3200"/>
              <a:buChar char="•"/>
            </a:pPr>
            <a:r>
              <a:rPr lang="es-MX"/>
              <a:t>La operación CBW convierte el byte con signo de AL en una palabra  con signo en AX. Esto se realiza extendiendo el bit mas significativo de AL a todos los bits de AH.</a:t>
            </a:r>
            <a:endParaRPr/>
          </a:p>
        </p:txBody>
      </p:sp>
      <p:sp>
        <p:nvSpPr>
          <p:cNvPr id="3381" name="Google Shape;3381;p4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82" name="Google Shape;3382;p4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6" name="Shape 3386"/>
        <p:cNvGrpSpPr/>
        <p:nvPr/>
      </p:nvGrpSpPr>
      <p:grpSpPr>
        <a:xfrm>
          <a:off x="0" y="0"/>
          <a:ext cx="0" cy="0"/>
          <a:chOff x="0" y="0"/>
          <a:chExt cx="0" cy="0"/>
        </a:xfrm>
      </p:grpSpPr>
      <p:sp>
        <p:nvSpPr>
          <p:cNvPr id="3387" name="Google Shape;3387;p4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388" name="Google Shape;3388;p4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92"/>
              </a:spcBef>
              <a:spcAft>
                <a:spcPts val="0"/>
              </a:spcAft>
              <a:buClr>
                <a:schemeClr val="dk1"/>
              </a:buClr>
              <a:buSzPct val="100000"/>
              <a:buNone/>
            </a:pPr>
            <a:r>
              <a:rPr lang="es-MX"/>
              <a:t>jmp start</a:t>
            </a:r>
            <a:endParaRPr/>
          </a:p>
          <a:p>
            <a:pPr indent="0" lvl="0" marL="0" rtl="0" algn="l">
              <a:lnSpc>
                <a:spcPct val="100000"/>
              </a:lnSpc>
              <a:spcBef>
                <a:spcPts val="592"/>
              </a:spcBef>
              <a:spcAft>
                <a:spcPts val="0"/>
              </a:spcAft>
              <a:buClr>
                <a:schemeClr val="dk1"/>
              </a:buClr>
              <a:buSzPct val="100000"/>
              <a:buNone/>
            </a:pPr>
            <a:r>
              <a:rPr lang="es-MX"/>
              <a:t>start:  mov     al, 7Fh</a:t>
            </a:r>
            <a:endParaRPr/>
          </a:p>
          <a:p>
            <a:pPr indent="0" lvl="0" marL="0" rtl="0" algn="l">
              <a:lnSpc>
                <a:spcPct val="100000"/>
              </a:lnSpc>
              <a:spcBef>
                <a:spcPts val="592"/>
              </a:spcBef>
              <a:spcAft>
                <a:spcPts val="0"/>
              </a:spcAft>
              <a:buClr>
                <a:schemeClr val="dk1"/>
              </a:buClr>
              <a:buSzPct val="100000"/>
              <a:buNone/>
            </a:pPr>
            <a:r>
              <a:rPr lang="es-MX"/>
              <a:t>        inc     al</a:t>
            </a:r>
            <a:endParaRPr/>
          </a:p>
          <a:p>
            <a:pPr indent="0" lvl="0" marL="0" rtl="0" algn="l">
              <a:lnSpc>
                <a:spcPct val="100000"/>
              </a:lnSpc>
              <a:spcBef>
                <a:spcPts val="592"/>
              </a:spcBef>
              <a:spcAft>
                <a:spcPts val="0"/>
              </a:spcAft>
              <a:buClr>
                <a:schemeClr val="dk1"/>
              </a:buClr>
              <a:buSzPct val="100000"/>
              <a:buNone/>
            </a:pPr>
            <a:r>
              <a:rPr lang="es-MX"/>
              <a:t>        cbw</a:t>
            </a:r>
            <a:endParaRPr/>
          </a:p>
          <a:p>
            <a:pPr indent="0" lvl="0" marL="0" rtl="0" algn="l">
              <a:lnSpc>
                <a:spcPct val="100000"/>
              </a:lnSpc>
              <a:spcBef>
                <a:spcPts val="592"/>
              </a:spcBef>
              <a:spcAft>
                <a:spcPts val="0"/>
              </a:spcAft>
              <a:buClr>
                <a:schemeClr val="dk1"/>
              </a:buClr>
              <a:buSzPct val="100000"/>
              <a:buNone/>
            </a:pPr>
            <a:r>
              <a:rPr lang="es-MX"/>
              <a:t>        mov     ah, 0 </a:t>
            </a:r>
            <a:endParaRPr/>
          </a:p>
          <a:p>
            <a:pPr indent="0" lvl="0" marL="0" rtl="0" algn="l">
              <a:lnSpc>
                <a:spcPct val="100000"/>
              </a:lnSpc>
              <a:spcBef>
                <a:spcPts val="592"/>
              </a:spcBef>
              <a:spcAft>
                <a:spcPts val="0"/>
              </a:spcAft>
              <a:buClr>
                <a:schemeClr val="dk1"/>
              </a:buClr>
              <a:buSzPct val="100000"/>
              <a:buNone/>
            </a:pPr>
            <a:r>
              <a:rPr lang="es-MX"/>
              <a:t>        int     16h </a:t>
            </a:r>
            <a:endParaRPr/>
          </a:p>
          <a:p>
            <a:pPr indent="0" lvl="0" marL="0" rtl="0" algn="l">
              <a:lnSpc>
                <a:spcPct val="100000"/>
              </a:lnSpc>
              <a:spcBef>
                <a:spcPts val="592"/>
              </a:spcBef>
              <a:spcAft>
                <a:spcPts val="0"/>
              </a:spcAft>
              <a:buClr>
                <a:schemeClr val="dk1"/>
              </a:buClr>
              <a:buSzPct val="100000"/>
              <a:buNone/>
            </a:pPr>
            <a:r>
              <a:rPr lang="es-MX"/>
              <a:t>        </a:t>
            </a:r>
            <a:endParaRPr/>
          </a:p>
          <a:p>
            <a:pPr indent="0" lvl="0" marL="0" rtl="0" algn="l">
              <a:lnSpc>
                <a:spcPct val="100000"/>
              </a:lnSpc>
              <a:spcBef>
                <a:spcPts val="592"/>
              </a:spcBef>
              <a:spcAft>
                <a:spcPts val="0"/>
              </a:spcAft>
              <a:buClr>
                <a:schemeClr val="dk1"/>
              </a:buClr>
              <a:buSzPct val="100000"/>
              <a:buNone/>
            </a:pPr>
            <a:r>
              <a:rPr lang="es-MX"/>
              <a:t>ret </a:t>
            </a:r>
            <a:endParaRPr/>
          </a:p>
        </p:txBody>
      </p:sp>
      <p:sp>
        <p:nvSpPr>
          <p:cNvPr id="3389" name="Google Shape;3389;p4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90" name="Google Shape;3390;p4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4" name="Shape 3394"/>
        <p:cNvGrpSpPr/>
        <p:nvPr/>
      </p:nvGrpSpPr>
      <p:grpSpPr>
        <a:xfrm>
          <a:off x="0" y="0"/>
          <a:ext cx="0" cy="0"/>
          <a:chOff x="0" y="0"/>
          <a:chExt cx="0" cy="0"/>
        </a:xfrm>
      </p:grpSpPr>
      <p:sp>
        <p:nvSpPr>
          <p:cNvPr id="3395" name="Google Shape;3395;p4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CWD</a:t>
            </a:r>
            <a:endParaRPr/>
          </a:p>
        </p:txBody>
      </p:sp>
      <p:sp>
        <p:nvSpPr>
          <p:cNvPr id="3396" name="Google Shape;3396;p4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Convierte palabra a doble palabra </a:t>
            </a:r>
            <a:endParaRPr/>
          </a:p>
          <a:p>
            <a:pPr indent="-342900" lvl="0" marL="342900" rtl="0" algn="just">
              <a:lnSpc>
                <a:spcPct val="100000"/>
              </a:lnSpc>
              <a:spcBef>
                <a:spcPts val="640"/>
              </a:spcBef>
              <a:spcAft>
                <a:spcPts val="0"/>
              </a:spcAft>
              <a:buClr>
                <a:schemeClr val="dk1"/>
              </a:buClr>
              <a:buSzPts val="3200"/>
              <a:buChar char="•"/>
            </a:pPr>
            <a:r>
              <a:rPr lang="es-MX"/>
              <a:t>La descripción CWD la convierte la palabra con signo del registro AX en doble palabra sin en los registros DX:AX. Esto se realiza extendiendo el bit mas significativo de AX a todas las posiciones del bit en DX</a:t>
            </a:r>
            <a:endParaRPr/>
          </a:p>
        </p:txBody>
      </p:sp>
      <p:sp>
        <p:nvSpPr>
          <p:cNvPr id="3397" name="Google Shape;3397;p4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398" name="Google Shape;3398;p4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2" name="Shape 3402"/>
        <p:cNvGrpSpPr/>
        <p:nvPr/>
      </p:nvGrpSpPr>
      <p:grpSpPr>
        <a:xfrm>
          <a:off x="0" y="0"/>
          <a:ext cx="0" cy="0"/>
          <a:chOff x="0" y="0"/>
          <a:chExt cx="0" cy="0"/>
        </a:xfrm>
      </p:grpSpPr>
      <p:sp>
        <p:nvSpPr>
          <p:cNvPr id="3403" name="Google Shape;3403;p4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404" name="Google Shape;3404;p4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44"/>
              </a:spcBef>
              <a:spcAft>
                <a:spcPts val="0"/>
              </a:spcAft>
              <a:buClr>
                <a:schemeClr val="dk1"/>
              </a:buClr>
              <a:buSzPct val="100000"/>
              <a:buNone/>
            </a:pPr>
            <a:r>
              <a:rPr lang="es-MX"/>
              <a:t>jmp start</a:t>
            </a:r>
            <a:endParaRPr/>
          </a:p>
          <a:p>
            <a:pPr indent="0" lvl="0" marL="0" rtl="0" algn="l">
              <a:lnSpc>
                <a:spcPct val="100000"/>
              </a:lnSpc>
              <a:spcBef>
                <a:spcPts val="544"/>
              </a:spcBef>
              <a:spcAft>
                <a:spcPts val="0"/>
              </a:spcAft>
              <a:buClr>
                <a:schemeClr val="dk1"/>
              </a:buClr>
              <a:buSzPct val="100000"/>
              <a:buNone/>
            </a:pPr>
            <a:r>
              <a:rPr lang="es-MX"/>
              <a:t>start:  mov     al, 7Fh</a:t>
            </a:r>
            <a:endParaRPr/>
          </a:p>
          <a:p>
            <a:pPr indent="0" lvl="0" marL="0" rtl="0" algn="l">
              <a:lnSpc>
                <a:spcPct val="100000"/>
              </a:lnSpc>
              <a:spcBef>
                <a:spcPts val="544"/>
              </a:spcBef>
              <a:spcAft>
                <a:spcPts val="0"/>
              </a:spcAft>
              <a:buClr>
                <a:schemeClr val="dk1"/>
              </a:buClr>
              <a:buSzPct val="100000"/>
              <a:buNone/>
            </a:pPr>
            <a:r>
              <a:rPr lang="es-MX"/>
              <a:t>        inc     al</a:t>
            </a:r>
            <a:endParaRPr/>
          </a:p>
          <a:p>
            <a:pPr indent="0" lvl="0" marL="0" rtl="0" algn="l">
              <a:lnSpc>
                <a:spcPct val="100000"/>
              </a:lnSpc>
              <a:spcBef>
                <a:spcPts val="544"/>
              </a:spcBef>
              <a:spcAft>
                <a:spcPts val="0"/>
              </a:spcAft>
              <a:buClr>
                <a:schemeClr val="dk1"/>
              </a:buClr>
              <a:buSzPct val="100000"/>
              <a:buNone/>
            </a:pPr>
            <a:r>
              <a:rPr lang="es-MX"/>
              <a:t>        cbw       </a:t>
            </a:r>
            <a:endParaRPr/>
          </a:p>
          <a:p>
            <a:pPr indent="0" lvl="0" marL="0" rtl="0" algn="l">
              <a:lnSpc>
                <a:spcPct val="100000"/>
              </a:lnSpc>
              <a:spcBef>
                <a:spcPts val="544"/>
              </a:spcBef>
              <a:spcAft>
                <a:spcPts val="0"/>
              </a:spcAft>
              <a:buClr>
                <a:schemeClr val="dk1"/>
              </a:buClr>
              <a:buSzPct val="100000"/>
              <a:buNone/>
            </a:pPr>
            <a:r>
              <a:rPr lang="es-MX"/>
              <a:t>        CWD</a:t>
            </a:r>
            <a:endParaRPr/>
          </a:p>
          <a:p>
            <a:pPr indent="0" lvl="0" marL="0" rtl="0" algn="l">
              <a:lnSpc>
                <a:spcPct val="100000"/>
              </a:lnSpc>
              <a:spcBef>
                <a:spcPts val="544"/>
              </a:spcBef>
              <a:spcAft>
                <a:spcPts val="0"/>
              </a:spcAft>
              <a:buClr>
                <a:schemeClr val="dk1"/>
              </a:buClr>
              <a:buSzPct val="100000"/>
              <a:buNone/>
            </a:pPr>
            <a:r>
              <a:rPr lang="es-MX"/>
              <a:t>        mov     ah, 0 </a:t>
            </a:r>
            <a:endParaRPr/>
          </a:p>
          <a:p>
            <a:pPr indent="0" lvl="0" marL="0" rtl="0" algn="l">
              <a:lnSpc>
                <a:spcPct val="100000"/>
              </a:lnSpc>
              <a:spcBef>
                <a:spcPts val="544"/>
              </a:spcBef>
              <a:spcAft>
                <a:spcPts val="0"/>
              </a:spcAft>
              <a:buClr>
                <a:schemeClr val="dk1"/>
              </a:buClr>
              <a:buSzPct val="100000"/>
              <a:buNone/>
            </a:pPr>
            <a:r>
              <a:rPr lang="es-MX"/>
              <a:t>        int     16h </a:t>
            </a:r>
            <a:endParaRPr/>
          </a:p>
          <a:p>
            <a:pPr indent="0" lvl="0" marL="0" rtl="0" algn="l">
              <a:lnSpc>
                <a:spcPct val="100000"/>
              </a:lnSpc>
              <a:spcBef>
                <a:spcPts val="544"/>
              </a:spcBef>
              <a:spcAft>
                <a:spcPts val="0"/>
              </a:spcAft>
              <a:buClr>
                <a:schemeClr val="dk1"/>
              </a:buClr>
              <a:buSzPct val="100000"/>
              <a:buNone/>
            </a:pPr>
            <a:r>
              <a:rPr lang="es-MX"/>
              <a:t>        </a:t>
            </a:r>
            <a:endParaRPr/>
          </a:p>
          <a:p>
            <a:pPr indent="0" lvl="0" marL="0" rtl="0" algn="l">
              <a:lnSpc>
                <a:spcPct val="100000"/>
              </a:lnSpc>
              <a:spcBef>
                <a:spcPts val="544"/>
              </a:spcBef>
              <a:spcAft>
                <a:spcPts val="0"/>
              </a:spcAft>
              <a:buClr>
                <a:schemeClr val="dk1"/>
              </a:buClr>
              <a:buSzPct val="100000"/>
              <a:buNone/>
            </a:pPr>
            <a:r>
              <a:rPr lang="es-MX"/>
              <a:t>ret </a:t>
            </a:r>
            <a:endParaRPr/>
          </a:p>
          <a:p>
            <a:pPr indent="0" lvl="0" marL="0" rtl="0" algn="l">
              <a:lnSpc>
                <a:spcPct val="100000"/>
              </a:lnSpc>
              <a:spcBef>
                <a:spcPts val="544"/>
              </a:spcBef>
              <a:spcAft>
                <a:spcPts val="0"/>
              </a:spcAft>
              <a:buClr>
                <a:schemeClr val="dk1"/>
              </a:buClr>
              <a:buSzPct val="100000"/>
              <a:buNone/>
            </a:pPr>
            <a:r>
              <a:t/>
            </a:r>
            <a:endParaRPr/>
          </a:p>
        </p:txBody>
      </p:sp>
      <p:sp>
        <p:nvSpPr>
          <p:cNvPr id="3405" name="Google Shape;3405;p4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06" name="Google Shape;3406;p4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0" name="Shape 3410"/>
        <p:cNvGrpSpPr/>
        <p:nvPr/>
      </p:nvGrpSpPr>
      <p:grpSpPr>
        <a:xfrm>
          <a:off x="0" y="0"/>
          <a:ext cx="0" cy="0"/>
          <a:chOff x="0" y="0"/>
          <a:chExt cx="0" cy="0"/>
        </a:xfrm>
      </p:grpSpPr>
      <p:sp>
        <p:nvSpPr>
          <p:cNvPr id="3411" name="Google Shape;3411;p4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412" name="Google Shape;3412;p4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400"/>
              </a:spcBef>
              <a:spcAft>
                <a:spcPts val="0"/>
              </a:spcAft>
              <a:buClr>
                <a:schemeClr val="dk1"/>
              </a:buClr>
              <a:buSzPct val="100000"/>
              <a:buNone/>
            </a:pPr>
            <a:r>
              <a:rPr lang="es-MX"/>
              <a:t>        jmp start</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start:  mov    aH,0FFh</a:t>
            </a:r>
            <a:endParaRPr/>
          </a:p>
          <a:p>
            <a:pPr indent="0" lvl="0" marL="0" rtl="0" algn="l">
              <a:lnSpc>
                <a:spcPct val="100000"/>
              </a:lnSpc>
              <a:spcBef>
                <a:spcPts val="400"/>
              </a:spcBef>
              <a:spcAft>
                <a:spcPts val="0"/>
              </a:spcAft>
              <a:buClr>
                <a:schemeClr val="dk1"/>
              </a:buClr>
              <a:buSzPct val="100000"/>
              <a:buNone/>
            </a:pPr>
            <a:r>
              <a:rPr lang="es-MX"/>
              <a:t>        mov    dx,0FFFFh</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        mov     al, 7Fh</a:t>
            </a:r>
            <a:endParaRPr/>
          </a:p>
          <a:p>
            <a:pPr indent="0" lvl="0" marL="0" rtl="0" algn="l">
              <a:lnSpc>
                <a:spcPct val="100000"/>
              </a:lnSpc>
              <a:spcBef>
                <a:spcPts val="400"/>
              </a:spcBef>
              <a:spcAft>
                <a:spcPts val="0"/>
              </a:spcAft>
              <a:buClr>
                <a:schemeClr val="dk1"/>
              </a:buClr>
              <a:buSzPct val="100000"/>
              <a:buNone/>
            </a:pPr>
            <a:r>
              <a:rPr lang="es-MX"/>
              <a:t>        cbw                                   ; AX</a:t>
            </a:r>
            <a:endParaRPr/>
          </a:p>
          <a:p>
            <a:pPr indent="0" lvl="0" marL="0" rtl="0" algn="l">
              <a:lnSpc>
                <a:spcPct val="100000"/>
              </a:lnSpc>
              <a:spcBef>
                <a:spcPts val="400"/>
              </a:spcBef>
              <a:spcAft>
                <a:spcPts val="0"/>
              </a:spcAft>
              <a:buClr>
                <a:schemeClr val="dk1"/>
              </a:buClr>
              <a:buSzPct val="100000"/>
              <a:buNone/>
            </a:pPr>
            <a:r>
              <a:rPr lang="es-MX"/>
              <a:t>        CWD                                 ; DX:AX</a:t>
            </a:r>
            <a:endParaRPr/>
          </a:p>
          <a:p>
            <a:pPr indent="0" lvl="0" marL="0" rtl="0" algn="l">
              <a:lnSpc>
                <a:spcPct val="100000"/>
              </a:lnSpc>
              <a:spcBef>
                <a:spcPts val="400"/>
              </a:spcBef>
              <a:spcAft>
                <a:spcPts val="0"/>
              </a:spcAft>
              <a:buClr>
                <a:schemeClr val="dk1"/>
              </a:buClr>
              <a:buSzPct val="100000"/>
              <a:buNone/>
            </a:pPr>
            <a:r>
              <a:rPr lang="es-MX"/>
              <a:t>        mov     ah, 0 </a:t>
            </a:r>
            <a:endParaRPr/>
          </a:p>
          <a:p>
            <a:pPr indent="0" lvl="0" marL="0" rtl="0" algn="l">
              <a:lnSpc>
                <a:spcPct val="100000"/>
              </a:lnSpc>
              <a:spcBef>
                <a:spcPts val="400"/>
              </a:spcBef>
              <a:spcAft>
                <a:spcPts val="0"/>
              </a:spcAft>
              <a:buClr>
                <a:schemeClr val="dk1"/>
              </a:buClr>
              <a:buSzPct val="100000"/>
              <a:buNone/>
            </a:pPr>
            <a:r>
              <a:rPr lang="es-MX"/>
              <a:t>        int     16h </a:t>
            </a:r>
            <a:endParaRPr/>
          </a:p>
          <a:p>
            <a:pPr indent="0" lvl="0" marL="0" rtl="0" algn="l">
              <a:lnSpc>
                <a:spcPct val="100000"/>
              </a:lnSpc>
              <a:spcBef>
                <a:spcPts val="400"/>
              </a:spcBef>
              <a:spcAft>
                <a:spcPts val="0"/>
              </a:spcAft>
              <a:buClr>
                <a:schemeClr val="dk1"/>
              </a:buClr>
              <a:buSzPct val="100000"/>
              <a:buNone/>
            </a:pPr>
            <a:r>
              <a:rPr lang="es-MX"/>
              <a:t>        </a:t>
            </a:r>
            <a:endParaRPr/>
          </a:p>
          <a:p>
            <a:pPr indent="0" lvl="0" marL="0" rtl="0" algn="l">
              <a:lnSpc>
                <a:spcPct val="100000"/>
              </a:lnSpc>
              <a:spcBef>
                <a:spcPts val="400"/>
              </a:spcBef>
              <a:spcAft>
                <a:spcPts val="0"/>
              </a:spcAft>
              <a:buClr>
                <a:schemeClr val="dk1"/>
              </a:buClr>
              <a:buSzPct val="100000"/>
              <a:buNone/>
            </a:pPr>
            <a:r>
              <a:rPr lang="es-MX"/>
              <a:t>ret </a:t>
            </a:r>
            <a:endParaRPr/>
          </a:p>
        </p:txBody>
      </p:sp>
      <p:sp>
        <p:nvSpPr>
          <p:cNvPr id="3413" name="Google Shape;3413;p4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14" name="Google Shape;3414;p4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8" name="Shape 3418"/>
        <p:cNvGrpSpPr/>
        <p:nvPr/>
      </p:nvGrpSpPr>
      <p:grpSpPr>
        <a:xfrm>
          <a:off x="0" y="0"/>
          <a:ext cx="0" cy="0"/>
          <a:chOff x="0" y="0"/>
          <a:chExt cx="0" cy="0"/>
        </a:xfrm>
      </p:grpSpPr>
      <p:sp>
        <p:nvSpPr>
          <p:cNvPr id="3419" name="Google Shape;3419;p4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factorial</a:t>
            </a:r>
            <a:endParaRPr/>
          </a:p>
        </p:txBody>
      </p:sp>
      <p:sp>
        <p:nvSpPr>
          <p:cNvPr id="3420" name="Google Shape;3420;p4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         org 100h    </a:t>
            </a:r>
            <a:endParaRPr/>
          </a:p>
          <a:p>
            <a:pPr indent="0" lvl="0" marL="0" rtl="0" algn="l">
              <a:lnSpc>
                <a:spcPct val="100000"/>
              </a:lnSpc>
              <a:spcBef>
                <a:spcPts val="400"/>
              </a:spcBef>
              <a:spcAft>
                <a:spcPts val="0"/>
              </a:spcAft>
              <a:buClr>
                <a:schemeClr val="dk1"/>
              </a:buClr>
              <a:buSzPct val="100000"/>
              <a:buNone/>
            </a:pPr>
            <a:r>
              <a:rPr lang="es-MX"/>
              <a:t>        jmp inicio     </a:t>
            </a:r>
            <a:endParaRPr/>
          </a:p>
          <a:p>
            <a:pPr indent="0" lvl="0" marL="0" rtl="0" algn="l">
              <a:lnSpc>
                <a:spcPct val="100000"/>
              </a:lnSpc>
              <a:spcBef>
                <a:spcPts val="400"/>
              </a:spcBef>
              <a:spcAft>
                <a:spcPts val="0"/>
              </a:spcAft>
              <a:buClr>
                <a:schemeClr val="dk1"/>
              </a:buClr>
              <a:buSzPct val="100000"/>
              <a:buNone/>
            </a:pPr>
            <a:r>
              <a:rPr lang="es-MX"/>
              <a:t>        valor db 7</a:t>
            </a:r>
            <a:endParaRPr/>
          </a:p>
          <a:p>
            <a:pPr indent="0" lvl="0" marL="0" rtl="0" algn="l">
              <a:lnSpc>
                <a:spcPct val="100000"/>
              </a:lnSpc>
              <a:spcBef>
                <a:spcPts val="400"/>
              </a:spcBef>
              <a:spcAft>
                <a:spcPts val="0"/>
              </a:spcAft>
              <a:buClr>
                <a:schemeClr val="dk1"/>
              </a:buClr>
              <a:buSzPct val="100000"/>
              <a:buNone/>
            </a:pPr>
            <a:r>
              <a:rPr lang="es-MX"/>
              <a:t>inicio:     </a:t>
            </a:r>
            <a:endParaRPr/>
          </a:p>
          <a:p>
            <a:pPr indent="0" lvl="0" marL="0" rtl="0" algn="l">
              <a:lnSpc>
                <a:spcPct val="100000"/>
              </a:lnSpc>
              <a:spcBef>
                <a:spcPts val="400"/>
              </a:spcBef>
              <a:spcAft>
                <a:spcPts val="0"/>
              </a:spcAft>
              <a:buClr>
                <a:schemeClr val="dk1"/>
              </a:buClr>
              <a:buSzPct val="100000"/>
              <a:buNone/>
            </a:pPr>
            <a:r>
              <a:rPr lang="es-MX"/>
              <a:t>        mov al,valor</a:t>
            </a:r>
            <a:endParaRPr/>
          </a:p>
          <a:p>
            <a:pPr indent="0" lvl="0" marL="0" rtl="0" algn="l">
              <a:lnSpc>
                <a:spcPct val="100000"/>
              </a:lnSpc>
              <a:spcBef>
                <a:spcPts val="400"/>
              </a:spcBef>
              <a:spcAft>
                <a:spcPts val="0"/>
              </a:spcAft>
              <a:buClr>
                <a:schemeClr val="dk1"/>
              </a:buClr>
              <a:buSzPct val="100000"/>
              <a:buNone/>
            </a:pPr>
            <a:r>
              <a:rPr lang="es-MX"/>
              <a:t>        mov bl,al</a:t>
            </a:r>
            <a:endParaRPr/>
          </a:p>
          <a:p>
            <a:pPr indent="0" lvl="0" marL="0" rtl="0" algn="l">
              <a:lnSpc>
                <a:spcPct val="100000"/>
              </a:lnSpc>
              <a:spcBef>
                <a:spcPts val="400"/>
              </a:spcBef>
              <a:spcAft>
                <a:spcPts val="0"/>
              </a:spcAft>
              <a:buClr>
                <a:schemeClr val="dk1"/>
              </a:buClr>
              <a:buSzPct val="100000"/>
              <a:buNone/>
            </a:pPr>
            <a:r>
              <a:rPr lang="es-MX"/>
              <a:t>FACT:</a:t>
            </a:r>
            <a:endParaRPr/>
          </a:p>
          <a:p>
            <a:pPr indent="0" lvl="0" marL="0" rtl="0" algn="l">
              <a:lnSpc>
                <a:spcPct val="100000"/>
              </a:lnSpc>
              <a:spcBef>
                <a:spcPts val="400"/>
              </a:spcBef>
              <a:spcAft>
                <a:spcPts val="0"/>
              </a:spcAft>
              <a:buClr>
                <a:schemeClr val="dk1"/>
              </a:buClr>
              <a:buSzPct val="100000"/>
              <a:buNone/>
            </a:pPr>
            <a:r>
              <a:rPr lang="es-MX"/>
              <a:t>        CMP     BL,01       ;mientras n&gt;1</a:t>
            </a:r>
            <a:endParaRPr/>
          </a:p>
          <a:p>
            <a:pPr indent="0" lvl="0" marL="0" rtl="0" algn="l">
              <a:lnSpc>
                <a:spcPct val="100000"/>
              </a:lnSpc>
              <a:spcBef>
                <a:spcPts val="400"/>
              </a:spcBef>
              <a:spcAft>
                <a:spcPts val="0"/>
              </a:spcAft>
              <a:buClr>
                <a:schemeClr val="dk1"/>
              </a:buClr>
              <a:buSzPct val="100000"/>
              <a:buNone/>
            </a:pPr>
            <a:r>
              <a:rPr lang="es-MX"/>
              <a:t>        JBE     FIN         ;si es igual a uno se detiene</a:t>
            </a:r>
            <a:endParaRPr/>
          </a:p>
          <a:p>
            <a:pPr indent="0" lvl="0" marL="0" rtl="0" algn="l">
              <a:lnSpc>
                <a:spcPct val="100000"/>
              </a:lnSpc>
              <a:spcBef>
                <a:spcPts val="400"/>
              </a:spcBef>
              <a:spcAft>
                <a:spcPts val="0"/>
              </a:spcAft>
              <a:buClr>
                <a:schemeClr val="dk1"/>
              </a:buClr>
              <a:buSzPct val="100000"/>
              <a:buNone/>
            </a:pPr>
            <a:r>
              <a:rPr lang="es-MX"/>
              <a:t>        DEC     BL          ;aux=n-1</a:t>
            </a:r>
            <a:endParaRPr/>
          </a:p>
          <a:p>
            <a:pPr indent="0" lvl="0" marL="0" rtl="0" algn="l">
              <a:lnSpc>
                <a:spcPct val="100000"/>
              </a:lnSpc>
              <a:spcBef>
                <a:spcPts val="400"/>
              </a:spcBef>
              <a:spcAft>
                <a:spcPts val="0"/>
              </a:spcAft>
              <a:buClr>
                <a:schemeClr val="dk1"/>
              </a:buClr>
              <a:buSzPct val="100000"/>
              <a:buNone/>
            </a:pPr>
            <a:r>
              <a:rPr lang="es-MX"/>
              <a:t>        MUL     BX          ;AX=AX*BX ' n!=n*(n-1)!</a:t>
            </a:r>
            <a:endParaRPr/>
          </a:p>
          <a:p>
            <a:pPr indent="0" lvl="0" marL="0" rtl="0" algn="l">
              <a:lnSpc>
                <a:spcPct val="100000"/>
              </a:lnSpc>
              <a:spcBef>
                <a:spcPts val="400"/>
              </a:spcBef>
              <a:spcAft>
                <a:spcPts val="0"/>
              </a:spcAft>
              <a:buClr>
                <a:schemeClr val="dk1"/>
              </a:buClr>
              <a:buSzPct val="100000"/>
              <a:buNone/>
            </a:pPr>
            <a:r>
              <a:rPr lang="es-MX"/>
              <a:t>        LOOP    FACT        ;llama la rutina factorial JUMP*** </a:t>
            </a:r>
            <a:endParaRPr/>
          </a:p>
          <a:p>
            <a:pPr indent="0" lvl="0" marL="0" rtl="0" algn="l">
              <a:lnSpc>
                <a:spcPct val="100000"/>
              </a:lnSpc>
              <a:spcBef>
                <a:spcPts val="400"/>
              </a:spcBef>
              <a:spcAft>
                <a:spcPts val="0"/>
              </a:spcAft>
              <a:buClr>
                <a:schemeClr val="dk1"/>
              </a:buClr>
              <a:buSzPct val="100000"/>
              <a:buNone/>
            </a:pPr>
            <a:r>
              <a:rPr lang="es-MX"/>
              <a:t>FIN:        </a:t>
            </a:r>
            <a:endParaRPr/>
          </a:p>
          <a:p>
            <a:pPr indent="0" lvl="0" marL="0" rtl="0" algn="l">
              <a:lnSpc>
                <a:spcPct val="100000"/>
              </a:lnSpc>
              <a:spcBef>
                <a:spcPts val="400"/>
              </a:spcBef>
              <a:spcAft>
                <a:spcPts val="0"/>
              </a:spcAft>
              <a:buClr>
                <a:schemeClr val="dk1"/>
              </a:buClr>
              <a:buSzPct val="100000"/>
              <a:buNone/>
            </a:pPr>
            <a:r>
              <a:rPr lang="es-MX"/>
              <a:t>        ret</a:t>
            </a:r>
            <a:endParaRPr/>
          </a:p>
        </p:txBody>
      </p:sp>
      <p:sp>
        <p:nvSpPr>
          <p:cNvPr id="3421" name="Google Shape;3421;p4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22" name="Google Shape;3422;p4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6" name="Shape 3426"/>
        <p:cNvGrpSpPr/>
        <p:nvPr/>
      </p:nvGrpSpPr>
      <p:grpSpPr>
        <a:xfrm>
          <a:off x="0" y="0"/>
          <a:ext cx="0" cy="0"/>
          <a:chOff x="0" y="0"/>
          <a:chExt cx="0" cy="0"/>
        </a:xfrm>
      </p:grpSpPr>
      <p:sp>
        <p:nvSpPr>
          <p:cNvPr id="3427" name="Google Shape;3427;p4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Salto y retorno texto</a:t>
            </a:r>
            <a:endParaRPr/>
          </a:p>
        </p:txBody>
      </p:sp>
      <p:sp>
        <p:nvSpPr>
          <p:cNvPr id="3428" name="Google Shape;3428;p4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256"/>
              </a:spcBef>
              <a:spcAft>
                <a:spcPts val="0"/>
              </a:spcAft>
              <a:buClr>
                <a:schemeClr val="dk1"/>
              </a:buClr>
              <a:buSzPct val="100000"/>
              <a:buNone/>
            </a:pPr>
            <a:r>
              <a:rPr lang="es-MX"/>
              <a:t>        jmp start</a:t>
            </a:r>
            <a:endParaRPr/>
          </a:p>
          <a:p>
            <a:pPr indent="0" lvl="0" marL="0" rtl="0" algn="l">
              <a:lnSpc>
                <a:spcPct val="100000"/>
              </a:lnSpc>
              <a:spcBef>
                <a:spcPts val="256"/>
              </a:spcBef>
              <a:spcAft>
                <a:spcPts val="0"/>
              </a:spcAft>
              <a:buClr>
                <a:schemeClr val="dk1"/>
              </a:buClr>
              <a:buSzPct val="100000"/>
              <a:buNone/>
            </a:pPr>
            <a:r>
              <a:rPr lang="es-MX"/>
              <a:t>msg1:    db      "Hola Mundo!", 0Dh,0Ah, 24h  </a:t>
            </a:r>
            <a:endParaRPr/>
          </a:p>
          <a:p>
            <a:pPr indent="0" lvl="0" marL="0" rtl="0" algn="l">
              <a:lnSpc>
                <a:spcPct val="100000"/>
              </a:lnSpc>
              <a:spcBef>
                <a:spcPts val="256"/>
              </a:spcBef>
              <a:spcAft>
                <a:spcPts val="0"/>
              </a:spcAft>
              <a:buClr>
                <a:schemeClr val="dk1"/>
              </a:buClr>
              <a:buSzPct val="100000"/>
              <a:buNone/>
            </a:pPr>
            <a:r>
              <a:rPr lang="es-MX"/>
              <a:t>msg2:    db "Hola Mundo!", 0ah, 24h ; 0ah hace el salto </a:t>
            </a:r>
            <a:endParaRPr/>
          </a:p>
          <a:p>
            <a:pPr indent="0" lvl="0" marL="0" rtl="0" algn="l">
              <a:lnSpc>
                <a:spcPct val="100000"/>
              </a:lnSpc>
              <a:spcBef>
                <a:spcPts val="256"/>
              </a:spcBef>
              <a:spcAft>
                <a:spcPts val="0"/>
              </a:spcAft>
              <a:buClr>
                <a:schemeClr val="dk1"/>
              </a:buClr>
              <a:buSzPct val="100000"/>
              <a:buNone/>
            </a:pPr>
            <a:r>
              <a:rPr lang="es-MX"/>
              <a:t>msg3:    db "Hola Mundo!", 0dh, 24h ; odh hace retornar el inicio</a:t>
            </a:r>
            <a:endParaRPr/>
          </a:p>
          <a:p>
            <a:pPr indent="0" lvl="0" marL="0" rtl="0" algn="l">
              <a:lnSpc>
                <a:spcPct val="100000"/>
              </a:lnSpc>
              <a:spcBef>
                <a:spcPts val="256"/>
              </a:spcBef>
              <a:spcAft>
                <a:spcPts val="0"/>
              </a:spcAft>
              <a:buClr>
                <a:schemeClr val="dk1"/>
              </a:buClr>
              <a:buSzPct val="100000"/>
              <a:buNone/>
            </a:pPr>
            <a:r>
              <a:rPr lang="es-MX"/>
              <a:t>start:  </a:t>
            </a:r>
            <a:endParaRPr/>
          </a:p>
          <a:p>
            <a:pPr indent="0" lvl="0" marL="0" rtl="0" algn="l">
              <a:lnSpc>
                <a:spcPct val="100000"/>
              </a:lnSpc>
              <a:spcBef>
                <a:spcPts val="256"/>
              </a:spcBef>
              <a:spcAft>
                <a:spcPts val="0"/>
              </a:spcAft>
              <a:buClr>
                <a:schemeClr val="dk1"/>
              </a:buClr>
              <a:buSzPct val="100000"/>
              <a:buNone/>
            </a:pPr>
            <a:r>
              <a:rPr lang="es-MX"/>
              <a:t>        mov     dx, msg1</a:t>
            </a:r>
            <a:endParaRPr/>
          </a:p>
          <a:p>
            <a:pPr indent="0" lvl="0" marL="0" rtl="0" algn="l">
              <a:lnSpc>
                <a:spcPct val="100000"/>
              </a:lnSpc>
              <a:spcBef>
                <a:spcPts val="256"/>
              </a:spcBef>
              <a:spcAft>
                <a:spcPts val="0"/>
              </a:spcAft>
              <a:buClr>
                <a:schemeClr val="dk1"/>
              </a:buClr>
              <a:buSzPct val="100000"/>
              <a:buNone/>
            </a:pPr>
            <a:r>
              <a:rPr lang="es-MX"/>
              <a:t>        mov     ah, 09h </a:t>
            </a:r>
            <a:endParaRPr/>
          </a:p>
          <a:p>
            <a:pPr indent="0" lvl="0" marL="0" rtl="0" algn="l">
              <a:lnSpc>
                <a:spcPct val="100000"/>
              </a:lnSpc>
              <a:spcBef>
                <a:spcPts val="256"/>
              </a:spcBef>
              <a:spcAft>
                <a:spcPts val="0"/>
              </a:spcAft>
              <a:buClr>
                <a:schemeClr val="dk1"/>
              </a:buClr>
              <a:buSzPct val="100000"/>
              <a:buNone/>
            </a:pPr>
            <a:r>
              <a:rPr lang="es-MX"/>
              <a:t>        int     21h   </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        mov     dx, msg2</a:t>
            </a:r>
            <a:endParaRPr/>
          </a:p>
          <a:p>
            <a:pPr indent="0" lvl="0" marL="0" rtl="0" algn="l">
              <a:lnSpc>
                <a:spcPct val="100000"/>
              </a:lnSpc>
              <a:spcBef>
                <a:spcPts val="256"/>
              </a:spcBef>
              <a:spcAft>
                <a:spcPts val="0"/>
              </a:spcAft>
              <a:buClr>
                <a:schemeClr val="dk1"/>
              </a:buClr>
              <a:buSzPct val="100000"/>
              <a:buNone/>
            </a:pPr>
            <a:r>
              <a:rPr lang="es-MX"/>
              <a:t>        mov     ah, 09h </a:t>
            </a:r>
            <a:endParaRPr/>
          </a:p>
          <a:p>
            <a:pPr indent="0" lvl="0" marL="0" rtl="0" algn="l">
              <a:lnSpc>
                <a:spcPct val="100000"/>
              </a:lnSpc>
              <a:spcBef>
                <a:spcPts val="256"/>
              </a:spcBef>
              <a:spcAft>
                <a:spcPts val="0"/>
              </a:spcAft>
              <a:buClr>
                <a:schemeClr val="dk1"/>
              </a:buClr>
              <a:buSzPct val="100000"/>
              <a:buNone/>
            </a:pPr>
            <a:r>
              <a:rPr lang="es-MX"/>
              <a:t>        int     21h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dx, msg3</a:t>
            </a:r>
            <a:endParaRPr/>
          </a:p>
          <a:p>
            <a:pPr indent="0" lvl="0" marL="0" rtl="0" algn="l">
              <a:lnSpc>
                <a:spcPct val="100000"/>
              </a:lnSpc>
              <a:spcBef>
                <a:spcPts val="256"/>
              </a:spcBef>
              <a:spcAft>
                <a:spcPts val="0"/>
              </a:spcAft>
              <a:buClr>
                <a:schemeClr val="dk1"/>
              </a:buClr>
              <a:buSzPct val="100000"/>
              <a:buNone/>
            </a:pPr>
            <a:r>
              <a:rPr lang="es-MX"/>
              <a:t>        mov     ah, 09h </a:t>
            </a:r>
            <a:endParaRPr/>
          </a:p>
          <a:p>
            <a:pPr indent="0" lvl="0" marL="0" rtl="0" algn="l">
              <a:lnSpc>
                <a:spcPct val="100000"/>
              </a:lnSpc>
              <a:spcBef>
                <a:spcPts val="256"/>
              </a:spcBef>
              <a:spcAft>
                <a:spcPts val="0"/>
              </a:spcAft>
              <a:buClr>
                <a:schemeClr val="dk1"/>
              </a:buClr>
              <a:buSzPct val="100000"/>
              <a:buNone/>
            </a:pPr>
            <a:r>
              <a:rPr lang="es-MX"/>
              <a:t>        int     21h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ah, 0</a:t>
            </a:r>
            <a:endParaRPr/>
          </a:p>
          <a:p>
            <a:pPr indent="0" lvl="0" marL="0" rtl="0" algn="l">
              <a:lnSpc>
                <a:spcPct val="100000"/>
              </a:lnSpc>
              <a:spcBef>
                <a:spcPts val="256"/>
              </a:spcBef>
              <a:spcAft>
                <a:spcPts val="0"/>
              </a:spcAft>
              <a:buClr>
                <a:schemeClr val="dk1"/>
              </a:buClr>
              <a:buSzPct val="100000"/>
              <a:buNone/>
            </a:pPr>
            <a:r>
              <a:rPr lang="es-MX"/>
              <a:t>        int 16h ; esperando presionar cualquier tecla equivalente a getch()</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ret </a:t>
            </a:r>
            <a:endParaRPr/>
          </a:p>
        </p:txBody>
      </p:sp>
      <p:sp>
        <p:nvSpPr>
          <p:cNvPr id="3429" name="Google Shape;3429;p4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30" name="Google Shape;3430;p4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4" name="Shape 3434"/>
        <p:cNvGrpSpPr/>
        <p:nvPr/>
      </p:nvGrpSpPr>
      <p:grpSpPr>
        <a:xfrm>
          <a:off x="0" y="0"/>
          <a:ext cx="0" cy="0"/>
          <a:chOff x="0" y="0"/>
          <a:chExt cx="0" cy="0"/>
        </a:xfrm>
      </p:grpSpPr>
      <p:sp>
        <p:nvSpPr>
          <p:cNvPr id="3435" name="Google Shape;3435;p4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436" name="Google Shape;3436;p4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 org 100h</a:t>
            </a:r>
            <a:endParaRPr/>
          </a:p>
          <a:p>
            <a:pPr indent="0" lvl="0" marL="0" rtl="0" algn="l">
              <a:lnSpc>
                <a:spcPct val="100000"/>
              </a:lnSpc>
              <a:spcBef>
                <a:spcPts val="256"/>
              </a:spcBef>
              <a:spcAft>
                <a:spcPts val="0"/>
              </a:spcAft>
              <a:buClr>
                <a:schemeClr val="dk1"/>
              </a:buClr>
              <a:buSzPct val="100000"/>
              <a:buNone/>
            </a:pPr>
            <a:r>
              <a:rPr lang="es-MX"/>
              <a:t>        jmp start</a:t>
            </a:r>
            <a:endParaRPr/>
          </a:p>
          <a:p>
            <a:pPr indent="0" lvl="0" marL="0" rtl="0" algn="l">
              <a:lnSpc>
                <a:spcPct val="100000"/>
              </a:lnSpc>
              <a:spcBef>
                <a:spcPts val="256"/>
              </a:spcBef>
              <a:spcAft>
                <a:spcPts val="0"/>
              </a:spcAft>
              <a:buClr>
                <a:schemeClr val="dk1"/>
              </a:buClr>
              <a:buSzPct val="100000"/>
              <a:buNone/>
            </a:pPr>
            <a:r>
              <a:rPr lang="es-MX"/>
              <a:t>msg1:    db      "Hola Mundo!", 0Dh,0Ah, 24h  </a:t>
            </a:r>
            <a:endParaRPr/>
          </a:p>
          <a:p>
            <a:pPr indent="0" lvl="0" marL="0" rtl="0" algn="l">
              <a:lnSpc>
                <a:spcPct val="100000"/>
              </a:lnSpc>
              <a:spcBef>
                <a:spcPts val="256"/>
              </a:spcBef>
              <a:spcAft>
                <a:spcPts val="0"/>
              </a:spcAft>
              <a:buClr>
                <a:schemeClr val="dk1"/>
              </a:buClr>
              <a:buSzPct val="100000"/>
              <a:buNone/>
            </a:pPr>
            <a:r>
              <a:rPr lang="es-MX"/>
              <a:t>msg2:    db "Hola Mundo!", 0ah, 24h ; 0ah hace el salto </a:t>
            </a:r>
            <a:endParaRPr/>
          </a:p>
          <a:p>
            <a:pPr indent="0" lvl="0" marL="0" rtl="0" algn="l">
              <a:lnSpc>
                <a:spcPct val="100000"/>
              </a:lnSpc>
              <a:spcBef>
                <a:spcPts val="256"/>
              </a:spcBef>
              <a:spcAft>
                <a:spcPts val="0"/>
              </a:spcAft>
              <a:buClr>
                <a:schemeClr val="dk1"/>
              </a:buClr>
              <a:buSzPct val="100000"/>
              <a:buNone/>
            </a:pPr>
            <a:r>
              <a:rPr lang="es-MX"/>
              <a:t>msg3:    db "Hola Mundo!", 0dh, 24h ; odh hace retornar el inicio</a:t>
            </a:r>
            <a:endParaRPr/>
          </a:p>
          <a:p>
            <a:pPr indent="0" lvl="0" marL="0" rtl="0" algn="l">
              <a:lnSpc>
                <a:spcPct val="100000"/>
              </a:lnSpc>
              <a:spcBef>
                <a:spcPts val="256"/>
              </a:spcBef>
              <a:spcAft>
                <a:spcPts val="0"/>
              </a:spcAft>
              <a:buClr>
                <a:schemeClr val="dk1"/>
              </a:buClr>
              <a:buSzPct val="100000"/>
              <a:buNone/>
            </a:pPr>
            <a:r>
              <a:rPr lang="es-MX"/>
              <a:t>start:  </a:t>
            </a:r>
            <a:endParaRPr/>
          </a:p>
          <a:p>
            <a:pPr indent="0" lvl="0" marL="0" rtl="0" algn="l">
              <a:lnSpc>
                <a:spcPct val="100000"/>
              </a:lnSpc>
              <a:spcBef>
                <a:spcPts val="256"/>
              </a:spcBef>
              <a:spcAft>
                <a:spcPts val="0"/>
              </a:spcAft>
              <a:buClr>
                <a:schemeClr val="dk1"/>
              </a:buClr>
              <a:buSzPct val="100000"/>
              <a:buNone/>
            </a:pPr>
            <a:r>
              <a:rPr lang="es-MX"/>
              <a:t>        mov     dx, msg1</a:t>
            </a:r>
            <a:endParaRPr/>
          </a:p>
          <a:p>
            <a:pPr indent="0" lvl="0" marL="0" rtl="0" algn="l">
              <a:lnSpc>
                <a:spcPct val="100000"/>
              </a:lnSpc>
              <a:spcBef>
                <a:spcPts val="256"/>
              </a:spcBef>
              <a:spcAft>
                <a:spcPts val="0"/>
              </a:spcAft>
              <a:buClr>
                <a:schemeClr val="dk1"/>
              </a:buClr>
              <a:buSzPct val="100000"/>
              <a:buNone/>
            </a:pPr>
            <a:r>
              <a:rPr lang="es-MX"/>
              <a:t>        mov     ah, 09h </a:t>
            </a:r>
            <a:endParaRPr/>
          </a:p>
          <a:p>
            <a:pPr indent="0" lvl="0" marL="0" rtl="0" algn="l">
              <a:lnSpc>
                <a:spcPct val="100000"/>
              </a:lnSpc>
              <a:spcBef>
                <a:spcPts val="256"/>
              </a:spcBef>
              <a:spcAft>
                <a:spcPts val="0"/>
              </a:spcAft>
              <a:buClr>
                <a:schemeClr val="dk1"/>
              </a:buClr>
              <a:buSzPct val="100000"/>
              <a:buNone/>
            </a:pPr>
            <a:r>
              <a:rPr lang="es-MX"/>
              <a:t>        int     21h   </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        mov     dx, msg2</a:t>
            </a:r>
            <a:endParaRPr/>
          </a:p>
          <a:p>
            <a:pPr indent="0" lvl="0" marL="0" rtl="0" algn="l">
              <a:lnSpc>
                <a:spcPct val="100000"/>
              </a:lnSpc>
              <a:spcBef>
                <a:spcPts val="256"/>
              </a:spcBef>
              <a:spcAft>
                <a:spcPts val="0"/>
              </a:spcAft>
              <a:buClr>
                <a:schemeClr val="dk1"/>
              </a:buClr>
              <a:buSzPct val="100000"/>
              <a:buNone/>
            </a:pPr>
            <a:r>
              <a:rPr lang="es-MX"/>
              <a:t>        mov     ah, 09h </a:t>
            </a:r>
            <a:endParaRPr/>
          </a:p>
          <a:p>
            <a:pPr indent="0" lvl="0" marL="0" rtl="0" algn="l">
              <a:lnSpc>
                <a:spcPct val="100000"/>
              </a:lnSpc>
              <a:spcBef>
                <a:spcPts val="256"/>
              </a:spcBef>
              <a:spcAft>
                <a:spcPts val="0"/>
              </a:spcAft>
              <a:buClr>
                <a:schemeClr val="dk1"/>
              </a:buClr>
              <a:buSzPct val="100000"/>
              <a:buNone/>
            </a:pPr>
            <a:r>
              <a:rPr lang="es-MX"/>
              <a:t>        int     21h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dx, msg3</a:t>
            </a:r>
            <a:endParaRPr/>
          </a:p>
          <a:p>
            <a:pPr indent="0" lvl="0" marL="0" rtl="0" algn="l">
              <a:lnSpc>
                <a:spcPct val="100000"/>
              </a:lnSpc>
              <a:spcBef>
                <a:spcPts val="256"/>
              </a:spcBef>
              <a:spcAft>
                <a:spcPts val="0"/>
              </a:spcAft>
              <a:buClr>
                <a:schemeClr val="dk1"/>
              </a:buClr>
              <a:buSzPct val="100000"/>
              <a:buNone/>
            </a:pPr>
            <a:r>
              <a:rPr lang="es-MX"/>
              <a:t>        mov     ah, 09h </a:t>
            </a:r>
            <a:endParaRPr/>
          </a:p>
          <a:p>
            <a:pPr indent="0" lvl="0" marL="0" rtl="0" algn="l">
              <a:lnSpc>
                <a:spcPct val="100000"/>
              </a:lnSpc>
              <a:spcBef>
                <a:spcPts val="256"/>
              </a:spcBef>
              <a:spcAft>
                <a:spcPts val="0"/>
              </a:spcAft>
              <a:buClr>
                <a:schemeClr val="dk1"/>
              </a:buClr>
              <a:buSzPct val="100000"/>
              <a:buNone/>
            </a:pPr>
            <a:r>
              <a:rPr lang="es-MX"/>
              <a:t>        int     21h              </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        mov ah, 0</a:t>
            </a:r>
            <a:endParaRPr/>
          </a:p>
          <a:p>
            <a:pPr indent="0" lvl="0" marL="0" rtl="0" algn="l">
              <a:lnSpc>
                <a:spcPct val="100000"/>
              </a:lnSpc>
              <a:spcBef>
                <a:spcPts val="256"/>
              </a:spcBef>
              <a:spcAft>
                <a:spcPts val="0"/>
              </a:spcAft>
              <a:buClr>
                <a:schemeClr val="dk1"/>
              </a:buClr>
              <a:buSzPct val="100000"/>
              <a:buNone/>
            </a:pPr>
            <a:r>
              <a:rPr lang="es-MX"/>
              <a:t>        int 16h ; esperando presionar cualquier tecla equivalente a getch()</a:t>
            </a:r>
            <a:endParaRPr/>
          </a:p>
          <a:p>
            <a:pPr indent="0" lvl="0" marL="0" rtl="0" algn="l">
              <a:lnSpc>
                <a:spcPct val="100000"/>
              </a:lnSpc>
              <a:spcBef>
                <a:spcPts val="256"/>
              </a:spcBef>
              <a:spcAft>
                <a:spcPts val="0"/>
              </a:spcAft>
              <a:buClr>
                <a:schemeClr val="dk1"/>
              </a:buClr>
              <a:buSzPct val="100000"/>
              <a:buNone/>
            </a:pPr>
            <a:r>
              <a:rPr lang="es-MX"/>
              <a:t>        </a:t>
            </a:r>
            <a:endParaRPr/>
          </a:p>
          <a:p>
            <a:pPr indent="0" lvl="0" marL="0" rtl="0" algn="l">
              <a:lnSpc>
                <a:spcPct val="100000"/>
              </a:lnSpc>
              <a:spcBef>
                <a:spcPts val="256"/>
              </a:spcBef>
              <a:spcAft>
                <a:spcPts val="0"/>
              </a:spcAft>
              <a:buClr>
                <a:schemeClr val="dk1"/>
              </a:buClr>
              <a:buSzPct val="100000"/>
              <a:buNone/>
            </a:pPr>
            <a:r>
              <a:rPr lang="es-MX"/>
              <a:t>ret </a:t>
            </a:r>
            <a:endParaRPr/>
          </a:p>
        </p:txBody>
      </p:sp>
      <p:sp>
        <p:nvSpPr>
          <p:cNvPr id="3437" name="Google Shape;3437;p4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38" name="Google Shape;3438;p4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2" name="Shape 3442"/>
        <p:cNvGrpSpPr/>
        <p:nvPr/>
      </p:nvGrpSpPr>
      <p:grpSpPr>
        <a:xfrm>
          <a:off x="0" y="0"/>
          <a:ext cx="0" cy="0"/>
          <a:chOff x="0" y="0"/>
          <a:chExt cx="0" cy="0"/>
        </a:xfrm>
      </p:grpSpPr>
      <p:sp>
        <p:nvSpPr>
          <p:cNvPr id="3443" name="Google Shape;3443;p4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CALL</a:t>
            </a:r>
            <a:endParaRPr/>
          </a:p>
        </p:txBody>
      </p:sp>
      <p:sp>
        <p:nvSpPr>
          <p:cNvPr id="3444" name="Google Shape;3444;p4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chemeClr val="dk1"/>
              </a:buClr>
              <a:buSzPct val="100000"/>
              <a:buChar char="•"/>
            </a:pPr>
            <a:r>
              <a:rPr lang="es-MX"/>
              <a:t>La instrucción CALL se usa para realizar una llamada a un procedimiento y la instrucción RET se usa para volver de un procedimiento. Cuando se realiza una llamada a procedimiento con CALL, se guardan en la pila el valor de IP en caso de un salto corto, y de CS e IP en caso de un salto lejano. Cuando se ejecuta la instrucción RET se recuperan de la pila los valores de IP o de CS e IP dependiendo del caso. Al salir de un procedimiento es necesario dejar la pila como estaba; para ello podemos utilizar la instrucción pop, o bien ejecutar la instrucción RET n donde n es el número de posiciones que deben descartarse de la pila.</a:t>
            </a:r>
            <a:endParaRPr/>
          </a:p>
        </p:txBody>
      </p:sp>
      <p:sp>
        <p:nvSpPr>
          <p:cNvPr id="3445" name="Google Shape;3445;p4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46" name="Google Shape;3446;p4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0" name="Shape 3450"/>
        <p:cNvGrpSpPr/>
        <p:nvPr/>
      </p:nvGrpSpPr>
      <p:grpSpPr>
        <a:xfrm>
          <a:off x="0" y="0"/>
          <a:ext cx="0" cy="0"/>
          <a:chOff x="0" y="0"/>
          <a:chExt cx="0" cy="0"/>
        </a:xfrm>
      </p:grpSpPr>
      <p:sp>
        <p:nvSpPr>
          <p:cNvPr id="3451" name="Google Shape;3451;p434"/>
          <p:cNvSpPr txBox="1"/>
          <p:nvPr>
            <p:ph idx="1" type="body"/>
          </p:nvPr>
        </p:nvSpPr>
        <p:spPr>
          <a:xfrm>
            <a:off x="457200" y="260648"/>
            <a:ext cx="8229600" cy="5865515"/>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jmp start  </a:t>
            </a:r>
            <a:endParaRPr/>
          </a:p>
          <a:p>
            <a:pPr indent="0" lvl="0" marL="0" rtl="0" algn="l">
              <a:lnSpc>
                <a:spcPct val="100000"/>
              </a:lnSpc>
              <a:spcBef>
                <a:spcPts val="352"/>
              </a:spcBef>
              <a:spcAft>
                <a:spcPts val="0"/>
              </a:spcAft>
              <a:buClr>
                <a:schemeClr val="dk1"/>
              </a:buClr>
              <a:buSzPct val="100000"/>
              <a:buNone/>
            </a:pPr>
            <a:r>
              <a:rPr lang="es-MX"/>
              <a:t>funcion: </a:t>
            </a:r>
            <a:endParaRPr/>
          </a:p>
          <a:p>
            <a:pPr indent="0" lvl="0" marL="0" rtl="0" algn="l">
              <a:lnSpc>
                <a:spcPct val="100000"/>
              </a:lnSpc>
              <a:spcBef>
                <a:spcPts val="352"/>
              </a:spcBef>
              <a:spcAft>
                <a:spcPts val="0"/>
              </a:spcAft>
              <a:buClr>
                <a:schemeClr val="dk1"/>
              </a:buClr>
              <a:buSzPct val="100000"/>
              <a:buNone/>
            </a:pPr>
            <a:r>
              <a:rPr lang="es-MX"/>
              <a:t>        push    ax</a:t>
            </a:r>
            <a:endParaRPr/>
          </a:p>
          <a:p>
            <a:pPr indent="0" lvl="0" marL="0" rtl="0" algn="l">
              <a:lnSpc>
                <a:spcPct val="100000"/>
              </a:lnSpc>
              <a:spcBef>
                <a:spcPts val="352"/>
              </a:spcBef>
              <a:spcAft>
                <a:spcPts val="0"/>
              </a:spcAft>
              <a:buClr>
                <a:schemeClr val="dk1"/>
              </a:buClr>
              <a:buSzPct val="100000"/>
              <a:buNone/>
            </a:pPr>
            <a:r>
              <a:rPr lang="es-MX"/>
              <a:t>        push    bx</a:t>
            </a:r>
            <a:endParaRPr/>
          </a:p>
          <a:p>
            <a:pPr indent="0" lvl="0" marL="0" rtl="0" algn="l">
              <a:lnSpc>
                <a:spcPct val="100000"/>
              </a:lnSpc>
              <a:spcBef>
                <a:spcPts val="352"/>
              </a:spcBef>
              <a:spcAft>
                <a:spcPts val="0"/>
              </a:spcAft>
              <a:buClr>
                <a:schemeClr val="dk1"/>
              </a:buClr>
              <a:buSzPct val="100000"/>
              <a:buNone/>
            </a:pPr>
            <a:r>
              <a:rPr lang="es-MX"/>
              <a:t>        xor     ax,ax</a:t>
            </a:r>
            <a:endParaRPr/>
          </a:p>
          <a:p>
            <a:pPr indent="0" lvl="0" marL="0" rtl="0" algn="l">
              <a:lnSpc>
                <a:spcPct val="100000"/>
              </a:lnSpc>
              <a:spcBef>
                <a:spcPts val="352"/>
              </a:spcBef>
              <a:spcAft>
                <a:spcPts val="0"/>
              </a:spcAft>
              <a:buClr>
                <a:schemeClr val="dk1"/>
              </a:buClr>
              <a:buSzPct val="100000"/>
              <a:buNone/>
            </a:pPr>
            <a:r>
              <a:rPr lang="es-MX"/>
              <a:t>        inc     bx</a:t>
            </a:r>
            <a:endParaRPr/>
          </a:p>
          <a:p>
            <a:pPr indent="0" lvl="0" marL="0" rtl="0" algn="l">
              <a:lnSpc>
                <a:spcPct val="100000"/>
              </a:lnSpc>
              <a:spcBef>
                <a:spcPts val="352"/>
              </a:spcBef>
              <a:spcAft>
                <a:spcPts val="0"/>
              </a:spcAft>
              <a:buClr>
                <a:schemeClr val="dk1"/>
              </a:buClr>
              <a:buSzPct val="100000"/>
              <a:buNone/>
            </a:pPr>
            <a:r>
              <a:rPr lang="es-MX"/>
              <a:t>        pop     bx</a:t>
            </a:r>
            <a:endParaRPr/>
          </a:p>
          <a:p>
            <a:pPr indent="0" lvl="0" marL="0" rtl="0" algn="l">
              <a:lnSpc>
                <a:spcPct val="100000"/>
              </a:lnSpc>
              <a:spcBef>
                <a:spcPts val="352"/>
              </a:spcBef>
              <a:spcAft>
                <a:spcPts val="0"/>
              </a:spcAft>
              <a:buClr>
                <a:schemeClr val="dk1"/>
              </a:buClr>
              <a:buSzPct val="100000"/>
              <a:buNone/>
            </a:pPr>
            <a:r>
              <a:rPr lang="es-MX"/>
              <a:t>        pop     ax</a:t>
            </a:r>
            <a:endParaRPr/>
          </a:p>
          <a:p>
            <a:pPr indent="0" lvl="0" marL="0" rtl="0" algn="l">
              <a:lnSpc>
                <a:spcPct val="100000"/>
              </a:lnSpc>
              <a:spcBef>
                <a:spcPts val="352"/>
              </a:spcBef>
              <a:spcAft>
                <a:spcPts val="0"/>
              </a:spcAft>
              <a:buClr>
                <a:schemeClr val="dk1"/>
              </a:buClr>
              <a:buSzPct val="100000"/>
              <a:buNone/>
            </a:pPr>
            <a:r>
              <a:rPr lang="es-MX"/>
              <a:t>        ret</a:t>
            </a:r>
            <a:endParaRPr/>
          </a:p>
          <a:p>
            <a:pPr indent="0" lvl="0" marL="0" rtl="0" algn="l">
              <a:lnSpc>
                <a:spcPct val="100000"/>
              </a:lnSpc>
              <a:spcBef>
                <a:spcPts val="352"/>
              </a:spcBef>
              <a:spcAft>
                <a:spcPts val="0"/>
              </a:spcAft>
              <a:buClr>
                <a:schemeClr val="dk1"/>
              </a:buClr>
              <a:buSzPct val="100000"/>
              <a:buNone/>
            </a:pPr>
            <a:r>
              <a:rPr lang="es-MX"/>
              <a:t>start:  mov     ax,7Fh</a:t>
            </a:r>
            <a:endParaRPr/>
          </a:p>
          <a:p>
            <a:pPr indent="0" lvl="0" marL="0" rtl="0" algn="l">
              <a:lnSpc>
                <a:spcPct val="100000"/>
              </a:lnSpc>
              <a:spcBef>
                <a:spcPts val="352"/>
              </a:spcBef>
              <a:spcAft>
                <a:spcPts val="0"/>
              </a:spcAft>
              <a:buClr>
                <a:schemeClr val="dk1"/>
              </a:buClr>
              <a:buSzPct val="100000"/>
              <a:buNone/>
            </a:pPr>
            <a:r>
              <a:rPr lang="es-MX"/>
              <a:t>        add     bx,2h  </a:t>
            </a:r>
            <a:endParaRPr/>
          </a:p>
          <a:p>
            <a:pPr indent="0" lvl="0" marL="0" rtl="0" algn="l">
              <a:lnSpc>
                <a:spcPct val="100000"/>
              </a:lnSpc>
              <a:spcBef>
                <a:spcPts val="352"/>
              </a:spcBef>
              <a:spcAft>
                <a:spcPts val="0"/>
              </a:spcAft>
              <a:buClr>
                <a:schemeClr val="dk1"/>
              </a:buClr>
              <a:buSzPct val="100000"/>
              <a:buNone/>
            </a:pPr>
            <a:r>
              <a:rPr lang="es-MX"/>
              <a:t>        call    funcion </a:t>
            </a:r>
            <a:endParaRPr/>
          </a:p>
          <a:p>
            <a:pPr indent="0" lvl="0" marL="0" rtl="0" algn="l">
              <a:lnSpc>
                <a:spcPct val="100000"/>
              </a:lnSpc>
              <a:spcBef>
                <a:spcPts val="352"/>
              </a:spcBef>
              <a:spcAft>
                <a:spcPts val="0"/>
              </a:spcAft>
              <a:buClr>
                <a:schemeClr val="dk1"/>
              </a:buClr>
              <a:buSzPct val="100000"/>
              <a:buNone/>
            </a:pPr>
            <a:r>
              <a:rPr lang="es-MX"/>
              <a:t>        inc     ax</a:t>
            </a:r>
            <a:endParaRPr/>
          </a:p>
          <a:p>
            <a:pPr indent="0" lvl="0" marL="0" rtl="0" algn="l">
              <a:lnSpc>
                <a:spcPct val="100000"/>
              </a:lnSpc>
              <a:spcBef>
                <a:spcPts val="352"/>
              </a:spcBef>
              <a:spcAft>
                <a:spcPts val="0"/>
              </a:spcAft>
              <a:buClr>
                <a:schemeClr val="dk1"/>
              </a:buClr>
              <a:buSzPct val="100000"/>
              <a:buNone/>
            </a:pPr>
            <a:r>
              <a:rPr lang="es-MX"/>
              <a:t>        dec     bx</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ret </a:t>
            </a:r>
            <a:endParaRPr/>
          </a:p>
        </p:txBody>
      </p:sp>
      <p:sp>
        <p:nvSpPr>
          <p:cNvPr id="3452" name="Google Shape;3452;p4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53" name="Google Shape;3453;p4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7" name="Shape 3457"/>
        <p:cNvGrpSpPr/>
        <p:nvPr/>
      </p:nvGrpSpPr>
      <p:grpSpPr>
        <a:xfrm>
          <a:off x="0" y="0"/>
          <a:ext cx="0" cy="0"/>
          <a:chOff x="0" y="0"/>
          <a:chExt cx="0" cy="0"/>
        </a:xfrm>
      </p:grpSpPr>
      <p:sp>
        <p:nvSpPr>
          <p:cNvPr id="3458" name="Google Shape;3458;p4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TEST</a:t>
            </a:r>
            <a:endParaRPr/>
          </a:p>
        </p:txBody>
      </p:sp>
      <p:sp>
        <p:nvSpPr>
          <p:cNvPr id="3459" name="Google Shape;3459;p4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TEST realiza la operación lógica “Y” de dos operandos, pero NO afecta a ninguno de ellos, SÓLO afecta al registro de estado. Admite todos los tipos de direccionamiento excepto los dos operandos en memoria </a:t>
            </a:r>
            <a:endParaRPr/>
          </a:p>
        </p:txBody>
      </p:sp>
      <p:sp>
        <p:nvSpPr>
          <p:cNvPr id="3460" name="Google Shape;3460;p4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61" name="Google Shape;3461;p4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5" name="Shape 3465"/>
        <p:cNvGrpSpPr/>
        <p:nvPr/>
      </p:nvGrpSpPr>
      <p:grpSpPr>
        <a:xfrm>
          <a:off x="0" y="0"/>
          <a:ext cx="0" cy="0"/>
          <a:chOff x="0" y="0"/>
          <a:chExt cx="0" cy="0"/>
        </a:xfrm>
      </p:grpSpPr>
      <p:sp>
        <p:nvSpPr>
          <p:cNvPr id="3466" name="Google Shape;3466;p4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467" name="Google Shape;3467;p4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544"/>
              </a:spcBef>
              <a:spcAft>
                <a:spcPts val="0"/>
              </a:spcAft>
              <a:buClr>
                <a:schemeClr val="dk1"/>
              </a:buClr>
              <a:buSzPct val="100000"/>
              <a:buNone/>
            </a:pPr>
            <a:r>
              <a:rPr lang="es-MX"/>
              <a:t>jmp start  </a:t>
            </a:r>
            <a:endParaRPr/>
          </a:p>
          <a:p>
            <a:pPr indent="0" lvl="0" marL="0" rtl="0" algn="l">
              <a:lnSpc>
                <a:spcPct val="100000"/>
              </a:lnSpc>
              <a:spcBef>
                <a:spcPts val="544"/>
              </a:spcBef>
              <a:spcAft>
                <a:spcPts val="0"/>
              </a:spcAft>
              <a:buClr>
                <a:schemeClr val="dk1"/>
              </a:buClr>
              <a:buSzPct val="100000"/>
              <a:buNone/>
            </a:pPr>
            <a:r>
              <a:rPr lang="es-MX"/>
              <a:t>start:  mov ax,06h</a:t>
            </a:r>
            <a:endParaRPr/>
          </a:p>
          <a:p>
            <a:pPr indent="0" lvl="0" marL="0" rtl="0" algn="l">
              <a:lnSpc>
                <a:spcPct val="100000"/>
              </a:lnSpc>
              <a:spcBef>
                <a:spcPts val="544"/>
              </a:spcBef>
              <a:spcAft>
                <a:spcPts val="0"/>
              </a:spcAft>
              <a:buClr>
                <a:schemeClr val="dk1"/>
              </a:buClr>
              <a:buSzPct val="100000"/>
              <a:buNone/>
            </a:pPr>
            <a:r>
              <a:rPr lang="es-MX"/>
              <a:t>        mov bx,08h</a:t>
            </a:r>
            <a:endParaRPr/>
          </a:p>
          <a:p>
            <a:pPr indent="0" lvl="0" marL="0" rtl="0" algn="l">
              <a:lnSpc>
                <a:spcPct val="100000"/>
              </a:lnSpc>
              <a:spcBef>
                <a:spcPts val="544"/>
              </a:spcBef>
              <a:spcAft>
                <a:spcPts val="0"/>
              </a:spcAft>
              <a:buClr>
                <a:schemeClr val="dk1"/>
              </a:buClr>
              <a:buSzPct val="100000"/>
              <a:buNone/>
            </a:pPr>
            <a:r>
              <a:rPr lang="es-MX"/>
              <a:t>        test ax,07h </a:t>
            </a:r>
            <a:endParaRPr/>
          </a:p>
          <a:p>
            <a:pPr indent="0" lvl="0" marL="0" rtl="0" algn="l">
              <a:lnSpc>
                <a:spcPct val="100000"/>
              </a:lnSpc>
              <a:spcBef>
                <a:spcPts val="544"/>
              </a:spcBef>
              <a:spcAft>
                <a:spcPts val="0"/>
              </a:spcAft>
              <a:buClr>
                <a:schemeClr val="dk1"/>
              </a:buClr>
              <a:buSzPct val="100000"/>
              <a:buNone/>
            </a:pPr>
            <a:r>
              <a:rPr lang="es-MX"/>
              <a:t>               </a:t>
            </a:r>
            <a:endParaRPr/>
          </a:p>
          <a:p>
            <a:pPr indent="0" lvl="0" marL="0" rtl="0" algn="l">
              <a:lnSpc>
                <a:spcPct val="100000"/>
              </a:lnSpc>
              <a:spcBef>
                <a:spcPts val="544"/>
              </a:spcBef>
              <a:spcAft>
                <a:spcPts val="0"/>
              </a:spcAft>
              <a:buClr>
                <a:schemeClr val="dk1"/>
              </a:buClr>
              <a:buSzPct val="100000"/>
              <a:buNone/>
            </a:pPr>
            <a:r>
              <a:rPr lang="es-MX"/>
              <a:t>        mov     ah, 0 </a:t>
            </a:r>
            <a:endParaRPr/>
          </a:p>
          <a:p>
            <a:pPr indent="0" lvl="0" marL="0" rtl="0" algn="l">
              <a:lnSpc>
                <a:spcPct val="100000"/>
              </a:lnSpc>
              <a:spcBef>
                <a:spcPts val="544"/>
              </a:spcBef>
              <a:spcAft>
                <a:spcPts val="0"/>
              </a:spcAft>
              <a:buClr>
                <a:schemeClr val="dk1"/>
              </a:buClr>
              <a:buSzPct val="100000"/>
              <a:buNone/>
            </a:pPr>
            <a:r>
              <a:rPr lang="es-MX"/>
              <a:t>        int     16h </a:t>
            </a:r>
            <a:endParaRPr/>
          </a:p>
          <a:p>
            <a:pPr indent="0" lvl="0" marL="0" rtl="0" algn="l">
              <a:lnSpc>
                <a:spcPct val="100000"/>
              </a:lnSpc>
              <a:spcBef>
                <a:spcPts val="544"/>
              </a:spcBef>
              <a:spcAft>
                <a:spcPts val="0"/>
              </a:spcAft>
              <a:buClr>
                <a:schemeClr val="dk1"/>
              </a:buClr>
              <a:buSzPct val="100000"/>
              <a:buNone/>
            </a:pPr>
            <a:r>
              <a:rPr lang="es-MX"/>
              <a:t>        </a:t>
            </a:r>
            <a:endParaRPr/>
          </a:p>
          <a:p>
            <a:pPr indent="0" lvl="0" marL="0" rtl="0" algn="l">
              <a:lnSpc>
                <a:spcPct val="100000"/>
              </a:lnSpc>
              <a:spcBef>
                <a:spcPts val="544"/>
              </a:spcBef>
              <a:spcAft>
                <a:spcPts val="0"/>
              </a:spcAft>
              <a:buClr>
                <a:schemeClr val="dk1"/>
              </a:buClr>
              <a:buSzPct val="100000"/>
              <a:buNone/>
            </a:pPr>
            <a:r>
              <a:rPr lang="es-MX"/>
              <a:t>ret </a:t>
            </a:r>
            <a:endParaRPr/>
          </a:p>
        </p:txBody>
      </p:sp>
      <p:sp>
        <p:nvSpPr>
          <p:cNvPr id="3468" name="Google Shape;3468;p4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69" name="Google Shape;3469;p4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3" name="Shape 3473"/>
        <p:cNvGrpSpPr/>
        <p:nvPr/>
      </p:nvGrpSpPr>
      <p:grpSpPr>
        <a:xfrm>
          <a:off x="0" y="0"/>
          <a:ext cx="0" cy="0"/>
          <a:chOff x="0" y="0"/>
          <a:chExt cx="0" cy="0"/>
        </a:xfrm>
      </p:grpSpPr>
      <p:sp>
        <p:nvSpPr>
          <p:cNvPr id="3474" name="Google Shape;3474;p4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888888"/>
              </a:buClr>
              <a:buSzPts val="3600"/>
              <a:buNone/>
            </a:pPr>
            <a:r>
              <a:rPr lang="es-MX" sz="3600"/>
              <a:t>Que hace el siguiente código?</a:t>
            </a:r>
            <a:endParaRPr/>
          </a:p>
        </p:txBody>
      </p:sp>
      <p:sp>
        <p:nvSpPr>
          <p:cNvPr id="3475" name="Google Shape;3475;p4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76" name="Google Shape;3476;p4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0" name="Shape 3480"/>
        <p:cNvGrpSpPr/>
        <p:nvPr/>
      </p:nvGrpSpPr>
      <p:grpSpPr>
        <a:xfrm>
          <a:off x="0" y="0"/>
          <a:ext cx="0" cy="0"/>
          <a:chOff x="0" y="0"/>
          <a:chExt cx="0" cy="0"/>
        </a:xfrm>
      </p:grpSpPr>
      <p:sp>
        <p:nvSpPr>
          <p:cNvPr id="3481" name="Google Shape;3481;p438"/>
          <p:cNvSpPr txBox="1"/>
          <p:nvPr>
            <p:ph idx="1" type="body"/>
          </p:nvPr>
        </p:nvSpPr>
        <p:spPr>
          <a:xfrm>
            <a:off x="457200" y="0"/>
            <a:ext cx="8229600" cy="6858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50"/>
              <a:buNone/>
            </a:pPr>
            <a:r>
              <a:rPr lang="es-MX" sz="1150"/>
              <a:t>org 100h</a:t>
            </a:r>
            <a:endParaRPr/>
          </a:p>
          <a:p>
            <a:pPr indent="0" lvl="0" marL="0" rtl="0" algn="l">
              <a:lnSpc>
                <a:spcPct val="100000"/>
              </a:lnSpc>
              <a:spcBef>
                <a:spcPts val="230"/>
              </a:spcBef>
              <a:spcAft>
                <a:spcPts val="0"/>
              </a:spcAft>
              <a:buClr>
                <a:schemeClr val="dk1"/>
              </a:buClr>
              <a:buSzPts val="1150"/>
              <a:buNone/>
            </a:pPr>
            <a:r>
              <a:rPr lang="es-MX" sz="1150"/>
              <a:t>jmp start  </a:t>
            </a:r>
            <a:endParaRPr/>
          </a:p>
          <a:p>
            <a:pPr indent="0" lvl="0" marL="0" rtl="0" algn="l">
              <a:lnSpc>
                <a:spcPct val="100000"/>
              </a:lnSpc>
              <a:spcBef>
                <a:spcPts val="230"/>
              </a:spcBef>
              <a:spcAft>
                <a:spcPts val="0"/>
              </a:spcAft>
              <a:buClr>
                <a:schemeClr val="dk1"/>
              </a:buClr>
              <a:buSzPts val="1150"/>
              <a:buNone/>
            </a:pPr>
            <a:r>
              <a:rPr lang="es-MX" sz="1150"/>
              <a:t>num db 0  </a:t>
            </a:r>
            <a:endParaRPr/>
          </a:p>
          <a:p>
            <a:pPr indent="0" lvl="0" marL="0" rtl="0" algn="l">
              <a:lnSpc>
                <a:spcPct val="100000"/>
              </a:lnSpc>
              <a:spcBef>
                <a:spcPts val="230"/>
              </a:spcBef>
              <a:spcAft>
                <a:spcPts val="0"/>
              </a:spcAft>
              <a:buClr>
                <a:schemeClr val="dk1"/>
              </a:buClr>
              <a:buSzPts val="1150"/>
              <a:buNone/>
            </a:pPr>
            <a:r>
              <a:rPr lang="es-MX" sz="1150"/>
              <a:t>start:  mov ah,01h  </a:t>
            </a:r>
            <a:endParaRPr/>
          </a:p>
          <a:p>
            <a:pPr indent="0" lvl="0" marL="0" rtl="0" algn="l">
              <a:lnSpc>
                <a:spcPct val="100000"/>
              </a:lnSpc>
              <a:spcBef>
                <a:spcPts val="230"/>
              </a:spcBef>
              <a:spcAft>
                <a:spcPts val="0"/>
              </a:spcAft>
              <a:buClr>
                <a:schemeClr val="dk1"/>
              </a:buClr>
              <a:buSzPts val="1150"/>
              <a:buNone/>
            </a:pPr>
            <a:r>
              <a:rPr lang="es-MX" sz="1150"/>
              <a:t>        int 21h</a:t>
            </a:r>
            <a:endParaRPr/>
          </a:p>
          <a:p>
            <a:pPr indent="0" lvl="0" marL="0" rtl="0" algn="l">
              <a:lnSpc>
                <a:spcPct val="100000"/>
              </a:lnSpc>
              <a:spcBef>
                <a:spcPts val="230"/>
              </a:spcBef>
              <a:spcAft>
                <a:spcPts val="0"/>
              </a:spcAft>
              <a:buClr>
                <a:schemeClr val="dk1"/>
              </a:buClr>
              <a:buSzPts val="1150"/>
              <a:buNone/>
            </a:pPr>
            <a:r>
              <a:rPr lang="es-MX" sz="1150"/>
              <a:t>        sub al,30h </a:t>
            </a:r>
            <a:endParaRPr/>
          </a:p>
          <a:p>
            <a:pPr indent="0" lvl="0" marL="0" rtl="0" algn="l">
              <a:lnSpc>
                <a:spcPct val="100000"/>
              </a:lnSpc>
              <a:spcBef>
                <a:spcPts val="230"/>
              </a:spcBef>
              <a:spcAft>
                <a:spcPts val="0"/>
              </a:spcAft>
              <a:buClr>
                <a:schemeClr val="dk1"/>
              </a:buClr>
              <a:buSzPts val="1150"/>
              <a:buNone/>
            </a:pPr>
            <a:r>
              <a:rPr lang="es-MX" sz="1150"/>
              <a:t>        mov num,al </a:t>
            </a:r>
            <a:endParaRPr/>
          </a:p>
          <a:p>
            <a:pPr indent="0" lvl="0" marL="0" rtl="0" algn="l">
              <a:lnSpc>
                <a:spcPct val="100000"/>
              </a:lnSpc>
              <a:spcBef>
                <a:spcPts val="230"/>
              </a:spcBef>
              <a:spcAft>
                <a:spcPts val="0"/>
              </a:spcAft>
              <a:buClr>
                <a:schemeClr val="dk1"/>
              </a:buClr>
              <a:buSzPts val="1150"/>
              <a:buNone/>
            </a:pPr>
            <a:r>
              <a:rPr lang="es-MX" sz="1150"/>
              <a:t>        mov cl,01h </a:t>
            </a:r>
            <a:endParaRPr/>
          </a:p>
          <a:p>
            <a:pPr indent="0" lvl="0" marL="0" rtl="0" algn="l">
              <a:lnSpc>
                <a:spcPct val="100000"/>
              </a:lnSpc>
              <a:spcBef>
                <a:spcPts val="230"/>
              </a:spcBef>
              <a:spcAft>
                <a:spcPts val="0"/>
              </a:spcAft>
              <a:buClr>
                <a:schemeClr val="dk1"/>
              </a:buClr>
              <a:buSzPts val="1150"/>
              <a:buNone/>
            </a:pPr>
            <a:r>
              <a:rPr lang="es-MX" sz="1150"/>
              <a:t>tabla:        mov al,num  </a:t>
            </a:r>
            <a:endParaRPr/>
          </a:p>
          <a:p>
            <a:pPr indent="0" lvl="0" marL="0" rtl="0" algn="l">
              <a:lnSpc>
                <a:spcPct val="100000"/>
              </a:lnSpc>
              <a:spcBef>
                <a:spcPts val="230"/>
              </a:spcBef>
              <a:spcAft>
                <a:spcPts val="0"/>
              </a:spcAft>
              <a:buClr>
                <a:schemeClr val="dk1"/>
              </a:buClr>
              <a:buSzPts val="1150"/>
              <a:buNone/>
            </a:pPr>
            <a:r>
              <a:rPr lang="es-MX" sz="1150"/>
              <a:t>    mul cl </a:t>
            </a:r>
            <a:endParaRPr/>
          </a:p>
          <a:p>
            <a:pPr indent="0" lvl="0" marL="0" rtl="0" algn="l">
              <a:lnSpc>
                <a:spcPct val="100000"/>
              </a:lnSpc>
              <a:spcBef>
                <a:spcPts val="230"/>
              </a:spcBef>
              <a:spcAft>
                <a:spcPts val="0"/>
              </a:spcAft>
              <a:buClr>
                <a:schemeClr val="dk1"/>
              </a:buClr>
              <a:buSzPts val="1150"/>
              <a:buNone/>
            </a:pPr>
            <a:r>
              <a:rPr lang="es-MX" sz="1150"/>
              <a:t>    aam  </a:t>
            </a:r>
            <a:endParaRPr/>
          </a:p>
          <a:p>
            <a:pPr indent="0" lvl="0" marL="0" rtl="0" algn="l">
              <a:lnSpc>
                <a:spcPct val="100000"/>
              </a:lnSpc>
              <a:spcBef>
                <a:spcPts val="230"/>
              </a:spcBef>
              <a:spcAft>
                <a:spcPts val="0"/>
              </a:spcAft>
              <a:buClr>
                <a:schemeClr val="dk1"/>
              </a:buClr>
              <a:buSzPts val="1150"/>
              <a:buNone/>
            </a:pPr>
            <a:r>
              <a:rPr lang="es-MX" sz="1150"/>
              <a:t>    mov bx,ax  </a:t>
            </a:r>
            <a:endParaRPr/>
          </a:p>
          <a:p>
            <a:pPr indent="0" lvl="0" marL="0" rtl="0" algn="l">
              <a:lnSpc>
                <a:spcPct val="100000"/>
              </a:lnSpc>
              <a:spcBef>
                <a:spcPts val="230"/>
              </a:spcBef>
              <a:spcAft>
                <a:spcPts val="0"/>
              </a:spcAft>
              <a:buClr>
                <a:schemeClr val="dk1"/>
              </a:buClr>
              <a:buSzPts val="1150"/>
              <a:buNone/>
            </a:pPr>
            <a:r>
              <a:rPr lang="es-MX" sz="1150"/>
              <a:t>    mov ah,02h </a:t>
            </a:r>
            <a:endParaRPr/>
          </a:p>
          <a:p>
            <a:pPr indent="0" lvl="0" marL="0" rtl="0" algn="l">
              <a:lnSpc>
                <a:spcPct val="100000"/>
              </a:lnSpc>
              <a:spcBef>
                <a:spcPts val="230"/>
              </a:spcBef>
              <a:spcAft>
                <a:spcPts val="0"/>
              </a:spcAft>
              <a:buClr>
                <a:schemeClr val="dk1"/>
              </a:buClr>
              <a:buSzPts val="1150"/>
              <a:buNone/>
            </a:pPr>
            <a:r>
              <a:rPr lang="es-MX" sz="1150"/>
              <a:t>    mov dl," " </a:t>
            </a:r>
            <a:endParaRPr/>
          </a:p>
          <a:p>
            <a:pPr indent="0" lvl="0" marL="0" rtl="0" algn="l">
              <a:lnSpc>
                <a:spcPct val="100000"/>
              </a:lnSpc>
              <a:spcBef>
                <a:spcPts val="230"/>
              </a:spcBef>
              <a:spcAft>
                <a:spcPts val="0"/>
              </a:spcAft>
              <a:buClr>
                <a:schemeClr val="dk1"/>
              </a:buClr>
              <a:buSzPts val="1150"/>
              <a:buNone/>
            </a:pPr>
            <a:r>
              <a:rPr lang="es-MX" sz="1150"/>
              <a:t>    int 21h</a:t>
            </a:r>
            <a:endParaRPr/>
          </a:p>
          <a:p>
            <a:pPr indent="0" lvl="0" marL="0" rtl="0" algn="l">
              <a:lnSpc>
                <a:spcPct val="100000"/>
              </a:lnSpc>
              <a:spcBef>
                <a:spcPts val="230"/>
              </a:spcBef>
              <a:spcAft>
                <a:spcPts val="0"/>
              </a:spcAft>
              <a:buClr>
                <a:schemeClr val="dk1"/>
              </a:buClr>
              <a:buSzPts val="1150"/>
              <a:buNone/>
            </a:pPr>
            <a:r>
              <a:rPr lang="es-MX" sz="1150"/>
              <a:t>    mov ah,02h</a:t>
            </a:r>
            <a:endParaRPr/>
          </a:p>
          <a:p>
            <a:pPr indent="0" lvl="0" marL="0" rtl="0" algn="l">
              <a:lnSpc>
                <a:spcPct val="100000"/>
              </a:lnSpc>
              <a:spcBef>
                <a:spcPts val="230"/>
              </a:spcBef>
              <a:spcAft>
                <a:spcPts val="0"/>
              </a:spcAft>
              <a:buClr>
                <a:schemeClr val="dk1"/>
              </a:buClr>
              <a:buSzPts val="1150"/>
              <a:buNone/>
            </a:pPr>
            <a:r>
              <a:rPr lang="es-MX" sz="1150"/>
              <a:t>    mov dl,bh  </a:t>
            </a:r>
            <a:endParaRPr/>
          </a:p>
          <a:p>
            <a:pPr indent="0" lvl="0" marL="0" rtl="0" algn="l">
              <a:lnSpc>
                <a:spcPct val="100000"/>
              </a:lnSpc>
              <a:spcBef>
                <a:spcPts val="230"/>
              </a:spcBef>
              <a:spcAft>
                <a:spcPts val="0"/>
              </a:spcAft>
              <a:buClr>
                <a:schemeClr val="dk1"/>
              </a:buClr>
              <a:buSzPts val="1150"/>
              <a:buNone/>
            </a:pPr>
            <a:r>
              <a:rPr lang="es-MX" sz="1150"/>
              <a:t>    add dl,30h </a:t>
            </a:r>
            <a:endParaRPr/>
          </a:p>
          <a:p>
            <a:pPr indent="0" lvl="0" marL="0" rtl="0" algn="l">
              <a:lnSpc>
                <a:spcPct val="100000"/>
              </a:lnSpc>
              <a:spcBef>
                <a:spcPts val="230"/>
              </a:spcBef>
              <a:spcAft>
                <a:spcPts val="0"/>
              </a:spcAft>
              <a:buClr>
                <a:schemeClr val="dk1"/>
              </a:buClr>
              <a:buSzPts val="1150"/>
              <a:buNone/>
            </a:pPr>
            <a:r>
              <a:rPr lang="es-MX" sz="1150"/>
              <a:t>    int 21h</a:t>
            </a:r>
            <a:endParaRPr/>
          </a:p>
          <a:p>
            <a:pPr indent="0" lvl="0" marL="0" rtl="0" algn="l">
              <a:lnSpc>
                <a:spcPct val="100000"/>
              </a:lnSpc>
              <a:spcBef>
                <a:spcPts val="230"/>
              </a:spcBef>
              <a:spcAft>
                <a:spcPts val="0"/>
              </a:spcAft>
              <a:buClr>
                <a:schemeClr val="dk1"/>
              </a:buClr>
              <a:buSzPts val="1150"/>
              <a:buNone/>
            </a:pPr>
            <a:r>
              <a:rPr lang="es-MX" sz="1150"/>
              <a:t>    mov dl,bl </a:t>
            </a:r>
            <a:endParaRPr/>
          </a:p>
          <a:p>
            <a:pPr indent="0" lvl="0" marL="0" rtl="0" algn="l">
              <a:lnSpc>
                <a:spcPct val="100000"/>
              </a:lnSpc>
              <a:spcBef>
                <a:spcPts val="230"/>
              </a:spcBef>
              <a:spcAft>
                <a:spcPts val="0"/>
              </a:spcAft>
              <a:buClr>
                <a:schemeClr val="dk1"/>
              </a:buClr>
              <a:buSzPts val="1150"/>
              <a:buNone/>
            </a:pPr>
            <a:r>
              <a:rPr lang="es-MX" sz="1150"/>
              <a:t>    add dl,30h</a:t>
            </a:r>
            <a:endParaRPr/>
          </a:p>
          <a:p>
            <a:pPr indent="0" lvl="0" marL="0" rtl="0" algn="l">
              <a:lnSpc>
                <a:spcPct val="100000"/>
              </a:lnSpc>
              <a:spcBef>
                <a:spcPts val="230"/>
              </a:spcBef>
              <a:spcAft>
                <a:spcPts val="0"/>
              </a:spcAft>
              <a:buClr>
                <a:schemeClr val="dk1"/>
              </a:buClr>
              <a:buSzPts val="1150"/>
              <a:buNone/>
            </a:pPr>
            <a:r>
              <a:rPr lang="es-MX" sz="1150"/>
              <a:t>    int 21h</a:t>
            </a:r>
            <a:endParaRPr/>
          </a:p>
          <a:p>
            <a:pPr indent="0" lvl="0" marL="0" rtl="0" algn="l">
              <a:lnSpc>
                <a:spcPct val="100000"/>
              </a:lnSpc>
              <a:spcBef>
                <a:spcPts val="230"/>
              </a:spcBef>
              <a:spcAft>
                <a:spcPts val="0"/>
              </a:spcAft>
              <a:buClr>
                <a:schemeClr val="dk1"/>
              </a:buClr>
              <a:buSzPts val="1150"/>
              <a:buNone/>
            </a:pPr>
            <a:r>
              <a:rPr lang="es-MX" sz="1150"/>
              <a:t>    inc cx  </a:t>
            </a:r>
            <a:endParaRPr/>
          </a:p>
          <a:p>
            <a:pPr indent="0" lvl="0" marL="0" rtl="0" algn="l">
              <a:lnSpc>
                <a:spcPct val="100000"/>
              </a:lnSpc>
              <a:spcBef>
                <a:spcPts val="230"/>
              </a:spcBef>
              <a:spcAft>
                <a:spcPts val="0"/>
              </a:spcAft>
              <a:buClr>
                <a:schemeClr val="dk1"/>
              </a:buClr>
              <a:buSzPts val="1150"/>
              <a:buNone/>
            </a:pPr>
            <a:r>
              <a:rPr lang="es-MX" sz="1150"/>
              <a:t>    cmp cx,11 </a:t>
            </a:r>
            <a:endParaRPr/>
          </a:p>
          <a:p>
            <a:pPr indent="0" lvl="0" marL="0" rtl="0" algn="l">
              <a:lnSpc>
                <a:spcPct val="100000"/>
              </a:lnSpc>
              <a:spcBef>
                <a:spcPts val="230"/>
              </a:spcBef>
              <a:spcAft>
                <a:spcPts val="0"/>
              </a:spcAft>
              <a:buClr>
                <a:schemeClr val="dk1"/>
              </a:buClr>
              <a:buSzPts val="1150"/>
              <a:buNone/>
            </a:pPr>
            <a:r>
              <a:rPr lang="es-MX" sz="1150"/>
              <a:t>    ja salir  </a:t>
            </a:r>
            <a:endParaRPr/>
          </a:p>
          <a:p>
            <a:pPr indent="0" lvl="0" marL="0" rtl="0" algn="l">
              <a:lnSpc>
                <a:spcPct val="100000"/>
              </a:lnSpc>
              <a:spcBef>
                <a:spcPts val="230"/>
              </a:spcBef>
              <a:spcAft>
                <a:spcPts val="0"/>
              </a:spcAft>
              <a:buClr>
                <a:schemeClr val="dk1"/>
              </a:buClr>
              <a:buSzPts val="1150"/>
              <a:buNone/>
            </a:pPr>
            <a:r>
              <a:rPr lang="es-MX" sz="1150"/>
              <a:t>    jb tabla</a:t>
            </a:r>
            <a:endParaRPr/>
          </a:p>
          <a:p>
            <a:pPr indent="0" lvl="0" marL="0" rtl="0" algn="l">
              <a:lnSpc>
                <a:spcPct val="100000"/>
              </a:lnSpc>
              <a:spcBef>
                <a:spcPts val="230"/>
              </a:spcBef>
              <a:spcAft>
                <a:spcPts val="0"/>
              </a:spcAft>
              <a:buClr>
                <a:schemeClr val="dk1"/>
              </a:buClr>
              <a:buSzPts val="1150"/>
              <a:buNone/>
            </a:pPr>
            <a:r>
              <a:t/>
            </a:r>
            <a:endParaRPr sz="1150"/>
          </a:p>
          <a:p>
            <a:pPr indent="0" lvl="0" marL="0" rtl="0" algn="l">
              <a:lnSpc>
                <a:spcPct val="100000"/>
              </a:lnSpc>
              <a:spcBef>
                <a:spcPts val="230"/>
              </a:spcBef>
              <a:spcAft>
                <a:spcPts val="0"/>
              </a:spcAft>
              <a:buClr>
                <a:schemeClr val="dk1"/>
              </a:buClr>
              <a:buSzPts val="1150"/>
              <a:buNone/>
            </a:pPr>
            <a:r>
              <a:rPr lang="es-MX" sz="1150"/>
              <a:t>salir:</a:t>
            </a:r>
            <a:endParaRPr/>
          </a:p>
          <a:p>
            <a:pPr indent="0" lvl="0" marL="0" rtl="0" algn="l">
              <a:lnSpc>
                <a:spcPct val="100000"/>
              </a:lnSpc>
              <a:spcBef>
                <a:spcPts val="230"/>
              </a:spcBef>
              <a:spcAft>
                <a:spcPts val="0"/>
              </a:spcAft>
              <a:buClr>
                <a:schemeClr val="dk1"/>
              </a:buClr>
              <a:buSzPts val="1150"/>
              <a:buNone/>
            </a:pPr>
            <a:r>
              <a:rPr lang="es-MX" sz="1150"/>
              <a:t>        mov     ah, 0 </a:t>
            </a:r>
            <a:endParaRPr/>
          </a:p>
          <a:p>
            <a:pPr indent="0" lvl="0" marL="0" rtl="0" algn="l">
              <a:lnSpc>
                <a:spcPct val="100000"/>
              </a:lnSpc>
              <a:spcBef>
                <a:spcPts val="230"/>
              </a:spcBef>
              <a:spcAft>
                <a:spcPts val="0"/>
              </a:spcAft>
              <a:buClr>
                <a:schemeClr val="dk1"/>
              </a:buClr>
              <a:buSzPts val="1150"/>
              <a:buNone/>
            </a:pPr>
            <a:r>
              <a:rPr lang="es-MX" sz="1150"/>
              <a:t>        int     16h </a:t>
            </a:r>
            <a:endParaRPr/>
          </a:p>
          <a:p>
            <a:pPr indent="0" lvl="0" marL="0" rtl="0" algn="l">
              <a:lnSpc>
                <a:spcPct val="100000"/>
              </a:lnSpc>
              <a:spcBef>
                <a:spcPts val="230"/>
              </a:spcBef>
              <a:spcAft>
                <a:spcPts val="0"/>
              </a:spcAft>
              <a:buClr>
                <a:schemeClr val="dk1"/>
              </a:buClr>
              <a:buSzPts val="1150"/>
              <a:buNone/>
            </a:pPr>
            <a:r>
              <a:rPr lang="es-MX" sz="1150"/>
              <a:t>ret</a:t>
            </a:r>
            <a:endParaRPr sz="1150"/>
          </a:p>
        </p:txBody>
      </p:sp>
      <p:sp>
        <p:nvSpPr>
          <p:cNvPr id="3482" name="Google Shape;3482;p4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83" name="Google Shape;3483;p4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7" name="Shape 3487"/>
        <p:cNvGrpSpPr/>
        <p:nvPr/>
      </p:nvGrpSpPr>
      <p:grpSpPr>
        <a:xfrm>
          <a:off x="0" y="0"/>
          <a:ext cx="0" cy="0"/>
          <a:chOff x="0" y="0"/>
          <a:chExt cx="0" cy="0"/>
        </a:xfrm>
      </p:grpSpPr>
      <p:sp>
        <p:nvSpPr>
          <p:cNvPr id="3488" name="Google Shape;3488;p439"/>
          <p:cNvSpPr txBox="1"/>
          <p:nvPr>
            <p:ph idx="1" type="body"/>
          </p:nvPr>
        </p:nvSpPr>
        <p:spPr>
          <a:xfrm>
            <a:off x="457200" y="188640"/>
            <a:ext cx="8229600" cy="6336704"/>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256"/>
              </a:spcBef>
              <a:spcAft>
                <a:spcPts val="0"/>
              </a:spcAft>
              <a:buClr>
                <a:schemeClr val="dk1"/>
              </a:buClr>
              <a:buSzPct val="100000"/>
              <a:buNone/>
            </a:pPr>
            <a:r>
              <a:rPr lang="es-MX"/>
              <a:t>jmp start  </a:t>
            </a:r>
            <a:endParaRPr/>
          </a:p>
          <a:p>
            <a:pPr indent="0" lvl="0" marL="0" rtl="0" algn="l">
              <a:lnSpc>
                <a:spcPct val="100000"/>
              </a:lnSpc>
              <a:spcBef>
                <a:spcPts val="256"/>
              </a:spcBef>
              <a:spcAft>
                <a:spcPts val="0"/>
              </a:spcAft>
              <a:buClr>
                <a:schemeClr val="dk1"/>
              </a:buClr>
              <a:buSzPct val="100000"/>
              <a:buNone/>
            </a:pPr>
            <a:r>
              <a:rPr lang="es-MX"/>
              <a:t>num db 0  ;Variable para reslpaldar el número digitado por el usuario.                                      </a:t>
            </a:r>
            <a:endParaRPr/>
          </a:p>
          <a:p>
            <a:pPr indent="0" lvl="0" marL="0" rtl="0" algn="l">
              <a:lnSpc>
                <a:spcPct val="100000"/>
              </a:lnSpc>
              <a:spcBef>
                <a:spcPts val="256"/>
              </a:spcBef>
              <a:spcAft>
                <a:spcPts val="0"/>
              </a:spcAft>
              <a:buClr>
                <a:schemeClr val="dk1"/>
              </a:buClr>
              <a:buSzPct val="100000"/>
              <a:buNone/>
            </a:pPr>
            <a:r>
              <a:rPr lang="es-MX"/>
              <a:t>start:  mov ah,01h  ;Pedir el número al usuario</a:t>
            </a:r>
            <a:endParaRPr/>
          </a:p>
          <a:p>
            <a:pPr indent="0" lvl="0" marL="0" rtl="0" algn="l">
              <a:lnSpc>
                <a:spcPct val="100000"/>
              </a:lnSpc>
              <a:spcBef>
                <a:spcPts val="256"/>
              </a:spcBef>
              <a:spcAft>
                <a:spcPts val="0"/>
              </a:spcAft>
              <a:buClr>
                <a:schemeClr val="dk1"/>
              </a:buClr>
              <a:buSzPct val="100000"/>
              <a:buNone/>
            </a:pPr>
            <a:r>
              <a:rPr lang="es-MX"/>
              <a:t>        int 21h</a:t>
            </a:r>
            <a:endParaRPr/>
          </a:p>
          <a:p>
            <a:pPr indent="0" lvl="0" marL="0" rtl="0" algn="l">
              <a:lnSpc>
                <a:spcPct val="100000"/>
              </a:lnSpc>
              <a:spcBef>
                <a:spcPts val="256"/>
              </a:spcBef>
              <a:spcAft>
                <a:spcPts val="0"/>
              </a:spcAft>
              <a:buClr>
                <a:schemeClr val="dk1"/>
              </a:buClr>
              <a:buSzPct val="100000"/>
              <a:buNone/>
            </a:pPr>
            <a:r>
              <a:rPr lang="es-MX"/>
              <a:t>        sub al,30h </a:t>
            </a:r>
            <a:endParaRPr/>
          </a:p>
          <a:p>
            <a:pPr indent="0" lvl="0" marL="0" rtl="0" algn="l">
              <a:lnSpc>
                <a:spcPct val="100000"/>
              </a:lnSpc>
              <a:spcBef>
                <a:spcPts val="256"/>
              </a:spcBef>
              <a:spcAft>
                <a:spcPts val="0"/>
              </a:spcAft>
              <a:buClr>
                <a:schemeClr val="dk1"/>
              </a:buClr>
              <a:buSzPct val="100000"/>
              <a:buNone/>
            </a:pPr>
            <a:r>
              <a:rPr lang="es-MX"/>
              <a:t>        mov num,al ;guardamos el número digitado en num.</a:t>
            </a:r>
            <a:endParaRPr/>
          </a:p>
          <a:p>
            <a:pPr indent="0" lvl="0" marL="0" rtl="0" algn="l">
              <a:lnSpc>
                <a:spcPct val="100000"/>
              </a:lnSpc>
              <a:spcBef>
                <a:spcPts val="256"/>
              </a:spcBef>
              <a:spcAft>
                <a:spcPts val="0"/>
              </a:spcAft>
              <a:buClr>
                <a:schemeClr val="dk1"/>
              </a:buClr>
              <a:buSzPct val="100000"/>
              <a:buNone/>
            </a:pPr>
            <a:r>
              <a:rPr lang="es-MX"/>
              <a:t>        mov cl,01h ;Iniciamos el contador en 1         </a:t>
            </a:r>
            <a:endParaRPr/>
          </a:p>
          <a:p>
            <a:pPr indent="0" lvl="0" marL="0" rtl="0" algn="l">
              <a:lnSpc>
                <a:spcPct val="100000"/>
              </a:lnSpc>
              <a:spcBef>
                <a:spcPts val="256"/>
              </a:spcBef>
              <a:spcAft>
                <a:spcPts val="0"/>
              </a:spcAft>
              <a:buClr>
                <a:schemeClr val="dk1"/>
              </a:buClr>
              <a:buSzPct val="100000"/>
              <a:buNone/>
            </a:pPr>
            <a:r>
              <a:rPr lang="es-MX"/>
              <a:t>tabla:        mov al,num  ;movemos al número guardado en num a AL</a:t>
            </a:r>
            <a:endParaRPr/>
          </a:p>
          <a:p>
            <a:pPr indent="0" lvl="0" marL="0" rtl="0" algn="l">
              <a:lnSpc>
                <a:spcPct val="100000"/>
              </a:lnSpc>
              <a:spcBef>
                <a:spcPts val="256"/>
              </a:spcBef>
              <a:spcAft>
                <a:spcPts val="0"/>
              </a:spcAft>
              <a:buClr>
                <a:schemeClr val="dk1"/>
              </a:buClr>
              <a:buSzPct val="100000"/>
              <a:buNone/>
            </a:pPr>
            <a:r>
              <a:rPr lang="es-MX"/>
              <a:t>    mul cl ;se multiplica CL por AL, el resultado se guarda en AL</a:t>
            </a:r>
            <a:endParaRPr/>
          </a:p>
          <a:p>
            <a:pPr indent="0" lvl="0" marL="0" rtl="0" algn="l">
              <a:lnSpc>
                <a:spcPct val="100000"/>
              </a:lnSpc>
              <a:spcBef>
                <a:spcPts val="256"/>
              </a:spcBef>
              <a:spcAft>
                <a:spcPts val="0"/>
              </a:spcAft>
              <a:buClr>
                <a:schemeClr val="dk1"/>
              </a:buClr>
              <a:buSzPct val="100000"/>
              <a:buNone/>
            </a:pPr>
            <a:r>
              <a:rPr lang="es-MX"/>
              <a:t>    aam  ;ajuste ASCII para multiplicación</a:t>
            </a:r>
            <a:endParaRPr/>
          </a:p>
          <a:p>
            <a:pPr indent="0" lvl="0" marL="0" rtl="0" algn="l">
              <a:lnSpc>
                <a:spcPct val="100000"/>
              </a:lnSpc>
              <a:spcBef>
                <a:spcPts val="256"/>
              </a:spcBef>
              <a:spcAft>
                <a:spcPts val="0"/>
              </a:spcAft>
              <a:buClr>
                <a:schemeClr val="dk1"/>
              </a:buClr>
              <a:buSzPct val="100000"/>
              <a:buNone/>
            </a:pPr>
            <a:r>
              <a:rPr lang="es-MX"/>
              <a:t>    mov bx,ax  ;Se respalda la multiplicación el BX</a:t>
            </a:r>
            <a:endParaRPr/>
          </a:p>
          <a:p>
            <a:pPr indent="0" lvl="0" marL="0" rtl="0" algn="l">
              <a:lnSpc>
                <a:spcPct val="100000"/>
              </a:lnSpc>
              <a:spcBef>
                <a:spcPts val="256"/>
              </a:spcBef>
              <a:spcAft>
                <a:spcPts val="0"/>
              </a:spcAft>
              <a:buClr>
                <a:schemeClr val="dk1"/>
              </a:buClr>
              <a:buSzPct val="100000"/>
              <a:buNone/>
            </a:pPr>
            <a:r>
              <a:rPr lang="es-MX"/>
              <a:t>    mov ah,02h </a:t>
            </a:r>
            <a:endParaRPr/>
          </a:p>
          <a:p>
            <a:pPr indent="0" lvl="0" marL="0" rtl="0" algn="l">
              <a:lnSpc>
                <a:spcPct val="100000"/>
              </a:lnSpc>
              <a:spcBef>
                <a:spcPts val="256"/>
              </a:spcBef>
              <a:spcAft>
                <a:spcPts val="0"/>
              </a:spcAft>
              <a:buClr>
                <a:schemeClr val="dk1"/>
              </a:buClr>
              <a:buSzPct val="100000"/>
              <a:buNone/>
            </a:pPr>
            <a:r>
              <a:rPr lang="es-MX"/>
              <a:t>    mov dl," "  ;imprimimos un espacio</a:t>
            </a:r>
            <a:endParaRPr/>
          </a:p>
          <a:p>
            <a:pPr indent="0" lvl="0" marL="0" rtl="0" algn="l">
              <a:lnSpc>
                <a:spcPct val="100000"/>
              </a:lnSpc>
              <a:spcBef>
                <a:spcPts val="256"/>
              </a:spcBef>
              <a:spcAft>
                <a:spcPts val="0"/>
              </a:spcAft>
              <a:buClr>
                <a:schemeClr val="dk1"/>
              </a:buClr>
              <a:buSzPct val="100000"/>
              <a:buNone/>
            </a:pPr>
            <a:r>
              <a:rPr lang="es-MX"/>
              <a:t>    int 21h</a:t>
            </a:r>
            <a:endParaRPr/>
          </a:p>
          <a:p>
            <a:pPr indent="0" lvl="0" marL="0" rtl="0" algn="l">
              <a:lnSpc>
                <a:spcPct val="100000"/>
              </a:lnSpc>
              <a:spcBef>
                <a:spcPts val="256"/>
              </a:spcBef>
              <a:spcAft>
                <a:spcPts val="0"/>
              </a:spcAft>
              <a:buClr>
                <a:schemeClr val="dk1"/>
              </a:buClr>
              <a:buSzPct val="100000"/>
              <a:buNone/>
            </a:pPr>
            <a:r>
              <a:rPr lang="es-MX"/>
              <a:t>    mov ah,02h</a:t>
            </a:r>
            <a:endParaRPr/>
          </a:p>
          <a:p>
            <a:pPr indent="0" lvl="0" marL="0" rtl="0" algn="l">
              <a:lnSpc>
                <a:spcPct val="100000"/>
              </a:lnSpc>
              <a:spcBef>
                <a:spcPts val="256"/>
              </a:spcBef>
              <a:spcAft>
                <a:spcPts val="0"/>
              </a:spcAft>
              <a:buClr>
                <a:schemeClr val="dk1"/>
              </a:buClr>
              <a:buSzPct val="100000"/>
              <a:buNone/>
            </a:pPr>
            <a:r>
              <a:rPr lang="es-MX"/>
              <a:t>    mov dl,bh  ;Imprime la parte alta del registro BX, si el número es mayor de 9 imprime las decenas</a:t>
            </a:r>
            <a:endParaRPr/>
          </a:p>
          <a:p>
            <a:pPr indent="0" lvl="0" marL="0" rtl="0" algn="l">
              <a:lnSpc>
                <a:spcPct val="100000"/>
              </a:lnSpc>
              <a:spcBef>
                <a:spcPts val="256"/>
              </a:spcBef>
              <a:spcAft>
                <a:spcPts val="0"/>
              </a:spcAft>
              <a:buClr>
                <a:schemeClr val="dk1"/>
              </a:buClr>
              <a:buSzPct val="100000"/>
              <a:buNone/>
            </a:pPr>
            <a:r>
              <a:rPr lang="es-MX"/>
              <a:t>    add dl,30h ;Suma 30 para imprimir el número real.</a:t>
            </a:r>
            <a:endParaRPr/>
          </a:p>
          <a:p>
            <a:pPr indent="0" lvl="0" marL="0" rtl="0" algn="l">
              <a:lnSpc>
                <a:spcPct val="100000"/>
              </a:lnSpc>
              <a:spcBef>
                <a:spcPts val="256"/>
              </a:spcBef>
              <a:spcAft>
                <a:spcPts val="0"/>
              </a:spcAft>
              <a:buClr>
                <a:schemeClr val="dk1"/>
              </a:buClr>
              <a:buSzPct val="100000"/>
              <a:buNone/>
            </a:pPr>
            <a:r>
              <a:rPr lang="es-MX"/>
              <a:t>    int 21h</a:t>
            </a:r>
            <a:endParaRPr/>
          </a:p>
          <a:p>
            <a:pPr indent="0" lvl="0" marL="0" rtl="0" algn="l">
              <a:lnSpc>
                <a:spcPct val="100000"/>
              </a:lnSpc>
              <a:spcBef>
                <a:spcPts val="256"/>
              </a:spcBef>
              <a:spcAft>
                <a:spcPts val="0"/>
              </a:spcAft>
              <a:buClr>
                <a:schemeClr val="dk1"/>
              </a:buClr>
              <a:buSzPct val="100000"/>
              <a:buNone/>
            </a:pPr>
            <a:r>
              <a:rPr lang="es-MX"/>
              <a:t>    mov dl,bl ;imprime la parte baja de BX o las unidades.</a:t>
            </a:r>
            <a:endParaRPr/>
          </a:p>
          <a:p>
            <a:pPr indent="0" lvl="0" marL="0" rtl="0" algn="l">
              <a:lnSpc>
                <a:spcPct val="100000"/>
              </a:lnSpc>
              <a:spcBef>
                <a:spcPts val="256"/>
              </a:spcBef>
              <a:spcAft>
                <a:spcPts val="0"/>
              </a:spcAft>
              <a:buClr>
                <a:schemeClr val="dk1"/>
              </a:buClr>
              <a:buSzPct val="100000"/>
              <a:buNone/>
            </a:pPr>
            <a:r>
              <a:rPr lang="es-MX"/>
              <a:t>    add dl,30h</a:t>
            </a:r>
            <a:endParaRPr/>
          </a:p>
          <a:p>
            <a:pPr indent="0" lvl="0" marL="0" rtl="0" algn="l">
              <a:lnSpc>
                <a:spcPct val="100000"/>
              </a:lnSpc>
              <a:spcBef>
                <a:spcPts val="256"/>
              </a:spcBef>
              <a:spcAft>
                <a:spcPts val="0"/>
              </a:spcAft>
              <a:buClr>
                <a:schemeClr val="dk1"/>
              </a:buClr>
              <a:buSzPct val="100000"/>
              <a:buNone/>
            </a:pPr>
            <a:r>
              <a:rPr lang="es-MX"/>
              <a:t>    int 21h</a:t>
            </a:r>
            <a:endParaRPr/>
          </a:p>
          <a:p>
            <a:pPr indent="0" lvl="0" marL="0" rtl="0" algn="l">
              <a:lnSpc>
                <a:spcPct val="100000"/>
              </a:lnSpc>
              <a:spcBef>
                <a:spcPts val="256"/>
              </a:spcBef>
              <a:spcAft>
                <a:spcPts val="0"/>
              </a:spcAft>
              <a:buClr>
                <a:schemeClr val="dk1"/>
              </a:buClr>
              <a:buSzPct val="100000"/>
              <a:buNone/>
            </a:pPr>
            <a:r>
              <a:rPr lang="es-MX"/>
              <a:t>    inc cx   ;incrementa nuestro contador</a:t>
            </a:r>
            <a:endParaRPr/>
          </a:p>
          <a:p>
            <a:pPr indent="0" lvl="0" marL="0" rtl="0" algn="l">
              <a:lnSpc>
                <a:spcPct val="100000"/>
              </a:lnSpc>
              <a:spcBef>
                <a:spcPts val="256"/>
              </a:spcBef>
              <a:spcAft>
                <a:spcPts val="0"/>
              </a:spcAft>
              <a:buClr>
                <a:schemeClr val="dk1"/>
              </a:buClr>
              <a:buSzPct val="100000"/>
              <a:buNone/>
            </a:pPr>
            <a:r>
              <a:rPr lang="es-MX"/>
              <a:t>    cmp cx,11 ;compara contador igual a 11</a:t>
            </a:r>
            <a:endParaRPr/>
          </a:p>
          <a:p>
            <a:pPr indent="0" lvl="0" marL="0" rtl="0" algn="l">
              <a:lnSpc>
                <a:spcPct val="100000"/>
              </a:lnSpc>
              <a:spcBef>
                <a:spcPts val="256"/>
              </a:spcBef>
              <a:spcAft>
                <a:spcPts val="0"/>
              </a:spcAft>
              <a:buClr>
                <a:schemeClr val="dk1"/>
              </a:buClr>
              <a:buSzPct val="100000"/>
              <a:buNone/>
            </a:pPr>
            <a:r>
              <a:rPr lang="es-MX"/>
              <a:t>    ja salir  ; Si es mayor sale del programa</a:t>
            </a:r>
            <a:endParaRPr/>
          </a:p>
          <a:p>
            <a:pPr indent="0" lvl="0" marL="0" rtl="0" algn="l">
              <a:lnSpc>
                <a:spcPct val="100000"/>
              </a:lnSpc>
              <a:spcBef>
                <a:spcPts val="256"/>
              </a:spcBef>
              <a:spcAft>
                <a:spcPts val="0"/>
              </a:spcAft>
              <a:buClr>
                <a:schemeClr val="dk1"/>
              </a:buClr>
              <a:buSzPct val="100000"/>
              <a:buNone/>
            </a:pPr>
            <a:r>
              <a:rPr lang="es-MX"/>
              <a:t>    jb tabla ;si es menor se repite el ciclo.</a:t>
            </a:r>
            <a:endParaRPr/>
          </a:p>
          <a:p>
            <a:pPr indent="0" lvl="0" marL="0" rtl="0" algn="l">
              <a:lnSpc>
                <a:spcPct val="100000"/>
              </a:lnSpc>
              <a:spcBef>
                <a:spcPts val="256"/>
              </a:spcBef>
              <a:spcAft>
                <a:spcPts val="0"/>
              </a:spcAft>
              <a:buClr>
                <a:schemeClr val="dk1"/>
              </a:buClr>
              <a:buSzPct val="100000"/>
              <a:buNone/>
            </a:pPr>
            <a:r>
              <a:t/>
            </a:r>
            <a:endParaRPr/>
          </a:p>
          <a:p>
            <a:pPr indent="0" lvl="0" marL="0" rtl="0" algn="l">
              <a:lnSpc>
                <a:spcPct val="100000"/>
              </a:lnSpc>
              <a:spcBef>
                <a:spcPts val="256"/>
              </a:spcBef>
              <a:spcAft>
                <a:spcPts val="0"/>
              </a:spcAft>
              <a:buClr>
                <a:schemeClr val="dk1"/>
              </a:buClr>
              <a:buSzPct val="100000"/>
              <a:buNone/>
            </a:pPr>
            <a:r>
              <a:rPr lang="es-MX"/>
              <a:t>salir:</a:t>
            </a:r>
            <a:endParaRPr/>
          </a:p>
          <a:p>
            <a:pPr indent="0" lvl="0" marL="0" rtl="0" algn="l">
              <a:lnSpc>
                <a:spcPct val="100000"/>
              </a:lnSpc>
              <a:spcBef>
                <a:spcPts val="256"/>
              </a:spcBef>
              <a:spcAft>
                <a:spcPts val="0"/>
              </a:spcAft>
              <a:buClr>
                <a:schemeClr val="dk1"/>
              </a:buClr>
              <a:buSzPct val="100000"/>
              <a:buNone/>
            </a:pPr>
            <a:r>
              <a:rPr lang="es-MX"/>
              <a:t>        mov     ah, 0 </a:t>
            </a:r>
            <a:endParaRPr/>
          </a:p>
          <a:p>
            <a:pPr indent="0" lvl="0" marL="0" rtl="0" algn="l">
              <a:lnSpc>
                <a:spcPct val="100000"/>
              </a:lnSpc>
              <a:spcBef>
                <a:spcPts val="256"/>
              </a:spcBef>
              <a:spcAft>
                <a:spcPts val="0"/>
              </a:spcAft>
              <a:buClr>
                <a:schemeClr val="dk1"/>
              </a:buClr>
              <a:buSzPct val="100000"/>
              <a:buNone/>
            </a:pPr>
            <a:r>
              <a:rPr lang="es-MX"/>
              <a:t>        int     16h </a:t>
            </a:r>
            <a:endParaRPr/>
          </a:p>
          <a:p>
            <a:pPr indent="0" lvl="0" marL="0" rtl="0" algn="l">
              <a:lnSpc>
                <a:spcPct val="100000"/>
              </a:lnSpc>
              <a:spcBef>
                <a:spcPts val="256"/>
              </a:spcBef>
              <a:spcAft>
                <a:spcPts val="0"/>
              </a:spcAft>
              <a:buClr>
                <a:schemeClr val="dk1"/>
              </a:buClr>
              <a:buSzPct val="100000"/>
              <a:buNone/>
            </a:pPr>
            <a:r>
              <a:rPr lang="es-MX"/>
              <a:t>ret </a:t>
            </a:r>
            <a:endParaRPr/>
          </a:p>
        </p:txBody>
      </p:sp>
      <p:sp>
        <p:nvSpPr>
          <p:cNvPr id="3489" name="Google Shape;3489;p4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90" name="Google Shape;3490;p4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4" name="Shape 3494"/>
        <p:cNvGrpSpPr/>
        <p:nvPr/>
      </p:nvGrpSpPr>
      <p:grpSpPr>
        <a:xfrm>
          <a:off x="0" y="0"/>
          <a:ext cx="0" cy="0"/>
          <a:chOff x="0" y="0"/>
          <a:chExt cx="0" cy="0"/>
        </a:xfrm>
      </p:grpSpPr>
      <p:sp>
        <p:nvSpPr>
          <p:cNvPr id="3495" name="Google Shape;3495;p44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Calibri"/>
              <a:buNone/>
            </a:pPr>
            <a:r>
              <a:t/>
            </a:r>
            <a:endParaRPr/>
          </a:p>
        </p:txBody>
      </p:sp>
      <p:sp>
        <p:nvSpPr>
          <p:cNvPr id="3496" name="Google Shape;3496;p44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888888"/>
              </a:buClr>
              <a:buSzPts val="2000"/>
              <a:buNone/>
            </a:pPr>
            <a:r>
              <a:rPr lang="es-MX"/>
              <a:t>Que hacen estos códigos?</a:t>
            </a:r>
            <a:endParaRPr/>
          </a:p>
        </p:txBody>
      </p:sp>
      <p:sp>
        <p:nvSpPr>
          <p:cNvPr id="3497" name="Google Shape;3497;p4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498" name="Google Shape;3498;p4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2" name="Shape 3502"/>
        <p:cNvGrpSpPr/>
        <p:nvPr/>
      </p:nvGrpSpPr>
      <p:grpSpPr>
        <a:xfrm>
          <a:off x="0" y="0"/>
          <a:ext cx="0" cy="0"/>
          <a:chOff x="0" y="0"/>
          <a:chExt cx="0" cy="0"/>
        </a:xfrm>
      </p:grpSpPr>
      <p:sp>
        <p:nvSpPr>
          <p:cNvPr id="3503" name="Google Shape;3503;p4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504" name="Google Shape;3504;p4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name "arreglo"</a:t>
            </a:r>
            <a:endParaRPr/>
          </a:p>
          <a:p>
            <a:pPr indent="0" lvl="0" marL="0" rtl="0" algn="l">
              <a:lnSpc>
                <a:spcPct val="100000"/>
              </a:lnSpc>
              <a:spcBef>
                <a:spcPts val="400"/>
              </a:spcBef>
              <a:spcAft>
                <a:spcPts val="0"/>
              </a:spcAft>
              <a:buClr>
                <a:schemeClr val="dk1"/>
              </a:buClr>
              <a:buSzPct val="100000"/>
              <a:buNone/>
            </a:pPr>
            <a:r>
              <a:rPr lang="es-MX"/>
              <a:t>org 100h</a:t>
            </a:r>
            <a:endParaRPr/>
          </a:p>
          <a:p>
            <a:pPr indent="0" lvl="0" marL="0" rtl="0" algn="l">
              <a:lnSpc>
                <a:spcPct val="100000"/>
              </a:lnSpc>
              <a:spcBef>
                <a:spcPts val="400"/>
              </a:spcBef>
              <a:spcAft>
                <a:spcPts val="0"/>
              </a:spcAft>
              <a:buClr>
                <a:schemeClr val="dk1"/>
              </a:buClr>
              <a:buSzPct val="100000"/>
              <a:buNone/>
            </a:pPr>
            <a:r>
              <a:rPr lang="es-MX"/>
              <a:t>mov cx, 9</a:t>
            </a:r>
            <a:endParaRPr/>
          </a:p>
          <a:p>
            <a:pPr indent="0" lvl="0" marL="0" rtl="0" algn="l">
              <a:lnSpc>
                <a:spcPct val="100000"/>
              </a:lnSpc>
              <a:spcBef>
                <a:spcPts val="400"/>
              </a:spcBef>
              <a:spcAft>
                <a:spcPts val="0"/>
              </a:spcAft>
              <a:buClr>
                <a:schemeClr val="dk1"/>
              </a:buClr>
              <a:buSzPct val="100000"/>
              <a:buNone/>
            </a:pPr>
            <a:r>
              <a:rPr lang="es-MX"/>
              <a:t> inicio:</a:t>
            </a:r>
            <a:endParaRPr/>
          </a:p>
          <a:p>
            <a:pPr indent="0" lvl="0" marL="0" rtl="0" algn="l">
              <a:lnSpc>
                <a:spcPct val="100000"/>
              </a:lnSpc>
              <a:spcBef>
                <a:spcPts val="400"/>
              </a:spcBef>
              <a:spcAft>
                <a:spcPts val="0"/>
              </a:spcAft>
              <a:buClr>
                <a:schemeClr val="dk1"/>
              </a:buClr>
              <a:buSzPct val="100000"/>
              <a:buNone/>
            </a:pPr>
            <a:r>
              <a:rPr lang="es-MX"/>
              <a:t> mov si, cx</a:t>
            </a:r>
            <a:endParaRPr/>
          </a:p>
          <a:p>
            <a:pPr indent="0" lvl="0" marL="0" rtl="0" algn="l">
              <a:lnSpc>
                <a:spcPct val="100000"/>
              </a:lnSpc>
              <a:spcBef>
                <a:spcPts val="400"/>
              </a:spcBef>
              <a:spcAft>
                <a:spcPts val="0"/>
              </a:spcAft>
              <a:buClr>
                <a:schemeClr val="dk1"/>
              </a:buClr>
              <a:buSzPct val="100000"/>
              <a:buNone/>
            </a:pPr>
            <a:r>
              <a:rPr lang="es-MX"/>
              <a:t> mov dl, v[si]</a:t>
            </a:r>
            <a:endParaRPr/>
          </a:p>
          <a:p>
            <a:pPr indent="0" lvl="0" marL="0" rtl="0" algn="l">
              <a:lnSpc>
                <a:spcPct val="100000"/>
              </a:lnSpc>
              <a:spcBef>
                <a:spcPts val="400"/>
              </a:spcBef>
              <a:spcAft>
                <a:spcPts val="0"/>
              </a:spcAft>
              <a:buClr>
                <a:schemeClr val="dk1"/>
              </a:buClr>
              <a:buSzPct val="100000"/>
              <a:buNone/>
            </a:pPr>
            <a:r>
              <a:rPr lang="es-MX"/>
              <a:t> cmp dl, mayor</a:t>
            </a:r>
            <a:endParaRPr/>
          </a:p>
          <a:p>
            <a:pPr indent="0" lvl="0" marL="0" rtl="0" algn="l">
              <a:lnSpc>
                <a:spcPct val="100000"/>
              </a:lnSpc>
              <a:spcBef>
                <a:spcPts val="400"/>
              </a:spcBef>
              <a:spcAft>
                <a:spcPts val="0"/>
              </a:spcAft>
              <a:buClr>
                <a:schemeClr val="dk1"/>
              </a:buClr>
              <a:buSzPct val="100000"/>
              <a:buNone/>
            </a:pPr>
            <a:r>
              <a:rPr lang="es-MX"/>
              <a:t> jng siguiente:</a:t>
            </a:r>
            <a:endParaRPr/>
          </a:p>
          <a:p>
            <a:pPr indent="0" lvl="0" marL="0" rtl="0" algn="l">
              <a:lnSpc>
                <a:spcPct val="100000"/>
              </a:lnSpc>
              <a:spcBef>
                <a:spcPts val="400"/>
              </a:spcBef>
              <a:spcAft>
                <a:spcPts val="0"/>
              </a:spcAft>
              <a:buClr>
                <a:schemeClr val="dk1"/>
              </a:buClr>
              <a:buSzPct val="100000"/>
              <a:buNone/>
            </a:pPr>
            <a:r>
              <a:rPr lang="es-MX"/>
              <a:t> mov mayor,dl</a:t>
            </a:r>
            <a:endParaRPr/>
          </a:p>
          <a:p>
            <a:pPr indent="0" lvl="0" marL="0" rtl="0" algn="l">
              <a:lnSpc>
                <a:spcPct val="100000"/>
              </a:lnSpc>
              <a:spcBef>
                <a:spcPts val="400"/>
              </a:spcBef>
              <a:spcAft>
                <a:spcPts val="0"/>
              </a:spcAft>
              <a:buClr>
                <a:schemeClr val="dk1"/>
              </a:buClr>
              <a:buSzPct val="100000"/>
              <a:buNone/>
            </a:pPr>
            <a:r>
              <a:rPr lang="es-MX"/>
              <a:t> siguiente:</a:t>
            </a:r>
            <a:endParaRPr/>
          </a:p>
          <a:p>
            <a:pPr indent="0" lvl="0" marL="0" rtl="0" algn="l">
              <a:lnSpc>
                <a:spcPct val="100000"/>
              </a:lnSpc>
              <a:spcBef>
                <a:spcPts val="400"/>
              </a:spcBef>
              <a:spcAft>
                <a:spcPts val="0"/>
              </a:spcAft>
              <a:buClr>
                <a:schemeClr val="dk1"/>
              </a:buClr>
              <a:buSzPct val="100000"/>
              <a:buNone/>
            </a:pPr>
            <a:r>
              <a:rPr lang="es-MX"/>
              <a:t> loop inicio</a:t>
            </a:r>
            <a:endParaRPr/>
          </a:p>
          <a:p>
            <a:pPr indent="0" lvl="0" marL="0" rtl="0" algn="l">
              <a:lnSpc>
                <a:spcPct val="100000"/>
              </a:lnSpc>
              <a:spcBef>
                <a:spcPts val="400"/>
              </a:spcBef>
              <a:spcAft>
                <a:spcPts val="0"/>
              </a:spcAft>
              <a:buClr>
                <a:schemeClr val="dk1"/>
              </a:buClr>
              <a:buSzPct val="100000"/>
              <a:buNone/>
            </a:pPr>
            <a:r>
              <a:rPr lang="es-MX"/>
              <a:t>ret</a:t>
            </a:r>
            <a:endParaRPr/>
          </a:p>
          <a:p>
            <a:pPr indent="0" lvl="0" marL="0" rtl="0" algn="l">
              <a:lnSpc>
                <a:spcPct val="100000"/>
              </a:lnSpc>
              <a:spcBef>
                <a:spcPts val="400"/>
              </a:spcBef>
              <a:spcAft>
                <a:spcPts val="0"/>
              </a:spcAft>
              <a:buClr>
                <a:schemeClr val="dk1"/>
              </a:buClr>
              <a:buSzPct val="100000"/>
              <a:buNone/>
            </a:pPr>
            <a:r>
              <a:rPr lang="es-MX"/>
              <a:t>v db 1,32,64,32,98,12,5,21,91,38</a:t>
            </a:r>
            <a:endParaRPr/>
          </a:p>
          <a:p>
            <a:pPr indent="0" lvl="0" marL="0" rtl="0" algn="l">
              <a:lnSpc>
                <a:spcPct val="100000"/>
              </a:lnSpc>
              <a:spcBef>
                <a:spcPts val="400"/>
              </a:spcBef>
              <a:spcAft>
                <a:spcPts val="0"/>
              </a:spcAft>
              <a:buClr>
                <a:schemeClr val="dk1"/>
              </a:buClr>
              <a:buSzPct val="100000"/>
              <a:buNone/>
            </a:pPr>
            <a:r>
              <a:rPr lang="es-MX"/>
              <a:t>mayor db 0</a:t>
            </a:r>
            <a:endParaRPr/>
          </a:p>
        </p:txBody>
      </p:sp>
      <p:sp>
        <p:nvSpPr>
          <p:cNvPr id="3505" name="Google Shape;3505;p4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06" name="Google Shape;3506;p4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0" name="Shape 3510"/>
        <p:cNvGrpSpPr/>
        <p:nvPr/>
      </p:nvGrpSpPr>
      <p:grpSpPr>
        <a:xfrm>
          <a:off x="0" y="0"/>
          <a:ext cx="0" cy="0"/>
          <a:chOff x="0" y="0"/>
          <a:chExt cx="0" cy="0"/>
        </a:xfrm>
      </p:grpSpPr>
      <p:sp>
        <p:nvSpPr>
          <p:cNvPr id="3511" name="Google Shape;3511;p4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s-MX"/>
              <a:t>Arreglos:</a:t>
            </a:r>
            <a:endParaRPr/>
          </a:p>
        </p:txBody>
      </p:sp>
      <p:sp>
        <p:nvSpPr>
          <p:cNvPr id="3512" name="Google Shape;3512;p4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Clr>
                <a:schemeClr val="dk1"/>
              </a:buClr>
              <a:buSzPct val="100000"/>
              <a:buNone/>
            </a:pPr>
            <a:r>
              <a:rPr lang="es-MX"/>
              <a:t>name "arreglo"</a:t>
            </a:r>
            <a:endParaRPr/>
          </a:p>
          <a:p>
            <a:pPr indent="0" lvl="0" marL="0" rtl="0" algn="l">
              <a:lnSpc>
                <a:spcPct val="100000"/>
              </a:lnSpc>
              <a:spcBef>
                <a:spcPts val="352"/>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;un areglo se puede acceder a travez de []</a:t>
            </a:r>
            <a:endParaRPr/>
          </a:p>
          <a:p>
            <a:pPr indent="0" lvl="0" marL="0" rtl="0" algn="l">
              <a:lnSpc>
                <a:spcPct val="100000"/>
              </a:lnSpc>
              <a:spcBef>
                <a:spcPts val="352"/>
              </a:spcBef>
              <a:spcAft>
                <a:spcPts val="0"/>
              </a:spcAft>
              <a:buClr>
                <a:schemeClr val="dk1"/>
              </a:buClr>
              <a:buSzPct val="100000"/>
              <a:buNone/>
            </a:pPr>
            <a:r>
              <a:rPr lang="es-MX"/>
              <a:t>mov cx, 9 ;cuantos elementos voy a recorrer, empezamos con el 9</a:t>
            </a:r>
            <a:endParaRPr/>
          </a:p>
          <a:p>
            <a:pPr indent="0" lvl="0" marL="0" rtl="0" algn="l">
              <a:lnSpc>
                <a:spcPct val="100000"/>
              </a:lnSpc>
              <a:spcBef>
                <a:spcPts val="352"/>
              </a:spcBef>
              <a:spcAft>
                <a:spcPts val="0"/>
              </a:spcAft>
              <a:buClr>
                <a:schemeClr val="dk1"/>
              </a:buClr>
              <a:buSzPct val="100000"/>
              <a:buNone/>
            </a:pPr>
            <a:r>
              <a:rPr lang="es-MX"/>
              <a:t>inicio:</a:t>
            </a:r>
            <a:endParaRPr/>
          </a:p>
          <a:p>
            <a:pPr indent="0" lvl="0" marL="0" rtl="0" algn="l">
              <a:lnSpc>
                <a:spcPct val="100000"/>
              </a:lnSpc>
              <a:spcBef>
                <a:spcPts val="352"/>
              </a:spcBef>
              <a:spcAft>
                <a:spcPts val="0"/>
              </a:spcAft>
              <a:buClr>
                <a:schemeClr val="dk1"/>
              </a:buClr>
              <a:buSzPct val="100000"/>
              <a:buNone/>
            </a:pPr>
            <a:r>
              <a:rPr lang="es-MX"/>
              <a:t> mov si, cx</a:t>
            </a:r>
            <a:endParaRPr/>
          </a:p>
          <a:p>
            <a:pPr indent="0" lvl="0" marL="0" rtl="0" algn="l">
              <a:lnSpc>
                <a:spcPct val="100000"/>
              </a:lnSpc>
              <a:spcBef>
                <a:spcPts val="352"/>
              </a:spcBef>
              <a:spcAft>
                <a:spcPts val="0"/>
              </a:spcAft>
              <a:buClr>
                <a:schemeClr val="dk1"/>
              </a:buClr>
              <a:buSzPct val="100000"/>
              <a:buNone/>
            </a:pPr>
            <a:r>
              <a:rPr lang="es-MX"/>
              <a:t> mov dl, v[si]</a:t>
            </a:r>
            <a:endParaRPr/>
          </a:p>
          <a:p>
            <a:pPr indent="0" lvl="0" marL="0" rtl="0" algn="l">
              <a:lnSpc>
                <a:spcPct val="100000"/>
              </a:lnSpc>
              <a:spcBef>
                <a:spcPts val="352"/>
              </a:spcBef>
              <a:spcAft>
                <a:spcPts val="0"/>
              </a:spcAft>
              <a:buClr>
                <a:schemeClr val="dk1"/>
              </a:buClr>
              <a:buSzPct val="100000"/>
              <a:buNone/>
            </a:pPr>
            <a:r>
              <a:rPr lang="es-MX"/>
              <a:t> cmp dl, mayor</a:t>
            </a:r>
            <a:endParaRPr/>
          </a:p>
          <a:p>
            <a:pPr indent="0" lvl="0" marL="0" rtl="0" algn="l">
              <a:lnSpc>
                <a:spcPct val="100000"/>
              </a:lnSpc>
              <a:spcBef>
                <a:spcPts val="352"/>
              </a:spcBef>
              <a:spcAft>
                <a:spcPts val="0"/>
              </a:spcAft>
              <a:buClr>
                <a:schemeClr val="dk1"/>
              </a:buClr>
              <a:buSzPct val="100000"/>
              <a:buNone/>
            </a:pPr>
            <a:r>
              <a:rPr lang="es-MX"/>
              <a:t> jng siguiente:</a:t>
            </a:r>
            <a:endParaRPr/>
          </a:p>
          <a:p>
            <a:pPr indent="0" lvl="0" marL="0" rtl="0" algn="l">
              <a:lnSpc>
                <a:spcPct val="100000"/>
              </a:lnSpc>
              <a:spcBef>
                <a:spcPts val="352"/>
              </a:spcBef>
              <a:spcAft>
                <a:spcPts val="0"/>
              </a:spcAft>
              <a:buClr>
                <a:schemeClr val="dk1"/>
              </a:buClr>
              <a:buSzPct val="100000"/>
              <a:buNone/>
            </a:pPr>
            <a:r>
              <a:rPr lang="es-MX"/>
              <a:t> mov mayor,dl</a:t>
            </a:r>
            <a:endParaRPr/>
          </a:p>
          <a:p>
            <a:pPr indent="0" lvl="0" marL="0" rtl="0" algn="l">
              <a:lnSpc>
                <a:spcPct val="100000"/>
              </a:lnSpc>
              <a:spcBef>
                <a:spcPts val="352"/>
              </a:spcBef>
              <a:spcAft>
                <a:spcPts val="0"/>
              </a:spcAft>
              <a:buClr>
                <a:schemeClr val="dk1"/>
              </a:buClr>
              <a:buSzPct val="100000"/>
              <a:buNone/>
            </a:pPr>
            <a:r>
              <a:rPr lang="es-MX"/>
              <a:t> siguiente:</a:t>
            </a:r>
            <a:endParaRPr/>
          </a:p>
          <a:p>
            <a:pPr indent="0" lvl="0" marL="0" rtl="0" algn="l">
              <a:lnSpc>
                <a:spcPct val="100000"/>
              </a:lnSpc>
              <a:spcBef>
                <a:spcPts val="352"/>
              </a:spcBef>
              <a:spcAft>
                <a:spcPts val="0"/>
              </a:spcAft>
              <a:buClr>
                <a:schemeClr val="dk1"/>
              </a:buClr>
              <a:buSzPct val="100000"/>
              <a:buNone/>
            </a:pPr>
            <a:r>
              <a:rPr lang="es-MX"/>
              <a:t> loop inicio</a:t>
            </a:r>
            <a:endParaRPr/>
          </a:p>
          <a:p>
            <a:pPr indent="0" lvl="0" marL="0" rtl="0" algn="l">
              <a:lnSpc>
                <a:spcPct val="100000"/>
              </a:lnSpc>
              <a:spcBef>
                <a:spcPts val="352"/>
              </a:spcBef>
              <a:spcAft>
                <a:spcPts val="0"/>
              </a:spcAft>
              <a:buClr>
                <a:schemeClr val="dk1"/>
              </a:buClr>
              <a:buSzPct val="100000"/>
              <a:buNone/>
            </a:pPr>
            <a:r>
              <a:rPr lang="es-MX"/>
              <a:t>ret</a:t>
            </a:r>
            <a:endParaRPr/>
          </a:p>
          <a:p>
            <a:pPr indent="0" lvl="0" marL="0" rtl="0" algn="l">
              <a:lnSpc>
                <a:spcPct val="100000"/>
              </a:lnSpc>
              <a:spcBef>
                <a:spcPts val="352"/>
              </a:spcBef>
              <a:spcAft>
                <a:spcPts val="0"/>
              </a:spcAft>
              <a:buClr>
                <a:schemeClr val="dk1"/>
              </a:buClr>
              <a:buSzPct val="100000"/>
              <a:buNone/>
            </a:pPr>
            <a:r>
              <a:rPr lang="es-MX"/>
              <a:t>v db 1,32,64,32,98,12,5,21,91,38</a:t>
            </a:r>
            <a:endParaRPr/>
          </a:p>
          <a:p>
            <a:pPr indent="0" lvl="0" marL="0" rtl="0" algn="l">
              <a:lnSpc>
                <a:spcPct val="100000"/>
              </a:lnSpc>
              <a:spcBef>
                <a:spcPts val="352"/>
              </a:spcBef>
              <a:spcAft>
                <a:spcPts val="0"/>
              </a:spcAft>
              <a:buClr>
                <a:schemeClr val="dk1"/>
              </a:buClr>
              <a:buSzPct val="100000"/>
              <a:buNone/>
            </a:pPr>
            <a:r>
              <a:rPr lang="es-MX"/>
              <a:t>mayor db 0</a:t>
            </a:r>
            <a:endParaRPr/>
          </a:p>
        </p:txBody>
      </p:sp>
      <p:sp>
        <p:nvSpPr>
          <p:cNvPr id="3513" name="Google Shape;3513;p4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14" name="Google Shape;3514;p4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8" name="Shape 3518"/>
        <p:cNvGrpSpPr/>
        <p:nvPr/>
      </p:nvGrpSpPr>
      <p:grpSpPr>
        <a:xfrm>
          <a:off x="0" y="0"/>
          <a:ext cx="0" cy="0"/>
          <a:chOff x="0" y="0"/>
          <a:chExt cx="0" cy="0"/>
        </a:xfrm>
      </p:grpSpPr>
      <p:sp>
        <p:nvSpPr>
          <p:cNvPr id="3519" name="Google Shape;3519;p4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520" name="Google Shape;3520;p4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name "mayor"</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mov AX, 5</a:t>
            </a:r>
            <a:endParaRPr/>
          </a:p>
          <a:p>
            <a:pPr indent="0" lvl="0" marL="0" rtl="0" algn="l">
              <a:lnSpc>
                <a:spcPct val="100000"/>
              </a:lnSpc>
              <a:spcBef>
                <a:spcPts val="352"/>
              </a:spcBef>
              <a:spcAft>
                <a:spcPts val="0"/>
              </a:spcAft>
              <a:buClr>
                <a:schemeClr val="dk1"/>
              </a:buClr>
              <a:buSzPct val="100000"/>
              <a:buNone/>
            </a:pPr>
            <a:r>
              <a:rPr lang="es-MX"/>
              <a:t>mov BX, 5</a:t>
            </a:r>
            <a:endParaRPr/>
          </a:p>
          <a:p>
            <a:pPr indent="0" lvl="0" marL="0" rtl="0" algn="l">
              <a:lnSpc>
                <a:spcPct val="100000"/>
              </a:lnSpc>
              <a:spcBef>
                <a:spcPts val="352"/>
              </a:spcBef>
              <a:spcAft>
                <a:spcPts val="0"/>
              </a:spcAft>
              <a:buClr>
                <a:schemeClr val="dk1"/>
              </a:buClr>
              <a:buSzPct val="100000"/>
              <a:buNone/>
            </a:pPr>
            <a:r>
              <a:rPr lang="es-MX"/>
              <a:t>;mov DX, AX</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sub AX,BX</a:t>
            </a:r>
            <a:endParaRPr/>
          </a:p>
          <a:p>
            <a:pPr indent="0" lvl="0" marL="0" rtl="0" algn="l">
              <a:lnSpc>
                <a:spcPct val="100000"/>
              </a:lnSpc>
              <a:spcBef>
                <a:spcPts val="352"/>
              </a:spcBef>
              <a:spcAft>
                <a:spcPts val="0"/>
              </a:spcAft>
              <a:buClr>
                <a:schemeClr val="dk1"/>
              </a:buClr>
              <a:buSzPct val="100000"/>
              <a:buNone/>
            </a:pPr>
            <a:r>
              <a:rPr lang="es-MX"/>
              <a:t>js A_MENOR_B</a:t>
            </a:r>
            <a:endParaRPr/>
          </a:p>
          <a:p>
            <a:pPr indent="0" lvl="0" marL="0" rtl="0" algn="l">
              <a:lnSpc>
                <a:spcPct val="100000"/>
              </a:lnSpc>
              <a:spcBef>
                <a:spcPts val="352"/>
              </a:spcBef>
              <a:spcAft>
                <a:spcPts val="0"/>
              </a:spcAft>
              <a:buClr>
                <a:schemeClr val="dk1"/>
              </a:buClr>
              <a:buSzPct val="100000"/>
              <a:buNone/>
            </a:pPr>
            <a:r>
              <a:rPr lang="es-MX"/>
              <a:t>mov CX,AX</a:t>
            </a:r>
            <a:endParaRPr/>
          </a:p>
          <a:p>
            <a:pPr indent="0" lvl="0" marL="0" rtl="0" algn="l">
              <a:lnSpc>
                <a:spcPct val="100000"/>
              </a:lnSpc>
              <a:spcBef>
                <a:spcPts val="352"/>
              </a:spcBef>
              <a:spcAft>
                <a:spcPts val="0"/>
              </a:spcAft>
              <a:buClr>
                <a:schemeClr val="dk1"/>
              </a:buClr>
              <a:buSzPct val="100000"/>
              <a:buNone/>
            </a:pPr>
            <a:r>
              <a:rPr lang="es-MX"/>
              <a:t>jmp FIN</a:t>
            </a:r>
            <a:endParaRPr/>
          </a:p>
          <a:p>
            <a:pPr indent="0" lvl="0" marL="0" rtl="0" algn="l">
              <a:lnSpc>
                <a:spcPct val="100000"/>
              </a:lnSpc>
              <a:spcBef>
                <a:spcPts val="352"/>
              </a:spcBef>
              <a:spcAft>
                <a:spcPts val="0"/>
              </a:spcAft>
              <a:buClr>
                <a:schemeClr val="dk1"/>
              </a:buClr>
              <a:buSzPct val="100000"/>
              <a:buNone/>
            </a:pPr>
            <a:r>
              <a:rPr lang="es-MX"/>
              <a:t>A_MENOR_B:</a:t>
            </a:r>
            <a:endParaRPr/>
          </a:p>
          <a:p>
            <a:pPr indent="0" lvl="0" marL="0" rtl="0" algn="l">
              <a:lnSpc>
                <a:spcPct val="100000"/>
              </a:lnSpc>
              <a:spcBef>
                <a:spcPts val="352"/>
              </a:spcBef>
              <a:spcAft>
                <a:spcPts val="0"/>
              </a:spcAft>
              <a:buClr>
                <a:schemeClr val="dk1"/>
              </a:buClr>
              <a:buSzPct val="100000"/>
              <a:buNone/>
            </a:pPr>
            <a:r>
              <a:rPr lang="es-MX"/>
              <a:t>mov CX,BX</a:t>
            </a:r>
            <a:endParaRPr/>
          </a:p>
          <a:p>
            <a:pPr indent="0" lvl="0" marL="0" rtl="0" algn="l">
              <a:lnSpc>
                <a:spcPct val="100000"/>
              </a:lnSpc>
              <a:spcBef>
                <a:spcPts val="352"/>
              </a:spcBef>
              <a:spcAft>
                <a:spcPts val="0"/>
              </a:spcAft>
              <a:buClr>
                <a:schemeClr val="dk1"/>
              </a:buClr>
              <a:buSzPct val="100000"/>
              <a:buNone/>
            </a:pPr>
            <a:r>
              <a:rPr lang="es-MX"/>
              <a:t>FIN:</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;mov AX,DX</a:t>
            </a:r>
            <a:endParaRPr/>
          </a:p>
          <a:p>
            <a:pPr indent="0" lvl="0" marL="0" rtl="0" algn="l">
              <a:lnSpc>
                <a:spcPct val="100000"/>
              </a:lnSpc>
              <a:spcBef>
                <a:spcPts val="352"/>
              </a:spcBef>
              <a:spcAft>
                <a:spcPts val="0"/>
              </a:spcAft>
              <a:buClr>
                <a:schemeClr val="dk1"/>
              </a:buClr>
              <a:buSzPct val="100000"/>
              <a:buNone/>
            </a:pPr>
            <a:r>
              <a:rPr lang="es-MX"/>
              <a:t>ret</a:t>
            </a:r>
            <a:endParaRPr/>
          </a:p>
        </p:txBody>
      </p:sp>
      <p:sp>
        <p:nvSpPr>
          <p:cNvPr id="3521" name="Google Shape;3521;p4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22" name="Google Shape;3522;p4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6" name="Shape 3526"/>
        <p:cNvGrpSpPr/>
        <p:nvPr/>
      </p:nvGrpSpPr>
      <p:grpSpPr>
        <a:xfrm>
          <a:off x="0" y="0"/>
          <a:ext cx="0" cy="0"/>
          <a:chOff x="0" y="0"/>
          <a:chExt cx="0" cy="0"/>
        </a:xfrm>
      </p:grpSpPr>
      <p:sp>
        <p:nvSpPr>
          <p:cNvPr id="3527" name="Google Shape;3527;p4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s-MX"/>
              <a:t>Saber si un numero es mayor:</a:t>
            </a:r>
            <a:endParaRPr/>
          </a:p>
        </p:txBody>
      </p:sp>
      <p:sp>
        <p:nvSpPr>
          <p:cNvPr id="3528" name="Google Shape;3528;p4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name "mayor"</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mov AX, 5</a:t>
            </a:r>
            <a:endParaRPr/>
          </a:p>
          <a:p>
            <a:pPr indent="0" lvl="0" marL="0" rtl="0" algn="l">
              <a:lnSpc>
                <a:spcPct val="100000"/>
              </a:lnSpc>
              <a:spcBef>
                <a:spcPts val="304"/>
              </a:spcBef>
              <a:spcAft>
                <a:spcPts val="0"/>
              </a:spcAft>
              <a:buClr>
                <a:schemeClr val="dk1"/>
              </a:buClr>
              <a:buSzPct val="100000"/>
              <a:buNone/>
            </a:pPr>
            <a:r>
              <a:rPr lang="es-MX"/>
              <a:t>mov BX, 5</a:t>
            </a:r>
            <a:endParaRPr/>
          </a:p>
          <a:p>
            <a:pPr indent="0" lvl="0" marL="0" rtl="0" algn="l">
              <a:lnSpc>
                <a:spcPct val="100000"/>
              </a:lnSpc>
              <a:spcBef>
                <a:spcPts val="304"/>
              </a:spcBef>
              <a:spcAft>
                <a:spcPts val="0"/>
              </a:spcAft>
              <a:buClr>
                <a:schemeClr val="dk1"/>
              </a:buClr>
              <a:buSzPct val="100000"/>
              <a:buNone/>
            </a:pPr>
            <a:r>
              <a:rPr lang="es-MX"/>
              <a:t>;mov DX, AX</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;CX el valor más grande entre AX Y BX </a:t>
            </a:r>
            <a:endParaRPr/>
          </a:p>
          <a:p>
            <a:pPr indent="0" lvl="0" marL="0" rtl="0" algn="l">
              <a:lnSpc>
                <a:spcPct val="100000"/>
              </a:lnSpc>
              <a:spcBef>
                <a:spcPts val="304"/>
              </a:spcBef>
              <a:spcAft>
                <a:spcPts val="0"/>
              </a:spcAft>
              <a:buClr>
                <a:schemeClr val="dk1"/>
              </a:buClr>
              <a:buSzPct val="100000"/>
              <a:buNone/>
            </a:pPr>
            <a:r>
              <a:rPr lang="es-MX"/>
              <a:t>;AX-BX mayor a 0</a:t>
            </a:r>
            <a:endParaRPr/>
          </a:p>
          <a:p>
            <a:pPr indent="0" lvl="0" marL="0" rtl="0" algn="l">
              <a:lnSpc>
                <a:spcPct val="100000"/>
              </a:lnSpc>
              <a:spcBef>
                <a:spcPts val="304"/>
              </a:spcBef>
              <a:spcAft>
                <a:spcPts val="0"/>
              </a:spcAft>
              <a:buClr>
                <a:schemeClr val="dk1"/>
              </a:buClr>
              <a:buSzPct val="100000"/>
              <a:buNone/>
            </a:pPr>
            <a:r>
              <a:rPr lang="es-MX"/>
              <a:t>sub AX,BX</a:t>
            </a:r>
            <a:endParaRPr/>
          </a:p>
          <a:p>
            <a:pPr indent="0" lvl="0" marL="0" rtl="0" algn="l">
              <a:lnSpc>
                <a:spcPct val="100000"/>
              </a:lnSpc>
              <a:spcBef>
                <a:spcPts val="304"/>
              </a:spcBef>
              <a:spcAft>
                <a:spcPts val="0"/>
              </a:spcAft>
              <a:buClr>
                <a:schemeClr val="dk1"/>
              </a:buClr>
              <a:buSzPct val="100000"/>
              <a:buNone/>
            </a:pPr>
            <a:r>
              <a:rPr lang="es-MX"/>
              <a:t>js A_MENOR_B</a:t>
            </a:r>
            <a:endParaRPr/>
          </a:p>
          <a:p>
            <a:pPr indent="0" lvl="0" marL="0" rtl="0" algn="l">
              <a:lnSpc>
                <a:spcPct val="100000"/>
              </a:lnSpc>
              <a:spcBef>
                <a:spcPts val="304"/>
              </a:spcBef>
              <a:spcAft>
                <a:spcPts val="0"/>
              </a:spcAft>
              <a:buClr>
                <a:schemeClr val="dk1"/>
              </a:buClr>
              <a:buSzPct val="100000"/>
              <a:buNone/>
            </a:pPr>
            <a:r>
              <a:rPr lang="es-MX"/>
              <a:t>mov CX,AX</a:t>
            </a:r>
            <a:endParaRPr/>
          </a:p>
          <a:p>
            <a:pPr indent="0" lvl="0" marL="0" rtl="0" algn="l">
              <a:lnSpc>
                <a:spcPct val="100000"/>
              </a:lnSpc>
              <a:spcBef>
                <a:spcPts val="304"/>
              </a:spcBef>
              <a:spcAft>
                <a:spcPts val="0"/>
              </a:spcAft>
              <a:buClr>
                <a:schemeClr val="dk1"/>
              </a:buClr>
              <a:buSzPct val="100000"/>
              <a:buNone/>
            </a:pPr>
            <a:r>
              <a:rPr lang="es-MX"/>
              <a:t>jmp FIN</a:t>
            </a:r>
            <a:endParaRPr/>
          </a:p>
          <a:p>
            <a:pPr indent="0" lvl="0" marL="0" rtl="0" algn="l">
              <a:lnSpc>
                <a:spcPct val="100000"/>
              </a:lnSpc>
              <a:spcBef>
                <a:spcPts val="304"/>
              </a:spcBef>
              <a:spcAft>
                <a:spcPts val="0"/>
              </a:spcAft>
              <a:buClr>
                <a:schemeClr val="dk1"/>
              </a:buClr>
              <a:buSzPct val="100000"/>
              <a:buNone/>
            </a:pPr>
            <a:r>
              <a:rPr lang="es-MX"/>
              <a:t>A_MENOR_B:</a:t>
            </a:r>
            <a:endParaRPr/>
          </a:p>
          <a:p>
            <a:pPr indent="0" lvl="0" marL="0" rtl="0" algn="l">
              <a:lnSpc>
                <a:spcPct val="100000"/>
              </a:lnSpc>
              <a:spcBef>
                <a:spcPts val="304"/>
              </a:spcBef>
              <a:spcAft>
                <a:spcPts val="0"/>
              </a:spcAft>
              <a:buClr>
                <a:schemeClr val="dk1"/>
              </a:buClr>
              <a:buSzPct val="100000"/>
              <a:buNone/>
            </a:pPr>
            <a:r>
              <a:rPr lang="es-MX"/>
              <a:t>mov CX,BX</a:t>
            </a:r>
            <a:endParaRPr/>
          </a:p>
          <a:p>
            <a:pPr indent="0" lvl="0" marL="0" rtl="0" algn="l">
              <a:lnSpc>
                <a:spcPct val="100000"/>
              </a:lnSpc>
              <a:spcBef>
                <a:spcPts val="304"/>
              </a:spcBef>
              <a:spcAft>
                <a:spcPts val="0"/>
              </a:spcAft>
              <a:buClr>
                <a:schemeClr val="dk1"/>
              </a:buClr>
              <a:buSzPct val="100000"/>
              <a:buNone/>
            </a:pPr>
            <a:r>
              <a:rPr lang="es-MX"/>
              <a:t>FIN:</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;mov AX,DX</a:t>
            </a:r>
            <a:endParaRPr/>
          </a:p>
          <a:p>
            <a:pPr indent="0" lvl="0" marL="0" rtl="0" algn="l">
              <a:lnSpc>
                <a:spcPct val="100000"/>
              </a:lnSpc>
              <a:spcBef>
                <a:spcPts val="304"/>
              </a:spcBef>
              <a:spcAft>
                <a:spcPts val="0"/>
              </a:spcAft>
              <a:buClr>
                <a:schemeClr val="dk1"/>
              </a:buClr>
              <a:buSzPct val="100000"/>
              <a:buNone/>
            </a:pPr>
            <a:r>
              <a:rPr lang="es-MX"/>
              <a:t>ret</a:t>
            </a:r>
            <a:endParaRPr/>
          </a:p>
        </p:txBody>
      </p:sp>
      <p:sp>
        <p:nvSpPr>
          <p:cNvPr id="3529" name="Google Shape;3529;p4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30" name="Google Shape;3530;p4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4" name="Shape 3534"/>
        <p:cNvGrpSpPr/>
        <p:nvPr/>
      </p:nvGrpSpPr>
      <p:grpSpPr>
        <a:xfrm>
          <a:off x="0" y="0"/>
          <a:ext cx="0" cy="0"/>
          <a:chOff x="0" y="0"/>
          <a:chExt cx="0" cy="0"/>
        </a:xfrm>
      </p:grpSpPr>
      <p:sp>
        <p:nvSpPr>
          <p:cNvPr id="3535" name="Google Shape;3535;p445"/>
          <p:cNvSpPr txBox="1"/>
          <p:nvPr>
            <p:ph idx="1" type="body"/>
          </p:nvPr>
        </p:nvSpPr>
        <p:spPr>
          <a:xfrm>
            <a:off x="457200" y="260648"/>
            <a:ext cx="8229600" cy="6048672"/>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name "int01"</a:t>
            </a:r>
            <a:endParaRPr/>
          </a:p>
          <a:p>
            <a:pPr indent="0" lvl="0" marL="0" rtl="0" algn="l">
              <a:lnSpc>
                <a:spcPct val="100000"/>
              </a:lnSpc>
              <a:spcBef>
                <a:spcPts val="448"/>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rPr lang="es-MX"/>
              <a:t>mov ah, 1 </a:t>
            </a:r>
            <a:endParaRPr/>
          </a:p>
          <a:p>
            <a:pPr indent="0" lvl="0" marL="0" rtl="0" algn="l">
              <a:lnSpc>
                <a:spcPct val="100000"/>
              </a:lnSpc>
              <a:spcBef>
                <a:spcPts val="448"/>
              </a:spcBef>
              <a:spcAft>
                <a:spcPts val="0"/>
              </a:spcAft>
              <a:buClr>
                <a:schemeClr val="dk1"/>
              </a:buClr>
              <a:buSzPct val="100000"/>
              <a:buNone/>
            </a:pPr>
            <a:r>
              <a:rPr lang="es-MX"/>
              <a:t>int 21h</a:t>
            </a:r>
            <a:endParaRPr/>
          </a:p>
          <a:p>
            <a:pPr indent="0" lvl="0" marL="0" rtl="0" algn="l">
              <a:lnSpc>
                <a:spcPct val="100000"/>
              </a:lnSpc>
              <a:spcBef>
                <a:spcPts val="448"/>
              </a:spcBef>
              <a:spcAft>
                <a:spcPts val="0"/>
              </a:spcAft>
              <a:buClr>
                <a:schemeClr val="dk1"/>
              </a:buClr>
              <a:buSzPct val="100000"/>
              <a:buNone/>
            </a:pPr>
            <a:r>
              <a:rPr lang="es-MX"/>
              <a:t>mov tecla, al</a:t>
            </a:r>
            <a:endParaRPr/>
          </a:p>
          <a:p>
            <a:pPr indent="0" lvl="0" marL="0" rtl="0" algn="l">
              <a:lnSpc>
                <a:spcPct val="100000"/>
              </a:lnSpc>
              <a:spcBef>
                <a:spcPts val="448"/>
              </a:spcBef>
              <a:spcAft>
                <a:spcPts val="0"/>
              </a:spcAft>
              <a:buClr>
                <a:schemeClr val="dk1"/>
              </a:buClr>
              <a:buSzPct val="100000"/>
              <a:buNone/>
            </a:pPr>
            <a:r>
              <a:rPr lang="es-MX"/>
              <a:t>mov ah, 2 </a:t>
            </a:r>
            <a:endParaRPr/>
          </a:p>
          <a:p>
            <a:pPr indent="0" lvl="0" marL="0" rtl="0" algn="l">
              <a:lnSpc>
                <a:spcPct val="100000"/>
              </a:lnSpc>
              <a:spcBef>
                <a:spcPts val="448"/>
              </a:spcBef>
              <a:spcAft>
                <a:spcPts val="0"/>
              </a:spcAft>
              <a:buClr>
                <a:schemeClr val="dk1"/>
              </a:buClr>
              <a:buSzPct val="100000"/>
              <a:buNone/>
            </a:pPr>
            <a:r>
              <a:rPr lang="es-MX"/>
              <a:t>mov dl, simbolo </a:t>
            </a:r>
            <a:endParaRPr/>
          </a:p>
          <a:p>
            <a:pPr indent="0" lvl="0" marL="0" rtl="0" algn="l">
              <a:lnSpc>
                <a:spcPct val="100000"/>
              </a:lnSpc>
              <a:spcBef>
                <a:spcPts val="448"/>
              </a:spcBef>
              <a:spcAft>
                <a:spcPts val="0"/>
              </a:spcAft>
              <a:buClr>
                <a:schemeClr val="dk1"/>
              </a:buClr>
              <a:buSzPct val="100000"/>
              <a:buNone/>
            </a:pPr>
            <a:r>
              <a:rPr lang="es-MX"/>
              <a:t>int 21h</a:t>
            </a:r>
            <a:endParaRPr/>
          </a:p>
          <a:p>
            <a:pPr indent="0" lvl="0" marL="0" rtl="0" algn="l">
              <a:lnSpc>
                <a:spcPct val="100000"/>
              </a:lnSpc>
              <a:spcBef>
                <a:spcPts val="448"/>
              </a:spcBef>
              <a:spcAft>
                <a:spcPts val="0"/>
              </a:spcAft>
              <a:buClr>
                <a:schemeClr val="dk1"/>
              </a:buClr>
              <a:buSzPct val="100000"/>
              <a:buNone/>
            </a:pPr>
            <a:r>
              <a:t/>
            </a:r>
            <a:endParaRPr/>
          </a:p>
          <a:p>
            <a:pPr indent="0" lvl="0" marL="0" rtl="0" algn="l">
              <a:lnSpc>
                <a:spcPct val="100000"/>
              </a:lnSpc>
              <a:spcBef>
                <a:spcPts val="448"/>
              </a:spcBef>
              <a:spcAft>
                <a:spcPts val="0"/>
              </a:spcAft>
              <a:buClr>
                <a:schemeClr val="dk1"/>
              </a:buClr>
              <a:buSzPct val="100000"/>
              <a:buNone/>
            </a:pPr>
            <a:r>
              <a:rPr lang="es-MX"/>
              <a:t>inc tecla</a:t>
            </a:r>
            <a:endParaRPr/>
          </a:p>
          <a:p>
            <a:pPr indent="0" lvl="0" marL="0" rtl="0" algn="l">
              <a:lnSpc>
                <a:spcPct val="100000"/>
              </a:lnSpc>
              <a:spcBef>
                <a:spcPts val="448"/>
              </a:spcBef>
              <a:spcAft>
                <a:spcPts val="0"/>
              </a:spcAft>
              <a:buClr>
                <a:schemeClr val="dk1"/>
              </a:buClr>
              <a:buSzPct val="100000"/>
              <a:buNone/>
            </a:pPr>
            <a:r>
              <a:rPr lang="es-MX"/>
              <a:t>mov ah, 7 </a:t>
            </a:r>
            <a:endParaRPr/>
          </a:p>
          <a:p>
            <a:pPr indent="0" lvl="0" marL="0" rtl="0" algn="l">
              <a:lnSpc>
                <a:spcPct val="100000"/>
              </a:lnSpc>
              <a:spcBef>
                <a:spcPts val="448"/>
              </a:spcBef>
              <a:spcAft>
                <a:spcPts val="0"/>
              </a:spcAft>
              <a:buClr>
                <a:schemeClr val="dk1"/>
              </a:buClr>
              <a:buSzPct val="100000"/>
              <a:buNone/>
            </a:pPr>
            <a:r>
              <a:rPr lang="es-MX"/>
              <a:t>mov dl, tecla ; </a:t>
            </a:r>
            <a:endParaRPr/>
          </a:p>
          <a:p>
            <a:pPr indent="0" lvl="0" marL="0" rtl="0" algn="l">
              <a:lnSpc>
                <a:spcPct val="100000"/>
              </a:lnSpc>
              <a:spcBef>
                <a:spcPts val="448"/>
              </a:spcBef>
              <a:spcAft>
                <a:spcPts val="0"/>
              </a:spcAft>
              <a:buClr>
                <a:schemeClr val="dk1"/>
              </a:buClr>
              <a:buSzPct val="100000"/>
              <a:buNone/>
            </a:pPr>
            <a:r>
              <a:rPr lang="es-MX"/>
              <a:t>int 21h</a:t>
            </a:r>
            <a:endParaRPr/>
          </a:p>
          <a:p>
            <a:pPr indent="0" lvl="0" marL="0" rtl="0" algn="l">
              <a:lnSpc>
                <a:spcPct val="100000"/>
              </a:lnSpc>
              <a:spcBef>
                <a:spcPts val="448"/>
              </a:spcBef>
              <a:spcAft>
                <a:spcPts val="0"/>
              </a:spcAft>
              <a:buClr>
                <a:schemeClr val="dk1"/>
              </a:buClr>
              <a:buSzPct val="100000"/>
              <a:buNone/>
            </a:pPr>
            <a:r>
              <a:rPr lang="es-MX"/>
              <a:t>ret</a:t>
            </a:r>
            <a:endParaRPr/>
          </a:p>
          <a:p>
            <a:pPr indent="0" lvl="0" marL="0" rtl="0" algn="l">
              <a:lnSpc>
                <a:spcPct val="100000"/>
              </a:lnSpc>
              <a:spcBef>
                <a:spcPts val="448"/>
              </a:spcBef>
              <a:spcAft>
                <a:spcPts val="0"/>
              </a:spcAft>
              <a:buClr>
                <a:schemeClr val="dk1"/>
              </a:buClr>
              <a:buSzPct val="100000"/>
              <a:buNone/>
            </a:pPr>
            <a:r>
              <a:rPr lang="es-MX"/>
              <a:t>;Variables</a:t>
            </a:r>
            <a:endParaRPr/>
          </a:p>
          <a:p>
            <a:pPr indent="0" lvl="0" marL="0" rtl="0" algn="l">
              <a:lnSpc>
                <a:spcPct val="100000"/>
              </a:lnSpc>
              <a:spcBef>
                <a:spcPts val="448"/>
              </a:spcBef>
              <a:spcAft>
                <a:spcPts val="0"/>
              </a:spcAft>
              <a:buClr>
                <a:schemeClr val="dk1"/>
              </a:buClr>
              <a:buSzPct val="100000"/>
              <a:buNone/>
            </a:pPr>
            <a:r>
              <a:rPr lang="es-MX"/>
              <a:t>tecla db 0 </a:t>
            </a:r>
            <a:endParaRPr/>
          </a:p>
          <a:p>
            <a:pPr indent="0" lvl="0" marL="0" rtl="0" algn="l">
              <a:lnSpc>
                <a:spcPct val="100000"/>
              </a:lnSpc>
              <a:spcBef>
                <a:spcPts val="448"/>
              </a:spcBef>
              <a:spcAft>
                <a:spcPts val="0"/>
              </a:spcAft>
              <a:buClr>
                <a:schemeClr val="dk1"/>
              </a:buClr>
              <a:buSzPct val="100000"/>
              <a:buNone/>
            </a:pPr>
            <a:r>
              <a:rPr lang="es-MX"/>
              <a:t>simbolo db 45H</a:t>
            </a:r>
            <a:endParaRPr/>
          </a:p>
        </p:txBody>
      </p:sp>
      <p:sp>
        <p:nvSpPr>
          <p:cNvPr id="3536" name="Google Shape;3536;p4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37" name="Google Shape;3537;p4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1" name="Shape 3541"/>
        <p:cNvGrpSpPr/>
        <p:nvPr/>
      </p:nvGrpSpPr>
      <p:grpSpPr>
        <a:xfrm>
          <a:off x="0" y="0"/>
          <a:ext cx="0" cy="0"/>
          <a:chOff x="0" y="0"/>
          <a:chExt cx="0" cy="0"/>
        </a:xfrm>
      </p:grpSpPr>
      <p:sp>
        <p:nvSpPr>
          <p:cNvPr id="3542" name="Google Shape;3542;p4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s-MX"/>
              <a:t>Interrupciones (Ejemplo de 21h):</a:t>
            </a:r>
            <a:endParaRPr/>
          </a:p>
        </p:txBody>
      </p:sp>
      <p:sp>
        <p:nvSpPr>
          <p:cNvPr id="3543" name="Google Shape;3543;p4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name "int01"</a:t>
            </a:r>
            <a:endParaRPr/>
          </a:p>
          <a:p>
            <a:pPr indent="0" lvl="0" marL="0" rtl="0" algn="l">
              <a:lnSpc>
                <a:spcPct val="100000"/>
              </a:lnSpc>
              <a:spcBef>
                <a:spcPts val="256"/>
              </a:spcBef>
              <a:spcAft>
                <a:spcPts val="0"/>
              </a:spcAft>
              <a:buClr>
                <a:schemeClr val="dk1"/>
              </a:buClr>
              <a:buSzPct val="100000"/>
              <a:buNone/>
            </a:pPr>
            <a:r>
              <a:rPr lang="es-MX"/>
              <a:t>org 100h</a:t>
            </a:r>
            <a:endParaRPr/>
          </a:p>
          <a:p>
            <a:pPr indent="0" lvl="0" marL="0" rtl="0" algn="l">
              <a:lnSpc>
                <a:spcPct val="100000"/>
              </a:lnSpc>
              <a:spcBef>
                <a:spcPts val="256"/>
              </a:spcBef>
              <a:spcAft>
                <a:spcPts val="0"/>
              </a:spcAft>
              <a:buClr>
                <a:schemeClr val="dk1"/>
              </a:buClr>
              <a:buSzPct val="100000"/>
              <a:buNone/>
            </a:pPr>
            <a:r>
              <a:rPr lang="es-MX"/>
              <a:t>mov ah, 1 ;Leer un caracter de la entrada estandar</a:t>
            </a:r>
            <a:endParaRPr/>
          </a:p>
          <a:p>
            <a:pPr indent="0" lvl="0" marL="0" rtl="0" algn="l">
              <a:lnSpc>
                <a:spcPct val="100000"/>
              </a:lnSpc>
              <a:spcBef>
                <a:spcPts val="256"/>
              </a:spcBef>
              <a:spcAft>
                <a:spcPts val="0"/>
              </a:spcAft>
              <a:buClr>
                <a:schemeClr val="dk1"/>
              </a:buClr>
              <a:buSzPct val="100000"/>
              <a:buNone/>
            </a:pPr>
            <a:r>
              <a:rPr lang="es-MX"/>
              <a:t>int 21h ;Llamada al sistema operativo (DOS)</a:t>
            </a:r>
            <a:endParaRPr/>
          </a:p>
          <a:p>
            <a:pPr indent="0" lvl="0" marL="0" rtl="0" algn="l">
              <a:lnSpc>
                <a:spcPct val="100000"/>
              </a:lnSpc>
              <a:spcBef>
                <a:spcPts val="256"/>
              </a:spcBef>
              <a:spcAft>
                <a:spcPts val="0"/>
              </a:spcAft>
              <a:buClr>
                <a:schemeClr val="dk1"/>
              </a:buClr>
              <a:buSzPct val="100000"/>
              <a:buNone/>
            </a:pPr>
            <a:r>
              <a:rPr lang="es-MX"/>
              <a:t>mov tecla, al</a:t>
            </a:r>
            <a:endParaRPr/>
          </a:p>
          <a:p>
            <a:pPr indent="0" lvl="0" marL="0" rtl="0" algn="l">
              <a:lnSpc>
                <a:spcPct val="100000"/>
              </a:lnSpc>
              <a:spcBef>
                <a:spcPts val="256"/>
              </a:spcBef>
              <a:spcAft>
                <a:spcPts val="0"/>
              </a:spcAft>
              <a:buClr>
                <a:schemeClr val="dk1"/>
              </a:buClr>
              <a:buSzPct val="100000"/>
              <a:buNone/>
            </a:pPr>
            <a:r>
              <a:rPr lang="es-MX"/>
              <a:t>mov ah, 2 ;imprime un simbolo a la consola</a:t>
            </a:r>
            <a:endParaRPr/>
          </a:p>
          <a:p>
            <a:pPr indent="0" lvl="0" marL="0" rtl="0" algn="l">
              <a:lnSpc>
                <a:spcPct val="100000"/>
              </a:lnSpc>
              <a:spcBef>
                <a:spcPts val="256"/>
              </a:spcBef>
              <a:spcAft>
                <a:spcPts val="0"/>
              </a:spcAft>
              <a:buClr>
                <a:schemeClr val="dk1"/>
              </a:buClr>
              <a:buSzPct val="100000"/>
              <a:buNone/>
            </a:pPr>
            <a:r>
              <a:rPr lang="es-MX"/>
              <a:t>mov dl, simbolo ;el caracter a mostrar, en este caso la E</a:t>
            </a:r>
            <a:endParaRPr/>
          </a:p>
          <a:p>
            <a:pPr indent="0" lvl="0" marL="0" rtl="0" algn="l">
              <a:lnSpc>
                <a:spcPct val="100000"/>
              </a:lnSpc>
              <a:spcBef>
                <a:spcPts val="256"/>
              </a:spcBef>
              <a:spcAft>
                <a:spcPts val="0"/>
              </a:spcAft>
              <a:buClr>
                <a:schemeClr val="dk1"/>
              </a:buClr>
              <a:buSzPct val="100000"/>
              <a:buNone/>
            </a:pPr>
            <a:r>
              <a:rPr lang="es-MX"/>
              <a:t>int 21h ;Llamada al DOS</a:t>
            </a:r>
            <a:endParaRPr/>
          </a:p>
          <a:p>
            <a:pPr indent="0" lvl="0" marL="0" rtl="0" algn="l">
              <a:lnSpc>
                <a:spcPct val="100000"/>
              </a:lnSpc>
              <a:spcBef>
                <a:spcPts val="256"/>
              </a:spcBef>
              <a:spcAft>
                <a:spcPts val="0"/>
              </a:spcAft>
              <a:buClr>
                <a:schemeClr val="dk1"/>
              </a:buClr>
              <a:buSzPct val="100000"/>
              <a:buNone/>
            </a:pPr>
            <a:r>
              <a:rPr lang="es-MX"/>
              <a:t>inc tecla</a:t>
            </a:r>
            <a:endParaRPr/>
          </a:p>
          <a:p>
            <a:pPr indent="0" lvl="0" marL="0" rtl="0" algn="l">
              <a:lnSpc>
                <a:spcPct val="100000"/>
              </a:lnSpc>
              <a:spcBef>
                <a:spcPts val="256"/>
              </a:spcBef>
              <a:spcAft>
                <a:spcPts val="0"/>
              </a:spcAft>
              <a:buClr>
                <a:schemeClr val="dk1"/>
              </a:buClr>
              <a:buSzPct val="100000"/>
              <a:buNone/>
            </a:pPr>
            <a:r>
              <a:rPr lang="es-MX"/>
              <a:t>mov ah, 7 ;NO imprime un simbolo a la consola</a:t>
            </a:r>
            <a:endParaRPr/>
          </a:p>
          <a:p>
            <a:pPr indent="0" lvl="0" marL="0" rtl="0" algn="l">
              <a:lnSpc>
                <a:spcPct val="100000"/>
              </a:lnSpc>
              <a:spcBef>
                <a:spcPts val="256"/>
              </a:spcBef>
              <a:spcAft>
                <a:spcPts val="0"/>
              </a:spcAft>
              <a:buClr>
                <a:schemeClr val="dk1"/>
              </a:buClr>
              <a:buSzPct val="100000"/>
              <a:buNone/>
            </a:pPr>
            <a:r>
              <a:rPr lang="es-MX"/>
              <a:t>mov dl, tecla ; </a:t>
            </a:r>
            <a:endParaRPr/>
          </a:p>
          <a:p>
            <a:pPr indent="0" lvl="0" marL="0" rtl="0" algn="l">
              <a:lnSpc>
                <a:spcPct val="100000"/>
              </a:lnSpc>
              <a:spcBef>
                <a:spcPts val="256"/>
              </a:spcBef>
              <a:spcAft>
                <a:spcPts val="0"/>
              </a:spcAft>
              <a:buClr>
                <a:schemeClr val="dk1"/>
              </a:buClr>
              <a:buSzPct val="100000"/>
              <a:buNone/>
            </a:pPr>
            <a:r>
              <a:rPr lang="es-MX"/>
              <a:t>int 21h ;Llamada al DOS</a:t>
            </a:r>
            <a:endParaRPr/>
          </a:p>
          <a:p>
            <a:pPr indent="0" lvl="0" marL="0" rtl="0" algn="l">
              <a:lnSpc>
                <a:spcPct val="100000"/>
              </a:lnSpc>
              <a:spcBef>
                <a:spcPts val="256"/>
              </a:spcBef>
              <a:spcAft>
                <a:spcPts val="0"/>
              </a:spcAft>
              <a:buClr>
                <a:schemeClr val="dk1"/>
              </a:buClr>
              <a:buSzPct val="100000"/>
              <a:buNone/>
            </a:pPr>
            <a:r>
              <a:rPr lang="es-MX"/>
              <a:t>ret</a:t>
            </a:r>
            <a:endParaRPr/>
          </a:p>
          <a:p>
            <a:pPr indent="0" lvl="0" marL="0" rtl="0" algn="l">
              <a:lnSpc>
                <a:spcPct val="100000"/>
              </a:lnSpc>
              <a:spcBef>
                <a:spcPts val="256"/>
              </a:spcBef>
              <a:spcAft>
                <a:spcPts val="0"/>
              </a:spcAft>
              <a:buClr>
                <a:schemeClr val="dk1"/>
              </a:buClr>
              <a:buSzPct val="100000"/>
              <a:buNone/>
            </a:pPr>
            <a:r>
              <a:rPr lang="es-MX"/>
              <a:t>;Variables</a:t>
            </a:r>
            <a:endParaRPr/>
          </a:p>
          <a:p>
            <a:pPr indent="0" lvl="0" marL="0" rtl="0" algn="l">
              <a:lnSpc>
                <a:spcPct val="100000"/>
              </a:lnSpc>
              <a:spcBef>
                <a:spcPts val="256"/>
              </a:spcBef>
              <a:spcAft>
                <a:spcPts val="0"/>
              </a:spcAft>
              <a:buClr>
                <a:schemeClr val="dk1"/>
              </a:buClr>
              <a:buSzPct val="100000"/>
              <a:buNone/>
            </a:pPr>
            <a:r>
              <a:rPr lang="es-MX"/>
              <a:t>tecla db 0 </a:t>
            </a:r>
            <a:endParaRPr/>
          </a:p>
          <a:p>
            <a:pPr indent="0" lvl="0" marL="0" rtl="0" algn="l">
              <a:lnSpc>
                <a:spcPct val="100000"/>
              </a:lnSpc>
              <a:spcBef>
                <a:spcPts val="256"/>
              </a:spcBef>
              <a:spcAft>
                <a:spcPts val="0"/>
              </a:spcAft>
              <a:buClr>
                <a:schemeClr val="dk1"/>
              </a:buClr>
              <a:buSzPct val="100000"/>
              <a:buNone/>
            </a:pPr>
            <a:r>
              <a:rPr lang="es-MX"/>
              <a:t>simbolo db 45H</a:t>
            </a:r>
            <a:endParaRPr/>
          </a:p>
          <a:p>
            <a:pPr indent="0" lvl="0" marL="0" rtl="0" algn="l">
              <a:lnSpc>
                <a:spcPct val="100000"/>
              </a:lnSpc>
              <a:spcBef>
                <a:spcPts val="256"/>
              </a:spcBef>
              <a:spcAft>
                <a:spcPts val="0"/>
              </a:spcAft>
              <a:buClr>
                <a:schemeClr val="dk1"/>
              </a:buClr>
              <a:buSzPct val="100000"/>
              <a:buNone/>
            </a:pPr>
            <a:r>
              <a:rPr lang="es-MX"/>
              <a:t>;ah que queres hacer</a:t>
            </a:r>
            <a:endParaRPr/>
          </a:p>
          <a:p>
            <a:pPr indent="0" lvl="0" marL="0" rtl="0" algn="l">
              <a:lnSpc>
                <a:spcPct val="100000"/>
              </a:lnSpc>
              <a:spcBef>
                <a:spcPts val="256"/>
              </a:spcBef>
              <a:spcAft>
                <a:spcPts val="0"/>
              </a:spcAft>
              <a:buClr>
                <a:schemeClr val="dk1"/>
              </a:buClr>
              <a:buSzPct val="100000"/>
              <a:buNone/>
            </a:pPr>
            <a:r>
              <a:rPr lang="es-MX"/>
              <a:t>;ah = 1 guarda caracter en al</a:t>
            </a:r>
            <a:endParaRPr/>
          </a:p>
          <a:p>
            <a:pPr indent="0" lvl="0" marL="0" rtl="0" algn="l">
              <a:lnSpc>
                <a:spcPct val="100000"/>
              </a:lnSpc>
              <a:spcBef>
                <a:spcPts val="256"/>
              </a:spcBef>
              <a:spcAft>
                <a:spcPts val="0"/>
              </a:spcAft>
              <a:buClr>
                <a:schemeClr val="dk1"/>
              </a:buClr>
              <a:buSzPct val="100000"/>
              <a:buNone/>
            </a:pPr>
            <a:r>
              <a:rPr lang="es-MX"/>
              <a:t>;ah = 2 escribe un caracter en la consola. El ascii del cacacter a imprimir se pone el dl</a:t>
            </a:r>
            <a:endParaRPr/>
          </a:p>
          <a:p>
            <a:pPr indent="0" lvl="0" marL="0" rtl="0" algn="l">
              <a:lnSpc>
                <a:spcPct val="100000"/>
              </a:lnSpc>
              <a:spcBef>
                <a:spcPts val="256"/>
              </a:spcBef>
              <a:spcAft>
                <a:spcPts val="0"/>
              </a:spcAft>
              <a:buClr>
                <a:schemeClr val="dk1"/>
              </a:buClr>
              <a:buSzPct val="100000"/>
              <a:buNone/>
            </a:pPr>
            <a:r>
              <a:rPr lang="es-MX"/>
              <a:t>;AH = 7 es igual a el ah=2 pero el resultado no se ve en pantalla </a:t>
            </a:r>
            <a:endParaRPr/>
          </a:p>
          <a:p>
            <a:pPr indent="0" lvl="0" marL="0" rtl="0" algn="l">
              <a:lnSpc>
                <a:spcPct val="100000"/>
              </a:lnSpc>
              <a:spcBef>
                <a:spcPts val="256"/>
              </a:spcBef>
              <a:spcAft>
                <a:spcPts val="0"/>
              </a:spcAft>
              <a:buClr>
                <a:schemeClr val="dk1"/>
              </a:buClr>
              <a:buSzPct val="100000"/>
              <a:buNone/>
            </a:pPr>
            <a:r>
              <a:rPr lang="es-MX"/>
              <a:t>;ah = 9 imprime una cadena en la consola. Considera el caracter $ como fin de cadena.</a:t>
            </a:r>
            <a:endParaRPr/>
          </a:p>
          <a:p>
            <a:pPr indent="0" lvl="0" marL="0" rtl="0" algn="l">
              <a:lnSpc>
                <a:spcPct val="100000"/>
              </a:lnSpc>
              <a:spcBef>
                <a:spcPts val="256"/>
              </a:spcBef>
              <a:spcAft>
                <a:spcPts val="0"/>
              </a:spcAft>
              <a:buClr>
                <a:schemeClr val="dk1"/>
              </a:buClr>
              <a:buSzPct val="100000"/>
              <a:buNone/>
            </a:pPr>
            <a:r>
              <a:rPr lang="es-MX"/>
              <a:t>;La direccion de la cadena se expresa en DX</a:t>
            </a:r>
            <a:endParaRPr/>
          </a:p>
        </p:txBody>
      </p:sp>
      <p:sp>
        <p:nvSpPr>
          <p:cNvPr id="3544" name="Google Shape;3544;p4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45" name="Google Shape;3545;p4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9" name="Shape 3549"/>
        <p:cNvGrpSpPr/>
        <p:nvPr/>
      </p:nvGrpSpPr>
      <p:grpSpPr>
        <a:xfrm>
          <a:off x="0" y="0"/>
          <a:ext cx="0" cy="0"/>
          <a:chOff x="0" y="0"/>
          <a:chExt cx="0" cy="0"/>
        </a:xfrm>
      </p:grpSpPr>
      <p:sp>
        <p:nvSpPr>
          <p:cNvPr id="3550" name="Google Shape;3550;p447"/>
          <p:cNvSpPr txBox="1"/>
          <p:nvPr>
            <p:ph idx="1" type="body"/>
          </p:nvPr>
        </p:nvSpPr>
        <p:spPr>
          <a:xfrm>
            <a:off x="467544" y="332656"/>
            <a:ext cx="8229600" cy="557748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550"/>
              <a:buNone/>
            </a:pPr>
            <a:r>
              <a:rPr lang="es-MX" sz="1550"/>
              <a:t>name "int02"</a:t>
            </a:r>
            <a:endParaRPr/>
          </a:p>
          <a:p>
            <a:pPr indent="0" lvl="0" marL="0" rtl="0" algn="l">
              <a:lnSpc>
                <a:spcPct val="100000"/>
              </a:lnSpc>
              <a:spcBef>
                <a:spcPts val="310"/>
              </a:spcBef>
              <a:spcAft>
                <a:spcPts val="0"/>
              </a:spcAft>
              <a:buClr>
                <a:schemeClr val="dk1"/>
              </a:buClr>
              <a:buSzPts val="1550"/>
              <a:buNone/>
            </a:pPr>
            <a:r>
              <a:rPr lang="es-MX" sz="1550"/>
              <a:t>ORG 100H</a:t>
            </a:r>
            <a:endParaRPr/>
          </a:p>
          <a:p>
            <a:pPr indent="0" lvl="0" marL="0" rtl="0" algn="l">
              <a:lnSpc>
                <a:spcPct val="100000"/>
              </a:lnSpc>
              <a:spcBef>
                <a:spcPts val="310"/>
              </a:spcBef>
              <a:spcAft>
                <a:spcPts val="0"/>
              </a:spcAft>
              <a:buClr>
                <a:schemeClr val="dk1"/>
              </a:buClr>
              <a:buSzPts val="1550"/>
              <a:buNone/>
            </a:pPr>
            <a:r>
              <a:rPr lang="es-MX" sz="1550"/>
              <a:t>lectura:</a:t>
            </a:r>
            <a:endParaRPr/>
          </a:p>
          <a:p>
            <a:pPr indent="0" lvl="0" marL="0" rtl="0" algn="l">
              <a:lnSpc>
                <a:spcPct val="100000"/>
              </a:lnSpc>
              <a:spcBef>
                <a:spcPts val="310"/>
              </a:spcBef>
              <a:spcAft>
                <a:spcPts val="0"/>
              </a:spcAft>
              <a:buClr>
                <a:schemeClr val="dk1"/>
              </a:buClr>
              <a:buSzPts val="1550"/>
              <a:buNone/>
            </a:pPr>
            <a:r>
              <a:rPr lang="es-MX" sz="1550"/>
              <a:t> mov ah,7</a:t>
            </a:r>
            <a:endParaRPr/>
          </a:p>
          <a:p>
            <a:pPr indent="0" lvl="0" marL="0" rtl="0" algn="l">
              <a:lnSpc>
                <a:spcPct val="100000"/>
              </a:lnSpc>
              <a:spcBef>
                <a:spcPts val="310"/>
              </a:spcBef>
              <a:spcAft>
                <a:spcPts val="0"/>
              </a:spcAft>
              <a:buClr>
                <a:schemeClr val="dk1"/>
              </a:buClr>
              <a:buSzPts val="1550"/>
              <a:buNone/>
            </a:pPr>
            <a:r>
              <a:rPr lang="es-MX" sz="1550"/>
              <a:t> int 21h</a:t>
            </a:r>
            <a:endParaRPr/>
          </a:p>
          <a:p>
            <a:pPr indent="0" lvl="0" marL="0" rtl="0" algn="l">
              <a:lnSpc>
                <a:spcPct val="100000"/>
              </a:lnSpc>
              <a:spcBef>
                <a:spcPts val="310"/>
              </a:spcBef>
              <a:spcAft>
                <a:spcPts val="0"/>
              </a:spcAft>
              <a:buClr>
                <a:schemeClr val="dk1"/>
              </a:buClr>
              <a:buSzPts val="1550"/>
              <a:buNone/>
            </a:pPr>
            <a:r>
              <a:rPr lang="es-MX" sz="1550"/>
              <a:t> mov tecla, al</a:t>
            </a:r>
            <a:endParaRPr/>
          </a:p>
          <a:p>
            <a:pPr indent="0" lvl="0" marL="0" rtl="0" algn="l">
              <a:lnSpc>
                <a:spcPct val="100000"/>
              </a:lnSpc>
              <a:spcBef>
                <a:spcPts val="310"/>
              </a:spcBef>
              <a:spcAft>
                <a:spcPts val="0"/>
              </a:spcAft>
              <a:buClr>
                <a:schemeClr val="dk1"/>
              </a:buClr>
              <a:buSzPts val="1550"/>
              <a:buNone/>
            </a:pPr>
            <a:r>
              <a:rPr lang="es-MX" sz="1550"/>
              <a:t> cmp al,13</a:t>
            </a:r>
            <a:endParaRPr/>
          </a:p>
          <a:p>
            <a:pPr indent="0" lvl="0" marL="0" rtl="0" algn="l">
              <a:lnSpc>
                <a:spcPct val="100000"/>
              </a:lnSpc>
              <a:spcBef>
                <a:spcPts val="310"/>
              </a:spcBef>
              <a:spcAft>
                <a:spcPts val="0"/>
              </a:spcAft>
              <a:buClr>
                <a:schemeClr val="dk1"/>
              </a:buClr>
              <a:buSzPts val="1550"/>
              <a:buNone/>
            </a:pPr>
            <a:r>
              <a:rPr lang="es-MX" sz="1550"/>
              <a:t> jz fin:</a:t>
            </a:r>
            <a:endParaRPr/>
          </a:p>
          <a:p>
            <a:pPr indent="0" lvl="0" marL="0" rtl="0" algn="l">
              <a:lnSpc>
                <a:spcPct val="100000"/>
              </a:lnSpc>
              <a:spcBef>
                <a:spcPts val="310"/>
              </a:spcBef>
              <a:spcAft>
                <a:spcPts val="0"/>
              </a:spcAft>
              <a:buClr>
                <a:schemeClr val="dk1"/>
              </a:buClr>
              <a:buSzPts val="1550"/>
              <a:buNone/>
            </a:pPr>
            <a:r>
              <a:rPr lang="es-MX" sz="1550"/>
              <a:t>cmp tecla, 122 </a:t>
            </a:r>
            <a:endParaRPr/>
          </a:p>
          <a:p>
            <a:pPr indent="0" lvl="0" marL="0" rtl="0" algn="l">
              <a:lnSpc>
                <a:spcPct val="100000"/>
              </a:lnSpc>
              <a:spcBef>
                <a:spcPts val="310"/>
              </a:spcBef>
              <a:spcAft>
                <a:spcPts val="0"/>
              </a:spcAft>
              <a:buClr>
                <a:schemeClr val="dk1"/>
              </a:buClr>
              <a:buSzPts val="1550"/>
              <a:buNone/>
            </a:pPr>
            <a:r>
              <a:rPr lang="es-MX" sz="1550"/>
              <a:t>ja fin3</a:t>
            </a:r>
            <a:endParaRPr/>
          </a:p>
          <a:p>
            <a:pPr indent="0" lvl="0" marL="0" rtl="0" algn="l">
              <a:lnSpc>
                <a:spcPct val="100000"/>
              </a:lnSpc>
              <a:spcBef>
                <a:spcPts val="310"/>
              </a:spcBef>
              <a:spcAft>
                <a:spcPts val="0"/>
              </a:spcAft>
              <a:buClr>
                <a:schemeClr val="dk1"/>
              </a:buClr>
              <a:buSzPts val="1550"/>
              <a:buNone/>
            </a:pPr>
            <a:r>
              <a:rPr lang="es-MX" sz="1550"/>
              <a:t>cmp tecla,96 </a:t>
            </a:r>
            <a:endParaRPr/>
          </a:p>
          <a:p>
            <a:pPr indent="0" lvl="0" marL="0" rtl="0" algn="l">
              <a:lnSpc>
                <a:spcPct val="100000"/>
              </a:lnSpc>
              <a:spcBef>
                <a:spcPts val="310"/>
              </a:spcBef>
              <a:spcAft>
                <a:spcPts val="0"/>
              </a:spcAft>
              <a:buClr>
                <a:schemeClr val="dk1"/>
              </a:buClr>
              <a:buSzPts val="1550"/>
              <a:buNone/>
            </a:pPr>
            <a:r>
              <a:rPr lang="es-MX" sz="1550"/>
              <a:t>jng fin3</a:t>
            </a:r>
            <a:endParaRPr/>
          </a:p>
          <a:p>
            <a:pPr indent="0" lvl="0" marL="0" rtl="0" algn="l">
              <a:lnSpc>
                <a:spcPct val="100000"/>
              </a:lnSpc>
              <a:spcBef>
                <a:spcPts val="310"/>
              </a:spcBef>
              <a:spcAft>
                <a:spcPts val="0"/>
              </a:spcAft>
              <a:buClr>
                <a:schemeClr val="dk1"/>
              </a:buClr>
              <a:buSzPts val="1550"/>
              <a:buNone/>
            </a:pPr>
            <a:r>
              <a:rPr lang="es-MX" sz="1550"/>
              <a:t>sub tecla, 32 </a:t>
            </a:r>
            <a:endParaRPr/>
          </a:p>
          <a:p>
            <a:pPr indent="0" lvl="0" marL="0" rtl="0" algn="l">
              <a:lnSpc>
                <a:spcPct val="100000"/>
              </a:lnSpc>
              <a:spcBef>
                <a:spcPts val="310"/>
              </a:spcBef>
              <a:spcAft>
                <a:spcPts val="0"/>
              </a:spcAft>
              <a:buClr>
                <a:schemeClr val="dk1"/>
              </a:buClr>
              <a:buSzPts val="1550"/>
              <a:buNone/>
            </a:pPr>
            <a:r>
              <a:rPr lang="es-MX" sz="1550"/>
              <a:t>fin3: </a:t>
            </a:r>
            <a:endParaRPr/>
          </a:p>
          <a:p>
            <a:pPr indent="0" lvl="0" marL="0" rtl="0" algn="l">
              <a:lnSpc>
                <a:spcPct val="100000"/>
              </a:lnSpc>
              <a:spcBef>
                <a:spcPts val="310"/>
              </a:spcBef>
              <a:spcAft>
                <a:spcPts val="0"/>
              </a:spcAft>
              <a:buClr>
                <a:schemeClr val="dk1"/>
              </a:buClr>
              <a:buSzPts val="1550"/>
              <a:buNone/>
            </a:pPr>
            <a:r>
              <a:rPr lang="es-MX" sz="1550"/>
              <a:t>mov ah,2</a:t>
            </a:r>
            <a:endParaRPr/>
          </a:p>
          <a:p>
            <a:pPr indent="0" lvl="0" marL="0" rtl="0" algn="l">
              <a:lnSpc>
                <a:spcPct val="100000"/>
              </a:lnSpc>
              <a:spcBef>
                <a:spcPts val="310"/>
              </a:spcBef>
              <a:spcAft>
                <a:spcPts val="0"/>
              </a:spcAft>
              <a:buClr>
                <a:schemeClr val="dk1"/>
              </a:buClr>
              <a:buSzPts val="1550"/>
              <a:buNone/>
            </a:pPr>
            <a:r>
              <a:rPr lang="es-MX" sz="1550"/>
              <a:t>mov dl,tecla</a:t>
            </a:r>
            <a:endParaRPr sz="1550"/>
          </a:p>
          <a:p>
            <a:pPr indent="0" lvl="0" marL="0" rtl="0" algn="l">
              <a:lnSpc>
                <a:spcPct val="100000"/>
              </a:lnSpc>
              <a:spcBef>
                <a:spcPts val="310"/>
              </a:spcBef>
              <a:spcAft>
                <a:spcPts val="0"/>
              </a:spcAft>
              <a:buClr>
                <a:schemeClr val="dk1"/>
              </a:buClr>
              <a:buSzPts val="1550"/>
              <a:buNone/>
            </a:pPr>
            <a:r>
              <a:rPr lang="es-MX" sz="1550"/>
              <a:t>int 21h</a:t>
            </a:r>
            <a:endParaRPr/>
          </a:p>
          <a:p>
            <a:pPr indent="0" lvl="0" marL="0" rtl="0" algn="l">
              <a:lnSpc>
                <a:spcPct val="100000"/>
              </a:lnSpc>
              <a:spcBef>
                <a:spcPts val="310"/>
              </a:spcBef>
              <a:spcAft>
                <a:spcPts val="0"/>
              </a:spcAft>
              <a:buClr>
                <a:schemeClr val="dk1"/>
              </a:buClr>
              <a:buSzPts val="1550"/>
              <a:buNone/>
            </a:pPr>
            <a:r>
              <a:rPr lang="es-MX" sz="1550"/>
              <a:t>jmp lectura</a:t>
            </a:r>
            <a:endParaRPr/>
          </a:p>
          <a:p>
            <a:pPr indent="0" lvl="0" marL="0" rtl="0" algn="l">
              <a:lnSpc>
                <a:spcPct val="100000"/>
              </a:lnSpc>
              <a:spcBef>
                <a:spcPts val="310"/>
              </a:spcBef>
              <a:spcAft>
                <a:spcPts val="0"/>
              </a:spcAft>
              <a:buClr>
                <a:schemeClr val="dk1"/>
              </a:buClr>
              <a:buSzPts val="1550"/>
              <a:buNone/>
            </a:pPr>
            <a:r>
              <a:rPr lang="es-MX" sz="1550"/>
              <a:t>fin:</a:t>
            </a:r>
            <a:endParaRPr/>
          </a:p>
          <a:p>
            <a:pPr indent="0" lvl="0" marL="0" rtl="0" algn="l">
              <a:lnSpc>
                <a:spcPct val="100000"/>
              </a:lnSpc>
              <a:spcBef>
                <a:spcPts val="310"/>
              </a:spcBef>
              <a:spcAft>
                <a:spcPts val="0"/>
              </a:spcAft>
              <a:buClr>
                <a:schemeClr val="dk1"/>
              </a:buClr>
              <a:buSzPts val="1550"/>
              <a:buNone/>
            </a:pPr>
            <a:r>
              <a:rPr lang="es-MX" sz="1550"/>
              <a:t>ret</a:t>
            </a:r>
            <a:endParaRPr sz="1550"/>
          </a:p>
          <a:p>
            <a:pPr indent="0" lvl="0" marL="0" rtl="0" algn="l">
              <a:lnSpc>
                <a:spcPct val="100000"/>
              </a:lnSpc>
              <a:spcBef>
                <a:spcPts val="310"/>
              </a:spcBef>
              <a:spcAft>
                <a:spcPts val="0"/>
              </a:spcAft>
              <a:buClr>
                <a:schemeClr val="dk1"/>
              </a:buClr>
              <a:buSzPts val="1550"/>
              <a:buNone/>
            </a:pPr>
            <a:r>
              <a:rPr lang="es-MX" sz="1550"/>
              <a:t>tecla db 0</a:t>
            </a:r>
            <a:endParaRPr/>
          </a:p>
        </p:txBody>
      </p:sp>
      <p:sp>
        <p:nvSpPr>
          <p:cNvPr id="3551" name="Google Shape;3551;p4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52" name="Google Shape;3552;p4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6" name="Shape 3556"/>
        <p:cNvGrpSpPr/>
        <p:nvPr/>
      </p:nvGrpSpPr>
      <p:grpSpPr>
        <a:xfrm>
          <a:off x="0" y="0"/>
          <a:ext cx="0" cy="0"/>
          <a:chOff x="0" y="0"/>
          <a:chExt cx="0" cy="0"/>
        </a:xfrm>
      </p:grpSpPr>
      <p:sp>
        <p:nvSpPr>
          <p:cNvPr id="3557" name="Google Shape;3557;p4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Cambiar a mayúsculas:</a:t>
            </a:r>
            <a:endParaRPr/>
          </a:p>
        </p:txBody>
      </p:sp>
      <p:sp>
        <p:nvSpPr>
          <p:cNvPr id="3558" name="Google Shape;3558;p4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name "int02"</a:t>
            </a:r>
            <a:endParaRPr/>
          </a:p>
          <a:p>
            <a:pPr indent="0" lvl="0" marL="0" rtl="0" algn="l">
              <a:lnSpc>
                <a:spcPct val="100000"/>
              </a:lnSpc>
              <a:spcBef>
                <a:spcPts val="256"/>
              </a:spcBef>
              <a:spcAft>
                <a:spcPts val="0"/>
              </a:spcAft>
              <a:buClr>
                <a:schemeClr val="dk1"/>
              </a:buClr>
              <a:buSzPct val="100000"/>
              <a:buNone/>
            </a:pPr>
            <a:r>
              <a:rPr lang="es-MX"/>
              <a:t>ORG 100H</a:t>
            </a:r>
            <a:endParaRPr/>
          </a:p>
          <a:p>
            <a:pPr indent="0" lvl="0" marL="0" rtl="0" algn="l">
              <a:lnSpc>
                <a:spcPct val="100000"/>
              </a:lnSpc>
              <a:spcBef>
                <a:spcPts val="256"/>
              </a:spcBef>
              <a:spcAft>
                <a:spcPts val="0"/>
              </a:spcAft>
              <a:buClr>
                <a:schemeClr val="dk1"/>
              </a:buClr>
              <a:buSzPct val="100000"/>
              <a:buNone/>
            </a:pPr>
            <a:r>
              <a:rPr lang="es-MX"/>
              <a:t>lectura:</a:t>
            </a:r>
            <a:endParaRPr/>
          </a:p>
          <a:p>
            <a:pPr indent="0" lvl="0" marL="0" rtl="0" algn="l">
              <a:lnSpc>
                <a:spcPct val="100000"/>
              </a:lnSpc>
              <a:spcBef>
                <a:spcPts val="256"/>
              </a:spcBef>
              <a:spcAft>
                <a:spcPts val="0"/>
              </a:spcAft>
              <a:buClr>
                <a:schemeClr val="dk1"/>
              </a:buClr>
              <a:buSzPct val="100000"/>
              <a:buNone/>
            </a:pPr>
            <a:r>
              <a:rPr lang="es-MX"/>
              <a:t> mov ah,7</a:t>
            </a:r>
            <a:endParaRPr/>
          </a:p>
          <a:p>
            <a:pPr indent="0" lvl="0" marL="0" rtl="0" algn="l">
              <a:lnSpc>
                <a:spcPct val="100000"/>
              </a:lnSpc>
              <a:spcBef>
                <a:spcPts val="256"/>
              </a:spcBef>
              <a:spcAft>
                <a:spcPts val="0"/>
              </a:spcAft>
              <a:buClr>
                <a:schemeClr val="dk1"/>
              </a:buClr>
              <a:buSzPct val="100000"/>
              <a:buNone/>
            </a:pPr>
            <a:r>
              <a:rPr lang="es-MX"/>
              <a:t> int 21h</a:t>
            </a:r>
            <a:endParaRPr/>
          </a:p>
          <a:p>
            <a:pPr indent="0" lvl="0" marL="0" rtl="0" algn="l">
              <a:lnSpc>
                <a:spcPct val="100000"/>
              </a:lnSpc>
              <a:spcBef>
                <a:spcPts val="256"/>
              </a:spcBef>
              <a:spcAft>
                <a:spcPts val="0"/>
              </a:spcAft>
              <a:buClr>
                <a:schemeClr val="dk1"/>
              </a:buClr>
              <a:buSzPct val="100000"/>
              <a:buNone/>
            </a:pPr>
            <a:r>
              <a:rPr lang="es-MX"/>
              <a:t> mov tecla, al</a:t>
            </a:r>
            <a:endParaRPr/>
          </a:p>
          <a:p>
            <a:pPr indent="0" lvl="0" marL="0" rtl="0" algn="l">
              <a:lnSpc>
                <a:spcPct val="100000"/>
              </a:lnSpc>
              <a:spcBef>
                <a:spcPts val="256"/>
              </a:spcBef>
              <a:spcAft>
                <a:spcPts val="0"/>
              </a:spcAft>
              <a:buClr>
                <a:schemeClr val="dk1"/>
              </a:buClr>
              <a:buSzPct val="100000"/>
              <a:buNone/>
            </a:pPr>
            <a:r>
              <a:rPr lang="es-MX"/>
              <a:t> cmp al,13</a:t>
            </a:r>
            <a:endParaRPr/>
          </a:p>
          <a:p>
            <a:pPr indent="0" lvl="0" marL="0" rtl="0" algn="l">
              <a:lnSpc>
                <a:spcPct val="100000"/>
              </a:lnSpc>
              <a:spcBef>
                <a:spcPts val="256"/>
              </a:spcBef>
              <a:spcAft>
                <a:spcPts val="0"/>
              </a:spcAft>
              <a:buClr>
                <a:schemeClr val="dk1"/>
              </a:buClr>
              <a:buSzPct val="100000"/>
              <a:buNone/>
            </a:pPr>
            <a:r>
              <a:rPr lang="es-MX"/>
              <a:t> jz fin:</a:t>
            </a:r>
            <a:endParaRPr/>
          </a:p>
          <a:p>
            <a:pPr indent="0" lvl="0" marL="0" rtl="0" algn="l">
              <a:lnSpc>
                <a:spcPct val="100000"/>
              </a:lnSpc>
              <a:spcBef>
                <a:spcPts val="256"/>
              </a:spcBef>
              <a:spcAft>
                <a:spcPts val="0"/>
              </a:spcAft>
              <a:buClr>
                <a:schemeClr val="dk1"/>
              </a:buClr>
              <a:buSzPct val="100000"/>
              <a:buNone/>
            </a:pPr>
            <a:r>
              <a:rPr lang="es-MX"/>
              <a:t>cmp tecla, 122 ;si tecla es mayor a 122 entonces ir a fin3 (tecla &gt; 122)</a:t>
            </a:r>
            <a:endParaRPr/>
          </a:p>
          <a:p>
            <a:pPr indent="0" lvl="0" marL="0" rtl="0" algn="l">
              <a:lnSpc>
                <a:spcPct val="100000"/>
              </a:lnSpc>
              <a:spcBef>
                <a:spcPts val="256"/>
              </a:spcBef>
              <a:spcAft>
                <a:spcPts val="0"/>
              </a:spcAft>
              <a:buClr>
                <a:schemeClr val="dk1"/>
              </a:buClr>
              <a:buSzPct val="100000"/>
              <a:buNone/>
            </a:pPr>
            <a:r>
              <a:rPr lang="es-MX"/>
              <a:t>ja fin3</a:t>
            </a:r>
            <a:endParaRPr/>
          </a:p>
          <a:p>
            <a:pPr indent="0" lvl="0" marL="0" rtl="0" algn="l">
              <a:lnSpc>
                <a:spcPct val="100000"/>
              </a:lnSpc>
              <a:spcBef>
                <a:spcPts val="256"/>
              </a:spcBef>
              <a:spcAft>
                <a:spcPts val="0"/>
              </a:spcAft>
              <a:buClr>
                <a:schemeClr val="dk1"/>
              </a:buClr>
              <a:buSzPct val="100000"/>
              <a:buNone/>
            </a:pPr>
            <a:r>
              <a:rPr lang="es-MX"/>
              <a:t>cmp tecla,96 ;si tecla no es mayor a 96 ir a fin3 (tecla &lt;= 96)</a:t>
            </a:r>
            <a:endParaRPr/>
          </a:p>
          <a:p>
            <a:pPr indent="0" lvl="0" marL="0" rtl="0" algn="l">
              <a:lnSpc>
                <a:spcPct val="100000"/>
              </a:lnSpc>
              <a:spcBef>
                <a:spcPts val="256"/>
              </a:spcBef>
              <a:spcAft>
                <a:spcPts val="0"/>
              </a:spcAft>
              <a:buClr>
                <a:schemeClr val="dk1"/>
              </a:buClr>
              <a:buSzPct val="100000"/>
              <a:buNone/>
            </a:pPr>
            <a:r>
              <a:rPr lang="es-MX"/>
              <a:t>jng fin3</a:t>
            </a:r>
            <a:endParaRPr/>
          </a:p>
          <a:p>
            <a:pPr indent="0" lvl="0" marL="0" rtl="0" algn="l">
              <a:lnSpc>
                <a:spcPct val="100000"/>
              </a:lnSpc>
              <a:spcBef>
                <a:spcPts val="256"/>
              </a:spcBef>
              <a:spcAft>
                <a:spcPts val="0"/>
              </a:spcAft>
              <a:buClr>
                <a:schemeClr val="dk1"/>
              </a:buClr>
              <a:buSzPct val="100000"/>
              <a:buNone/>
            </a:pPr>
            <a:r>
              <a:rPr lang="es-MX"/>
              <a:t>sub tecla, 32 ;si es 'a' hasta 'z' entonces restarle 32</a:t>
            </a:r>
            <a:endParaRPr/>
          </a:p>
          <a:p>
            <a:pPr indent="0" lvl="0" marL="0" rtl="0" algn="l">
              <a:lnSpc>
                <a:spcPct val="100000"/>
              </a:lnSpc>
              <a:spcBef>
                <a:spcPts val="256"/>
              </a:spcBef>
              <a:spcAft>
                <a:spcPts val="0"/>
              </a:spcAft>
              <a:buClr>
                <a:schemeClr val="dk1"/>
              </a:buClr>
              <a:buSzPct val="100000"/>
              <a:buNone/>
            </a:pPr>
            <a:r>
              <a:rPr lang="es-MX"/>
              <a:t>fin3: </a:t>
            </a:r>
            <a:endParaRPr/>
          </a:p>
          <a:p>
            <a:pPr indent="0" lvl="0" marL="0" rtl="0" algn="l">
              <a:lnSpc>
                <a:spcPct val="100000"/>
              </a:lnSpc>
              <a:spcBef>
                <a:spcPts val="256"/>
              </a:spcBef>
              <a:spcAft>
                <a:spcPts val="0"/>
              </a:spcAft>
              <a:buClr>
                <a:schemeClr val="dk1"/>
              </a:buClr>
              <a:buSzPct val="100000"/>
              <a:buNone/>
            </a:pPr>
            <a:r>
              <a:rPr lang="es-MX"/>
              <a:t>mov ah,2</a:t>
            </a:r>
            <a:endParaRPr/>
          </a:p>
          <a:p>
            <a:pPr indent="0" lvl="0" marL="0" rtl="0" algn="l">
              <a:lnSpc>
                <a:spcPct val="100000"/>
              </a:lnSpc>
              <a:spcBef>
                <a:spcPts val="256"/>
              </a:spcBef>
              <a:spcAft>
                <a:spcPts val="0"/>
              </a:spcAft>
              <a:buClr>
                <a:schemeClr val="dk1"/>
              </a:buClr>
              <a:buSzPct val="100000"/>
              <a:buNone/>
            </a:pPr>
            <a:r>
              <a:rPr lang="es-MX"/>
              <a:t>mov dl,tecla</a:t>
            </a:r>
            <a:endParaRPr/>
          </a:p>
          <a:p>
            <a:pPr indent="0" lvl="0" marL="0" rtl="0" algn="l">
              <a:lnSpc>
                <a:spcPct val="100000"/>
              </a:lnSpc>
              <a:spcBef>
                <a:spcPts val="256"/>
              </a:spcBef>
              <a:spcAft>
                <a:spcPts val="0"/>
              </a:spcAft>
              <a:buClr>
                <a:schemeClr val="dk1"/>
              </a:buClr>
              <a:buSzPct val="100000"/>
              <a:buNone/>
            </a:pPr>
            <a:r>
              <a:rPr lang="es-MX"/>
              <a:t>int 21h</a:t>
            </a:r>
            <a:endParaRPr/>
          </a:p>
          <a:p>
            <a:pPr indent="0" lvl="0" marL="0" rtl="0" algn="l">
              <a:lnSpc>
                <a:spcPct val="100000"/>
              </a:lnSpc>
              <a:spcBef>
                <a:spcPts val="256"/>
              </a:spcBef>
              <a:spcAft>
                <a:spcPts val="0"/>
              </a:spcAft>
              <a:buClr>
                <a:schemeClr val="dk1"/>
              </a:buClr>
              <a:buSzPct val="100000"/>
              <a:buNone/>
            </a:pPr>
            <a:r>
              <a:rPr lang="es-MX"/>
              <a:t>jmp lectura</a:t>
            </a:r>
            <a:endParaRPr/>
          </a:p>
          <a:p>
            <a:pPr indent="0" lvl="0" marL="0" rtl="0" algn="l">
              <a:lnSpc>
                <a:spcPct val="100000"/>
              </a:lnSpc>
              <a:spcBef>
                <a:spcPts val="256"/>
              </a:spcBef>
              <a:spcAft>
                <a:spcPts val="0"/>
              </a:spcAft>
              <a:buClr>
                <a:schemeClr val="dk1"/>
              </a:buClr>
              <a:buSzPct val="100000"/>
              <a:buNone/>
            </a:pPr>
            <a:r>
              <a:rPr lang="es-MX"/>
              <a:t>fin:</a:t>
            </a:r>
            <a:endParaRPr/>
          </a:p>
          <a:p>
            <a:pPr indent="0" lvl="0" marL="0" rtl="0" algn="l">
              <a:lnSpc>
                <a:spcPct val="100000"/>
              </a:lnSpc>
              <a:spcBef>
                <a:spcPts val="256"/>
              </a:spcBef>
              <a:spcAft>
                <a:spcPts val="0"/>
              </a:spcAft>
              <a:buClr>
                <a:schemeClr val="dk1"/>
              </a:buClr>
              <a:buSzPct val="100000"/>
              <a:buNone/>
            </a:pPr>
            <a:r>
              <a:rPr lang="es-MX"/>
              <a:t>ret</a:t>
            </a:r>
            <a:endParaRPr/>
          </a:p>
          <a:p>
            <a:pPr indent="0" lvl="0" marL="0" rtl="0" algn="l">
              <a:lnSpc>
                <a:spcPct val="100000"/>
              </a:lnSpc>
              <a:spcBef>
                <a:spcPts val="256"/>
              </a:spcBef>
              <a:spcAft>
                <a:spcPts val="0"/>
              </a:spcAft>
              <a:buClr>
                <a:schemeClr val="dk1"/>
              </a:buClr>
              <a:buSzPct val="100000"/>
              <a:buNone/>
            </a:pPr>
            <a:r>
              <a:rPr lang="es-MX"/>
              <a:t>tecla db 0</a:t>
            </a:r>
            <a:endParaRPr/>
          </a:p>
        </p:txBody>
      </p:sp>
      <p:sp>
        <p:nvSpPr>
          <p:cNvPr id="3559" name="Google Shape;3559;p4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60" name="Google Shape;3560;p4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4" name="Shape 3564"/>
        <p:cNvGrpSpPr/>
        <p:nvPr/>
      </p:nvGrpSpPr>
      <p:grpSpPr>
        <a:xfrm>
          <a:off x="0" y="0"/>
          <a:ext cx="0" cy="0"/>
          <a:chOff x="0" y="0"/>
          <a:chExt cx="0" cy="0"/>
        </a:xfrm>
      </p:grpSpPr>
      <p:sp>
        <p:nvSpPr>
          <p:cNvPr id="3565" name="Google Shape;3565;p4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s-MX"/>
              <a:t>Procedimientos:</a:t>
            </a:r>
            <a:endParaRPr/>
          </a:p>
        </p:txBody>
      </p:sp>
      <p:sp>
        <p:nvSpPr>
          <p:cNvPr id="3566" name="Google Shape;3566;p4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96"/>
              </a:spcBef>
              <a:spcAft>
                <a:spcPts val="0"/>
              </a:spcAft>
              <a:buClr>
                <a:schemeClr val="dk1"/>
              </a:buClr>
              <a:buSzPct val="100000"/>
              <a:buNone/>
            </a:pPr>
            <a:r>
              <a:rPr lang="es-MX"/>
              <a:t>    mov bx, 5h</a:t>
            </a:r>
            <a:endParaRPr/>
          </a:p>
          <a:p>
            <a:pPr indent="0" lvl="0" marL="0" rtl="0" algn="l">
              <a:lnSpc>
                <a:spcPct val="100000"/>
              </a:lnSpc>
              <a:spcBef>
                <a:spcPts val="496"/>
              </a:spcBef>
              <a:spcAft>
                <a:spcPts val="0"/>
              </a:spcAft>
              <a:buClr>
                <a:schemeClr val="dk1"/>
              </a:buClr>
              <a:buSzPct val="100000"/>
              <a:buNone/>
            </a:pPr>
            <a:r>
              <a:rPr lang="es-MX"/>
              <a:t>    mov ax, 10h</a:t>
            </a:r>
            <a:endParaRPr/>
          </a:p>
          <a:p>
            <a:pPr indent="0" lvl="0" marL="0" rtl="0" algn="l">
              <a:lnSpc>
                <a:spcPct val="100000"/>
              </a:lnSpc>
              <a:spcBef>
                <a:spcPts val="496"/>
              </a:spcBef>
              <a:spcAft>
                <a:spcPts val="0"/>
              </a:spcAft>
              <a:buClr>
                <a:schemeClr val="dk1"/>
              </a:buClr>
              <a:buSzPct val="100000"/>
              <a:buNone/>
            </a:pPr>
            <a:r>
              <a:rPr lang="es-MX"/>
              <a:t>    call inicializar</a:t>
            </a:r>
            <a:endParaRPr/>
          </a:p>
          <a:p>
            <a:pPr indent="0" lvl="0" marL="0" rtl="0" algn="l">
              <a:lnSpc>
                <a:spcPct val="100000"/>
              </a:lnSpc>
              <a:spcBef>
                <a:spcPts val="496"/>
              </a:spcBef>
              <a:spcAft>
                <a:spcPts val="0"/>
              </a:spcAft>
              <a:buClr>
                <a:schemeClr val="dk1"/>
              </a:buClr>
              <a:buSzPct val="100000"/>
              <a:buNone/>
            </a:pPr>
            <a:r>
              <a:rPr lang="es-MX"/>
              <a:t>    inc ax</a:t>
            </a:r>
            <a:endParaRPr/>
          </a:p>
          <a:p>
            <a:pPr indent="0" lvl="0" marL="0" rtl="0" algn="l">
              <a:lnSpc>
                <a:spcPct val="100000"/>
              </a:lnSpc>
              <a:spcBef>
                <a:spcPts val="496"/>
              </a:spcBef>
              <a:spcAft>
                <a:spcPts val="0"/>
              </a:spcAft>
              <a:buClr>
                <a:schemeClr val="dk1"/>
              </a:buClr>
              <a:buSzPct val="100000"/>
              <a:buNone/>
            </a:pPr>
            <a:r>
              <a:rPr lang="es-MX"/>
              <a:t>    ret           </a:t>
            </a:r>
            <a:endParaRPr/>
          </a:p>
          <a:p>
            <a:pPr indent="0" lvl="0" marL="0" rtl="0" algn="l">
              <a:lnSpc>
                <a:spcPct val="100000"/>
              </a:lnSpc>
              <a:spcBef>
                <a:spcPts val="496"/>
              </a:spcBef>
              <a:spcAft>
                <a:spcPts val="0"/>
              </a:spcAft>
              <a:buClr>
                <a:schemeClr val="dk1"/>
              </a:buClr>
              <a:buSzPct val="100000"/>
              <a:buNone/>
            </a:pPr>
            <a:r>
              <a:rPr lang="es-MX"/>
              <a:t>    </a:t>
            </a:r>
            <a:endParaRPr/>
          </a:p>
          <a:p>
            <a:pPr indent="0" lvl="0" marL="0" rtl="0" algn="l">
              <a:lnSpc>
                <a:spcPct val="100000"/>
              </a:lnSpc>
              <a:spcBef>
                <a:spcPts val="496"/>
              </a:spcBef>
              <a:spcAft>
                <a:spcPts val="0"/>
              </a:spcAft>
              <a:buClr>
                <a:schemeClr val="dk1"/>
              </a:buClr>
              <a:buSzPct val="100000"/>
              <a:buNone/>
            </a:pPr>
            <a:r>
              <a:rPr lang="es-MX"/>
              <a:t>inicializar PROC</a:t>
            </a:r>
            <a:endParaRPr/>
          </a:p>
          <a:p>
            <a:pPr indent="0" lvl="0" marL="0" rtl="0" algn="l">
              <a:lnSpc>
                <a:spcPct val="100000"/>
              </a:lnSpc>
              <a:spcBef>
                <a:spcPts val="496"/>
              </a:spcBef>
              <a:spcAft>
                <a:spcPts val="0"/>
              </a:spcAft>
              <a:buClr>
                <a:schemeClr val="dk1"/>
              </a:buClr>
              <a:buSzPct val="100000"/>
              <a:buNone/>
            </a:pPr>
            <a:r>
              <a:rPr lang="es-MX"/>
              <a:t>    MOV ax, 1234h</a:t>
            </a:r>
            <a:endParaRPr/>
          </a:p>
          <a:p>
            <a:pPr indent="0" lvl="0" marL="0" rtl="0" algn="l">
              <a:lnSpc>
                <a:spcPct val="100000"/>
              </a:lnSpc>
              <a:spcBef>
                <a:spcPts val="496"/>
              </a:spcBef>
              <a:spcAft>
                <a:spcPts val="0"/>
              </a:spcAft>
              <a:buClr>
                <a:schemeClr val="dk1"/>
              </a:buClr>
              <a:buSzPct val="100000"/>
              <a:buNone/>
            </a:pPr>
            <a:r>
              <a:rPr lang="es-MX"/>
              <a:t>    ret</a:t>
            </a:r>
            <a:endParaRPr/>
          </a:p>
          <a:p>
            <a:pPr indent="0" lvl="0" marL="0" rtl="0" algn="l">
              <a:lnSpc>
                <a:spcPct val="100000"/>
              </a:lnSpc>
              <a:spcBef>
                <a:spcPts val="496"/>
              </a:spcBef>
              <a:spcAft>
                <a:spcPts val="0"/>
              </a:spcAft>
              <a:buClr>
                <a:schemeClr val="dk1"/>
              </a:buClr>
              <a:buSzPct val="100000"/>
              <a:buNone/>
            </a:pPr>
            <a:r>
              <a:rPr lang="es-MX"/>
              <a:t>inicializar ENDP</a:t>
            </a:r>
            <a:endParaRPr/>
          </a:p>
        </p:txBody>
      </p:sp>
      <p:sp>
        <p:nvSpPr>
          <p:cNvPr id="3567" name="Google Shape;3567;p4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68" name="Google Shape;3568;p4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2" name="Shape 3572"/>
        <p:cNvGrpSpPr/>
        <p:nvPr/>
      </p:nvGrpSpPr>
      <p:grpSpPr>
        <a:xfrm>
          <a:off x="0" y="0"/>
          <a:ext cx="0" cy="0"/>
          <a:chOff x="0" y="0"/>
          <a:chExt cx="0" cy="0"/>
        </a:xfrm>
      </p:grpSpPr>
      <p:sp>
        <p:nvSpPr>
          <p:cNvPr id="3573" name="Google Shape;3573;p450"/>
          <p:cNvSpPr txBox="1"/>
          <p:nvPr>
            <p:ph idx="1" type="body"/>
          </p:nvPr>
        </p:nvSpPr>
        <p:spPr>
          <a:xfrm>
            <a:off x="457200" y="188640"/>
            <a:ext cx="8229600" cy="593752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00"/>
              </a:spcBef>
              <a:spcAft>
                <a:spcPts val="0"/>
              </a:spcAft>
              <a:buClr>
                <a:schemeClr val="dk1"/>
              </a:buClr>
              <a:buSzPct val="100000"/>
              <a:buNone/>
            </a:pPr>
            <a:r>
              <a:rPr lang="es-MX"/>
              <a:t>    mov cx,1</a:t>
            </a:r>
            <a:endParaRPr/>
          </a:p>
          <a:p>
            <a:pPr indent="0" lvl="0" marL="0" rtl="0" algn="l">
              <a:lnSpc>
                <a:spcPct val="100000"/>
              </a:lnSpc>
              <a:spcBef>
                <a:spcPts val="400"/>
              </a:spcBef>
              <a:spcAft>
                <a:spcPts val="0"/>
              </a:spcAft>
              <a:buClr>
                <a:schemeClr val="dk1"/>
              </a:buClr>
              <a:buSzPct val="100000"/>
              <a:buNone/>
            </a:pPr>
            <a:r>
              <a:rPr lang="es-MX"/>
              <a:t>    mov al, 13h</a:t>
            </a:r>
            <a:endParaRPr/>
          </a:p>
          <a:p>
            <a:pPr indent="0" lvl="0" marL="0" rtl="0" algn="l">
              <a:lnSpc>
                <a:spcPct val="100000"/>
              </a:lnSpc>
              <a:spcBef>
                <a:spcPts val="400"/>
              </a:spcBef>
              <a:spcAft>
                <a:spcPts val="0"/>
              </a:spcAft>
              <a:buClr>
                <a:schemeClr val="dk1"/>
              </a:buClr>
              <a:buSzPct val="100000"/>
              <a:buNone/>
            </a:pPr>
            <a:r>
              <a:rPr lang="es-MX"/>
              <a:t>    mov ah, 0</a:t>
            </a:r>
            <a:endParaRPr/>
          </a:p>
          <a:p>
            <a:pPr indent="0" lvl="0" marL="0" rtl="0" algn="l">
              <a:lnSpc>
                <a:spcPct val="100000"/>
              </a:lnSpc>
              <a:spcBef>
                <a:spcPts val="400"/>
              </a:spcBef>
              <a:spcAft>
                <a:spcPts val="0"/>
              </a:spcAft>
              <a:buClr>
                <a:schemeClr val="dk1"/>
              </a:buClr>
              <a:buSzPct val="100000"/>
              <a:buNone/>
            </a:pPr>
            <a:r>
              <a:rPr lang="es-MX"/>
              <a:t>    int 10h </a:t>
            </a:r>
            <a:endParaRPr/>
          </a:p>
          <a:p>
            <a:pPr indent="0" lvl="0" marL="0" rtl="0" algn="l">
              <a:lnSpc>
                <a:spcPct val="100000"/>
              </a:lnSpc>
              <a:spcBef>
                <a:spcPts val="400"/>
              </a:spcBef>
              <a:spcAft>
                <a:spcPts val="0"/>
              </a:spcAft>
              <a:buClr>
                <a:schemeClr val="dk1"/>
              </a:buClr>
              <a:buSzPct val="100000"/>
              <a:buNone/>
            </a:pPr>
            <a:r>
              <a:rPr lang="es-MX"/>
              <a:t>bucle1:</a:t>
            </a:r>
            <a:endParaRPr/>
          </a:p>
          <a:p>
            <a:pPr indent="0" lvl="0" marL="0" rtl="0" algn="l">
              <a:lnSpc>
                <a:spcPct val="100000"/>
              </a:lnSpc>
              <a:spcBef>
                <a:spcPts val="400"/>
              </a:spcBef>
              <a:spcAft>
                <a:spcPts val="0"/>
              </a:spcAft>
              <a:buClr>
                <a:schemeClr val="dk1"/>
              </a:buClr>
              <a:buSzPct val="100000"/>
              <a:buNone/>
            </a:pPr>
            <a:r>
              <a:rPr lang="es-MX"/>
              <a:t>    mov dx, cx</a:t>
            </a:r>
            <a:endParaRPr/>
          </a:p>
          <a:p>
            <a:pPr indent="0" lvl="0" marL="0" rtl="0" algn="l">
              <a:lnSpc>
                <a:spcPct val="100000"/>
              </a:lnSpc>
              <a:spcBef>
                <a:spcPts val="400"/>
              </a:spcBef>
              <a:spcAft>
                <a:spcPts val="0"/>
              </a:spcAft>
              <a:buClr>
                <a:schemeClr val="dk1"/>
              </a:buClr>
              <a:buSzPct val="100000"/>
              <a:buNone/>
            </a:pPr>
            <a:r>
              <a:rPr lang="es-MX"/>
              <a:t>    mov al, color </a:t>
            </a:r>
            <a:endParaRPr/>
          </a:p>
          <a:p>
            <a:pPr indent="0" lvl="0" marL="0" rtl="0" algn="l">
              <a:lnSpc>
                <a:spcPct val="100000"/>
              </a:lnSpc>
              <a:spcBef>
                <a:spcPts val="400"/>
              </a:spcBef>
              <a:spcAft>
                <a:spcPts val="0"/>
              </a:spcAft>
              <a:buClr>
                <a:schemeClr val="dk1"/>
              </a:buClr>
              <a:buSzPct val="100000"/>
              <a:buNone/>
            </a:pPr>
            <a:r>
              <a:rPr lang="es-MX"/>
              <a:t>  mov ah, 0ch </a:t>
            </a:r>
            <a:endParaRPr/>
          </a:p>
          <a:p>
            <a:pPr indent="0" lvl="0" marL="0" rtl="0" algn="l">
              <a:lnSpc>
                <a:spcPct val="100000"/>
              </a:lnSpc>
              <a:spcBef>
                <a:spcPts val="400"/>
              </a:spcBef>
              <a:spcAft>
                <a:spcPts val="0"/>
              </a:spcAft>
              <a:buClr>
                <a:schemeClr val="dk1"/>
              </a:buClr>
              <a:buSzPct val="100000"/>
              <a:buNone/>
            </a:pPr>
            <a:r>
              <a:rPr lang="es-MX"/>
              <a:t>   int 10h </a:t>
            </a:r>
            <a:endParaRPr/>
          </a:p>
          <a:p>
            <a:pPr indent="0" lvl="0" marL="0" rtl="0" algn="l">
              <a:lnSpc>
                <a:spcPct val="100000"/>
              </a:lnSpc>
              <a:spcBef>
                <a:spcPts val="400"/>
              </a:spcBef>
              <a:spcAft>
                <a:spcPts val="0"/>
              </a:spcAft>
              <a:buClr>
                <a:schemeClr val="dk1"/>
              </a:buClr>
              <a:buSzPct val="100000"/>
              <a:buNone/>
            </a:pPr>
            <a:r>
              <a:rPr lang="es-MX"/>
              <a:t>cmp cx, 101 </a:t>
            </a:r>
            <a:endParaRPr/>
          </a:p>
          <a:p>
            <a:pPr indent="0" lvl="0" marL="0" rtl="0" algn="l">
              <a:lnSpc>
                <a:spcPct val="100000"/>
              </a:lnSpc>
              <a:spcBef>
                <a:spcPts val="400"/>
              </a:spcBef>
              <a:spcAft>
                <a:spcPts val="0"/>
              </a:spcAft>
              <a:buClr>
                <a:schemeClr val="dk1"/>
              </a:buClr>
              <a:buSzPct val="100000"/>
              <a:buNone/>
            </a:pPr>
            <a:r>
              <a:rPr lang="es-MX"/>
              <a:t>jz fin</a:t>
            </a:r>
            <a:endParaRPr/>
          </a:p>
          <a:p>
            <a:pPr indent="0" lvl="0" marL="0" rtl="0" algn="l">
              <a:lnSpc>
                <a:spcPct val="100000"/>
              </a:lnSpc>
              <a:spcBef>
                <a:spcPts val="400"/>
              </a:spcBef>
              <a:spcAft>
                <a:spcPts val="0"/>
              </a:spcAft>
              <a:buClr>
                <a:schemeClr val="dk1"/>
              </a:buClr>
              <a:buSzPct val="100000"/>
              <a:buNone/>
            </a:pPr>
            <a:r>
              <a:rPr lang="es-MX"/>
              <a:t>    inc cx </a:t>
            </a:r>
            <a:endParaRPr/>
          </a:p>
          <a:p>
            <a:pPr indent="0" lvl="0" marL="0" rtl="0" algn="l">
              <a:lnSpc>
                <a:spcPct val="100000"/>
              </a:lnSpc>
              <a:spcBef>
                <a:spcPts val="400"/>
              </a:spcBef>
              <a:spcAft>
                <a:spcPts val="0"/>
              </a:spcAft>
              <a:buClr>
                <a:schemeClr val="dk1"/>
              </a:buClr>
              <a:buSzPct val="100000"/>
              <a:buNone/>
            </a:pPr>
            <a:r>
              <a:rPr lang="es-MX"/>
              <a:t>add color, 2</a:t>
            </a:r>
            <a:endParaRPr/>
          </a:p>
          <a:p>
            <a:pPr indent="0" lvl="0" marL="0" rtl="0" algn="l">
              <a:lnSpc>
                <a:spcPct val="100000"/>
              </a:lnSpc>
              <a:spcBef>
                <a:spcPts val="400"/>
              </a:spcBef>
              <a:spcAft>
                <a:spcPts val="0"/>
              </a:spcAft>
              <a:buClr>
                <a:schemeClr val="dk1"/>
              </a:buClr>
              <a:buSzPct val="100000"/>
              <a:buNone/>
            </a:pPr>
            <a:r>
              <a:rPr lang="es-MX"/>
              <a:t>    jmp bucle1 </a:t>
            </a:r>
            <a:endParaRPr/>
          </a:p>
          <a:p>
            <a:pPr indent="0" lvl="0" marL="0" rtl="0" algn="l">
              <a:lnSpc>
                <a:spcPct val="100000"/>
              </a:lnSpc>
              <a:spcBef>
                <a:spcPts val="400"/>
              </a:spcBef>
              <a:spcAft>
                <a:spcPts val="0"/>
              </a:spcAft>
              <a:buClr>
                <a:schemeClr val="dk1"/>
              </a:buClr>
              <a:buSzPct val="100000"/>
              <a:buNone/>
            </a:pPr>
            <a:r>
              <a:rPr lang="es-MX"/>
              <a:t>fin:</a:t>
            </a:r>
            <a:endParaRPr/>
          </a:p>
          <a:p>
            <a:pPr indent="0" lvl="0" marL="0" rtl="0" algn="l">
              <a:lnSpc>
                <a:spcPct val="100000"/>
              </a:lnSpc>
              <a:spcBef>
                <a:spcPts val="400"/>
              </a:spcBef>
              <a:spcAft>
                <a:spcPts val="0"/>
              </a:spcAft>
              <a:buClr>
                <a:schemeClr val="dk1"/>
              </a:buClr>
              <a:buSzPct val="100000"/>
              <a:buNone/>
            </a:pPr>
            <a:r>
              <a:rPr lang="es-MX"/>
              <a:t>     ret</a:t>
            </a:r>
            <a:endParaRPr/>
          </a:p>
          <a:p>
            <a:pPr indent="0" lvl="0" marL="0" rtl="0" algn="l">
              <a:lnSpc>
                <a:spcPct val="100000"/>
              </a:lnSpc>
              <a:spcBef>
                <a:spcPts val="400"/>
              </a:spcBef>
              <a:spcAft>
                <a:spcPts val="0"/>
              </a:spcAft>
              <a:buClr>
                <a:schemeClr val="dk1"/>
              </a:buClr>
              <a:buSzPct val="100000"/>
              <a:buNone/>
            </a:pPr>
            <a:r>
              <a:rPr lang="es-MX"/>
              <a:t>color db 1</a:t>
            </a:r>
            <a:endParaRPr/>
          </a:p>
        </p:txBody>
      </p:sp>
      <p:sp>
        <p:nvSpPr>
          <p:cNvPr id="3574" name="Google Shape;3574;p4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75" name="Google Shape;3575;p4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9" name="Shape 3579"/>
        <p:cNvGrpSpPr/>
        <p:nvPr/>
      </p:nvGrpSpPr>
      <p:grpSpPr>
        <a:xfrm>
          <a:off x="0" y="0"/>
          <a:ext cx="0" cy="0"/>
          <a:chOff x="0" y="0"/>
          <a:chExt cx="0" cy="0"/>
        </a:xfrm>
      </p:grpSpPr>
      <p:sp>
        <p:nvSpPr>
          <p:cNvPr id="3580" name="Google Shape;3580;p4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s-MX"/>
              <a:t>Interrupción 13h (Gráficos)</a:t>
            </a:r>
            <a:endParaRPr/>
          </a:p>
        </p:txBody>
      </p:sp>
      <p:sp>
        <p:nvSpPr>
          <p:cNvPr id="3581" name="Google Shape;3581;p4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04"/>
              </a:spcBef>
              <a:spcAft>
                <a:spcPts val="0"/>
              </a:spcAft>
              <a:buClr>
                <a:schemeClr val="dk1"/>
              </a:buClr>
              <a:buSzPct val="100000"/>
              <a:buNone/>
            </a:pPr>
            <a:r>
              <a:rPr lang="es-MX"/>
              <a:t>    mov cx,1</a:t>
            </a:r>
            <a:endParaRPr/>
          </a:p>
          <a:p>
            <a:pPr indent="0" lvl="0" marL="0" rtl="0" algn="l">
              <a:lnSpc>
                <a:spcPct val="100000"/>
              </a:lnSpc>
              <a:spcBef>
                <a:spcPts val="304"/>
              </a:spcBef>
              <a:spcAft>
                <a:spcPts val="0"/>
              </a:spcAft>
              <a:buClr>
                <a:schemeClr val="dk1"/>
              </a:buClr>
              <a:buSzPct val="100000"/>
              <a:buNone/>
            </a:pPr>
            <a:r>
              <a:rPr lang="es-MX"/>
              <a:t>    mov al, 13h</a:t>
            </a:r>
            <a:endParaRPr/>
          </a:p>
          <a:p>
            <a:pPr indent="0" lvl="0" marL="0" rtl="0" algn="l">
              <a:lnSpc>
                <a:spcPct val="100000"/>
              </a:lnSpc>
              <a:spcBef>
                <a:spcPts val="304"/>
              </a:spcBef>
              <a:spcAft>
                <a:spcPts val="0"/>
              </a:spcAft>
              <a:buClr>
                <a:schemeClr val="dk1"/>
              </a:buClr>
              <a:buSzPct val="100000"/>
              <a:buNone/>
            </a:pPr>
            <a:r>
              <a:rPr lang="es-MX"/>
              <a:t>    mov ah, 0</a:t>
            </a:r>
            <a:endParaRPr/>
          </a:p>
          <a:p>
            <a:pPr indent="0" lvl="0" marL="0" rtl="0" algn="l">
              <a:lnSpc>
                <a:spcPct val="100000"/>
              </a:lnSpc>
              <a:spcBef>
                <a:spcPts val="304"/>
              </a:spcBef>
              <a:spcAft>
                <a:spcPts val="0"/>
              </a:spcAft>
              <a:buClr>
                <a:schemeClr val="dk1"/>
              </a:buClr>
              <a:buSzPct val="100000"/>
              <a:buNone/>
            </a:pPr>
            <a:r>
              <a:rPr lang="es-MX"/>
              <a:t>    int 10h ; set graphics video mode.</a:t>
            </a:r>
            <a:endParaRPr/>
          </a:p>
          <a:p>
            <a:pPr indent="0" lvl="0" marL="0" rtl="0" algn="l">
              <a:lnSpc>
                <a:spcPct val="100000"/>
              </a:lnSpc>
              <a:spcBef>
                <a:spcPts val="304"/>
              </a:spcBef>
              <a:spcAft>
                <a:spcPts val="0"/>
              </a:spcAft>
              <a:buClr>
                <a:schemeClr val="dk1"/>
              </a:buClr>
              <a:buSzPct val="100000"/>
              <a:buNone/>
            </a:pPr>
            <a:r>
              <a:rPr lang="es-MX"/>
              <a:t>bucle1:</a:t>
            </a:r>
            <a:endParaRPr/>
          </a:p>
          <a:p>
            <a:pPr indent="0" lvl="0" marL="0" rtl="0" algn="l">
              <a:lnSpc>
                <a:spcPct val="100000"/>
              </a:lnSpc>
              <a:spcBef>
                <a:spcPts val="304"/>
              </a:spcBef>
              <a:spcAft>
                <a:spcPts val="0"/>
              </a:spcAft>
              <a:buClr>
                <a:schemeClr val="dk1"/>
              </a:buClr>
              <a:buSzPct val="100000"/>
              <a:buNone/>
            </a:pPr>
            <a:r>
              <a:rPr lang="es-MX"/>
              <a:t>    mov dx, cx</a:t>
            </a:r>
            <a:endParaRPr/>
          </a:p>
          <a:p>
            <a:pPr indent="0" lvl="0" marL="0" rtl="0" algn="l">
              <a:lnSpc>
                <a:spcPct val="100000"/>
              </a:lnSpc>
              <a:spcBef>
                <a:spcPts val="304"/>
              </a:spcBef>
              <a:spcAft>
                <a:spcPts val="0"/>
              </a:spcAft>
              <a:buClr>
                <a:schemeClr val="dk1"/>
              </a:buClr>
              <a:buSzPct val="100000"/>
              <a:buNone/>
            </a:pPr>
            <a:r>
              <a:rPr lang="es-MX"/>
              <a:t>    mov al, color ;AL = pixel color</a:t>
            </a:r>
            <a:endParaRPr/>
          </a:p>
          <a:p>
            <a:pPr indent="0" lvl="0" marL="0" rtl="0" algn="l">
              <a:lnSpc>
                <a:spcPct val="100000"/>
              </a:lnSpc>
              <a:spcBef>
                <a:spcPts val="304"/>
              </a:spcBef>
              <a:spcAft>
                <a:spcPts val="0"/>
              </a:spcAft>
              <a:buClr>
                <a:schemeClr val="dk1"/>
              </a:buClr>
              <a:buSzPct val="100000"/>
              <a:buNone/>
            </a:pPr>
            <a:r>
              <a:rPr lang="es-MX"/>
              <a:t>    mov ah, 0ch ;Change color for a single pixel</a:t>
            </a:r>
            <a:endParaRPr/>
          </a:p>
          <a:p>
            <a:pPr indent="0" lvl="0" marL="0" rtl="0" algn="l">
              <a:lnSpc>
                <a:spcPct val="100000"/>
              </a:lnSpc>
              <a:spcBef>
                <a:spcPts val="304"/>
              </a:spcBef>
              <a:spcAft>
                <a:spcPts val="0"/>
              </a:spcAft>
              <a:buClr>
                <a:schemeClr val="dk1"/>
              </a:buClr>
              <a:buSzPct val="100000"/>
              <a:buNone/>
            </a:pPr>
            <a:r>
              <a:rPr lang="es-MX"/>
              <a:t>    int 10h ;set pixel</a:t>
            </a:r>
            <a:endParaRPr/>
          </a:p>
          <a:p>
            <a:pPr indent="0" lvl="0" marL="0" rtl="0" algn="l">
              <a:lnSpc>
                <a:spcPct val="100000"/>
              </a:lnSpc>
              <a:spcBef>
                <a:spcPts val="304"/>
              </a:spcBef>
              <a:spcAft>
                <a:spcPts val="0"/>
              </a:spcAft>
              <a:buClr>
                <a:schemeClr val="dk1"/>
              </a:buClr>
              <a:buSzPct val="100000"/>
              <a:buNone/>
            </a:pPr>
            <a:r>
              <a:rPr lang="es-MX"/>
              <a:t>    cmp cx, 101 ;llegar hasta 100 x 100 (va en diagonal)</a:t>
            </a:r>
            <a:endParaRPr/>
          </a:p>
          <a:p>
            <a:pPr indent="0" lvl="0" marL="0" rtl="0" algn="l">
              <a:lnSpc>
                <a:spcPct val="100000"/>
              </a:lnSpc>
              <a:spcBef>
                <a:spcPts val="304"/>
              </a:spcBef>
              <a:spcAft>
                <a:spcPts val="0"/>
              </a:spcAft>
              <a:buClr>
                <a:schemeClr val="dk1"/>
              </a:buClr>
              <a:buSzPct val="100000"/>
              <a:buNone/>
            </a:pPr>
            <a:r>
              <a:rPr lang="es-MX"/>
              <a:t>    jz fin</a:t>
            </a:r>
            <a:endParaRPr/>
          </a:p>
          <a:p>
            <a:pPr indent="0" lvl="0" marL="0" rtl="0" algn="l">
              <a:lnSpc>
                <a:spcPct val="100000"/>
              </a:lnSpc>
              <a:spcBef>
                <a:spcPts val="304"/>
              </a:spcBef>
              <a:spcAft>
                <a:spcPts val="0"/>
              </a:spcAft>
              <a:buClr>
                <a:schemeClr val="dk1"/>
              </a:buClr>
              <a:buSzPct val="100000"/>
              <a:buNone/>
            </a:pPr>
            <a:r>
              <a:rPr lang="es-MX"/>
              <a:t>    inc cx ;DX = row.</a:t>
            </a:r>
            <a:endParaRPr/>
          </a:p>
          <a:p>
            <a:pPr indent="0" lvl="0" marL="0" rtl="0" algn="l">
              <a:lnSpc>
                <a:spcPct val="100000"/>
              </a:lnSpc>
              <a:spcBef>
                <a:spcPts val="304"/>
              </a:spcBef>
              <a:spcAft>
                <a:spcPts val="0"/>
              </a:spcAft>
              <a:buClr>
                <a:schemeClr val="dk1"/>
              </a:buClr>
              <a:buSzPct val="100000"/>
              <a:buNone/>
            </a:pPr>
            <a:r>
              <a:rPr lang="es-MX"/>
              <a:t>    add color, 2 ;para cambiar colores</a:t>
            </a:r>
            <a:endParaRPr/>
          </a:p>
          <a:p>
            <a:pPr indent="0" lvl="0" marL="0" rtl="0" algn="l">
              <a:lnSpc>
                <a:spcPct val="100000"/>
              </a:lnSpc>
              <a:spcBef>
                <a:spcPts val="304"/>
              </a:spcBef>
              <a:spcAft>
                <a:spcPts val="0"/>
              </a:spcAft>
              <a:buClr>
                <a:schemeClr val="dk1"/>
              </a:buClr>
              <a:buSzPct val="100000"/>
              <a:buNone/>
            </a:pPr>
            <a:r>
              <a:rPr lang="es-MX"/>
              <a:t>    jmp bucle1 ;CX = column</a:t>
            </a:r>
            <a:endParaRPr/>
          </a:p>
          <a:p>
            <a:pPr indent="0" lvl="0" marL="0" rtl="0" algn="l">
              <a:lnSpc>
                <a:spcPct val="100000"/>
              </a:lnSpc>
              <a:spcBef>
                <a:spcPts val="304"/>
              </a:spcBef>
              <a:spcAft>
                <a:spcPts val="0"/>
              </a:spcAft>
              <a:buClr>
                <a:schemeClr val="dk1"/>
              </a:buClr>
              <a:buSzPct val="100000"/>
              <a:buNone/>
            </a:pPr>
            <a:r>
              <a:rPr lang="es-MX"/>
              <a:t>fin:</a:t>
            </a:r>
            <a:endParaRPr/>
          </a:p>
          <a:p>
            <a:pPr indent="0" lvl="0" marL="0" rtl="0" algn="l">
              <a:lnSpc>
                <a:spcPct val="100000"/>
              </a:lnSpc>
              <a:spcBef>
                <a:spcPts val="304"/>
              </a:spcBef>
              <a:spcAft>
                <a:spcPts val="0"/>
              </a:spcAft>
              <a:buClr>
                <a:schemeClr val="dk1"/>
              </a:buClr>
              <a:buSzPct val="100000"/>
              <a:buNone/>
            </a:pPr>
            <a:r>
              <a:rPr lang="es-MX"/>
              <a:t>     ret</a:t>
            </a:r>
            <a:endParaRPr/>
          </a:p>
          <a:p>
            <a:pPr indent="0" lvl="0" marL="0" rtl="0" algn="l">
              <a:lnSpc>
                <a:spcPct val="100000"/>
              </a:lnSpc>
              <a:spcBef>
                <a:spcPts val="304"/>
              </a:spcBef>
              <a:spcAft>
                <a:spcPts val="0"/>
              </a:spcAft>
              <a:buClr>
                <a:schemeClr val="dk1"/>
              </a:buClr>
              <a:buSzPct val="100000"/>
              <a:buNone/>
            </a:pPr>
            <a:r>
              <a:rPr lang="es-MX"/>
              <a:t>color db 1</a:t>
            </a:r>
            <a:endParaRPr/>
          </a:p>
        </p:txBody>
      </p:sp>
      <p:sp>
        <p:nvSpPr>
          <p:cNvPr id="3582" name="Google Shape;3582;p4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83" name="Google Shape;3583;p4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7" name="Shape 3587"/>
        <p:cNvGrpSpPr/>
        <p:nvPr/>
      </p:nvGrpSpPr>
      <p:grpSpPr>
        <a:xfrm>
          <a:off x="0" y="0"/>
          <a:ext cx="0" cy="0"/>
          <a:chOff x="0" y="0"/>
          <a:chExt cx="0" cy="0"/>
        </a:xfrm>
      </p:grpSpPr>
      <p:sp>
        <p:nvSpPr>
          <p:cNvPr id="3588" name="Google Shape;3588;p452"/>
          <p:cNvSpPr txBox="1"/>
          <p:nvPr>
            <p:ph idx="1" type="body"/>
          </p:nvPr>
        </p:nvSpPr>
        <p:spPr>
          <a:xfrm>
            <a:off x="457200" y="188640"/>
            <a:ext cx="8229600" cy="6192688"/>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352"/>
              </a:spcBef>
              <a:spcAft>
                <a:spcPts val="0"/>
              </a:spcAft>
              <a:buClr>
                <a:schemeClr val="dk1"/>
              </a:buClr>
              <a:buSzPct val="100000"/>
              <a:buNone/>
            </a:pPr>
            <a:r>
              <a:rPr lang="es-MX"/>
              <a:t>jmp comienzo    </a:t>
            </a:r>
            <a:endParaRPr/>
          </a:p>
          <a:p>
            <a:pPr indent="0" lvl="0" marL="0" rtl="0" algn="l">
              <a:lnSpc>
                <a:spcPct val="100000"/>
              </a:lnSpc>
              <a:spcBef>
                <a:spcPts val="352"/>
              </a:spcBef>
              <a:spcAft>
                <a:spcPts val="0"/>
              </a:spcAft>
              <a:buClr>
                <a:schemeClr val="dk1"/>
              </a:buClr>
              <a:buSzPct val="100000"/>
              <a:buNone/>
            </a:pPr>
            <a:r>
              <a:rPr lang="es-MX"/>
              <a:t>    msg db "Hola Juan Meza $" </a:t>
            </a:r>
            <a:endParaRPr/>
          </a:p>
          <a:p>
            <a:pPr indent="0" lvl="0" marL="0" rtl="0" algn="l">
              <a:lnSpc>
                <a:spcPct val="100000"/>
              </a:lnSpc>
              <a:spcBef>
                <a:spcPts val="352"/>
              </a:spcBef>
              <a:spcAft>
                <a:spcPts val="0"/>
              </a:spcAft>
              <a:buClr>
                <a:schemeClr val="dk1"/>
              </a:buClr>
              <a:buSzPct val="100000"/>
              <a:buNone/>
            </a:pPr>
            <a:r>
              <a:rPr lang="es-MX"/>
              <a:t>    msg2 db "Hola Juan Meza $" </a:t>
            </a:r>
            <a:endParaRPr/>
          </a:p>
          <a:p>
            <a:pPr indent="0" lvl="0" marL="0" rtl="0" algn="l">
              <a:lnSpc>
                <a:spcPct val="100000"/>
              </a:lnSpc>
              <a:spcBef>
                <a:spcPts val="352"/>
              </a:spcBef>
              <a:spcAft>
                <a:spcPts val="0"/>
              </a:spcAft>
              <a:buClr>
                <a:schemeClr val="dk1"/>
              </a:buClr>
              <a:buSzPct val="100000"/>
              <a:buNone/>
            </a:pPr>
            <a:r>
              <a:rPr lang="es-MX"/>
              <a:t>    msg3 db "Son iguales $"</a:t>
            </a:r>
            <a:endParaRPr/>
          </a:p>
          <a:p>
            <a:pPr indent="0" lvl="0" marL="0" rtl="0" algn="l">
              <a:lnSpc>
                <a:spcPct val="100000"/>
              </a:lnSpc>
              <a:spcBef>
                <a:spcPts val="352"/>
              </a:spcBef>
              <a:spcAft>
                <a:spcPts val="0"/>
              </a:spcAft>
              <a:buClr>
                <a:schemeClr val="dk1"/>
              </a:buClr>
              <a:buSzPct val="100000"/>
              <a:buNone/>
            </a:pPr>
            <a:r>
              <a:rPr lang="es-MX"/>
              <a:t>    x dw 0</a:t>
            </a:r>
            <a:endParaRPr/>
          </a:p>
          <a:p>
            <a:pPr indent="0" lvl="0" marL="0" rtl="0" algn="l">
              <a:lnSpc>
                <a:spcPct val="100000"/>
              </a:lnSpc>
              <a:spcBef>
                <a:spcPts val="352"/>
              </a:spcBef>
              <a:spcAft>
                <a:spcPts val="0"/>
              </a:spcAft>
              <a:buClr>
                <a:schemeClr val="dk1"/>
              </a:buClr>
              <a:buSzPct val="100000"/>
              <a:buNone/>
            </a:pPr>
            <a:r>
              <a:rPr lang="es-MX"/>
              <a:t>comienzo: </a:t>
            </a:r>
            <a:endParaRPr/>
          </a:p>
          <a:p>
            <a:pPr indent="0" lvl="0" marL="0" rtl="0" algn="l">
              <a:lnSpc>
                <a:spcPct val="100000"/>
              </a:lnSpc>
              <a:spcBef>
                <a:spcPts val="352"/>
              </a:spcBef>
              <a:spcAft>
                <a:spcPts val="0"/>
              </a:spcAft>
              <a:buClr>
                <a:schemeClr val="dk1"/>
              </a:buClr>
              <a:buSzPct val="100000"/>
              <a:buNone/>
            </a:pPr>
            <a:r>
              <a:rPr lang="es-MX"/>
              <a:t>    mov si, x</a:t>
            </a:r>
            <a:endParaRPr/>
          </a:p>
          <a:p>
            <a:pPr indent="0" lvl="0" marL="0" rtl="0" algn="l">
              <a:lnSpc>
                <a:spcPct val="100000"/>
              </a:lnSpc>
              <a:spcBef>
                <a:spcPts val="352"/>
              </a:spcBef>
              <a:spcAft>
                <a:spcPts val="0"/>
              </a:spcAft>
              <a:buClr>
                <a:schemeClr val="dk1"/>
              </a:buClr>
              <a:buSzPct val="100000"/>
              <a:buNone/>
            </a:pPr>
            <a:r>
              <a:rPr lang="es-MX"/>
              <a:t>    mov al, msg2[si]</a:t>
            </a:r>
            <a:endParaRPr/>
          </a:p>
          <a:p>
            <a:pPr indent="0" lvl="0" marL="0" rtl="0" algn="l">
              <a:lnSpc>
                <a:spcPct val="100000"/>
              </a:lnSpc>
              <a:spcBef>
                <a:spcPts val="352"/>
              </a:spcBef>
              <a:spcAft>
                <a:spcPts val="0"/>
              </a:spcAft>
              <a:buClr>
                <a:schemeClr val="dk1"/>
              </a:buClr>
              <a:buSzPct val="100000"/>
              <a:buNone/>
            </a:pPr>
            <a:r>
              <a:rPr lang="es-MX"/>
              <a:t>    cmp msg[si], al</a:t>
            </a:r>
            <a:endParaRPr/>
          </a:p>
          <a:p>
            <a:pPr indent="0" lvl="0" marL="0" rtl="0" algn="l">
              <a:lnSpc>
                <a:spcPct val="100000"/>
              </a:lnSpc>
              <a:spcBef>
                <a:spcPts val="352"/>
              </a:spcBef>
              <a:spcAft>
                <a:spcPts val="0"/>
              </a:spcAft>
              <a:buClr>
                <a:schemeClr val="dk1"/>
              </a:buClr>
              <a:buSzPct val="100000"/>
              <a:buNone/>
            </a:pPr>
            <a:r>
              <a:rPr lang="es-MX"/>
              <a:t>    jne fin:</a:t>
            </a:r>
            <a:endParaRPr/>
          </a:p>
          <a:p>
            <a:pPr indent="0" lvl="0" marL="0" rtl="0" algn="l">
              <a:lnSpc>
                <a:spcPct val="100000"/>
              </a:lnSpc>
              <a:spcBef>
                <a:spcPts val="352"/>
              </a:spcBef>
              <a:spcAft>
                <a:spcPts val="0"/>
              </a:spcAft>
              <a:buClr>
                <a:schemeClr val="dk1"/>
              </a:buClr>
              <a:buSzPct val="100000"/>
              <a:buNone/>
            </a:pPr>
            <a:r>
              <a:rPr lang="es-MX"/>
              <a:t>    cmp msg[si], "$" </a:t>
            </a:r>
            <a:endParaRPr/>
          </a:p>
          <a:p>
            <a:pPr indent="0" lvl="0" marL="0" rtl="0" algn="l">
              <a:lnSpc>
                <a:spcPct val="100000"/>
              </a:lnSpc>
              <a:spcBef>
                <a:spcPts val="352"/>
              </a:spcBef>
              <a:spcAft>
                <a:spcPts val="0"/>
              </a:spcAft>
              <a:buClr>
                <a:schemeClr val="dk1"/>
              </a:buClr>
              <a:buSzPct val="100000"/>
              <a:buNone/>
            </a:pPr>
            <a:r>
              <a:rPr lang="es-MX"/>
              <a:t>    jz final:</a:t>
            </a:r>
            <a:endParaRPr/>
          </a:p>
          <a:p>
            <a:pPr indent="0" lvl="0" marL="0" rtl="0" algn="l">
              <a:lnSpc>
                <a:spcPct val="100000"/>
              </a:lnSpc>
              <a:spcBef>
                <a:spcPts val="352"/>
              </a:spcBef>
              <a:spcAft>
                <a:spcPts val="0"/>
              </a:spcAft>
              <a:buClr>
                <a:schemeClr val="dk1"/>
              </a:buClr>
              <a:buSzPct val="100000"/>
              <a:buNone/>
            </a:pPr>
            <a:r>
              <a:rPr lang="es-MX"/>
              <a:t>    inc x</a:t>
            </a:r>
            <a:endParaRPr/>
          </a:p>
          <a:p>
            <a:pPr indent="0" lvl="0" marL="0" rtl="0" algn="l">
              <a:lnSpc>
                <a:spcPct val="100000"/>
              </a:lnSpc>
              <a:spcBef>
                <a:spcPts val="352"/>
              </a:spcBef>
              <a:spcAft>
                <a:spcPts val="0"/>
              </a:spcAft>
              <a:buClr>
                <a:schemeClr val="dk1"/>
              </a:buClr>
              <a:buSzPct val="100000"/>
              <a:buNone/>
            </a:pPr>
            <a:r>
              <a:rPr lang="es-MX"/>
              <a:t>    loop comienzo</a:t>
            </a:r>
            <a:endParaRPr/>
          </a:p>
          <a:p>
            <a:pPr indent="0" lvl="0" marL="0" rtl="0" algn="l">
              <a:lnSpc>
                <a:spcPct val="100000"/>
              </a:lnSpc>
              <a:spcBef>
                <a:spcPts val="352"/>
              </a:spcBef>
              <a:spcAft>
                <a:spcPts val="0"/>
              </a:spcAft>
              <a:buClr>
                <a:schemeClr val="dk1"/>
              </a:buClr>
              <a:buSzPct val="100000"/>
              <a:buNone/>
            </a:pPr>
            <a:r>
              <a:rPr lang="es-MX"/>
              <a:t>final:</a:t>
            </a:r>
            <a:endParaRPr/>
          </a:p>
          <a:p>
            <a:pPr indent="0" lvl="0" marL="0" rtl="0" algn="l">
              <a:lnSpc>
                <a:spcPct val="100000"/>
              </a:lnSpc>
              <a:spcBef>
                <a:spcPts val="352"/>
              </a:spcBef>
              <a:spcAft>
                <a:spcPts val="0"/>
              </a:spcAft>
              <a:buClr>
                <a:schemeClr val="dk1"/>
              </a:buClr>
              <a:buSzPct val="100000"/>
              <a:buNone/>
            </a:pPr>
            <a:r>
              <a:rPr lang="es-MX"/>
              <a:t>    mov dx, offset msg3 </a:t>
            </a:r>
            <a:endParaRPr/>
          </a:p>
          <a:p>
            <a:pPr indent="0" lvl="0" marL="0" rtl="0" algn="l">
              <a:lnSpc>
                <a:spcPct val="100000"/>
              </a:lnSpc>
              <a:spcBef>
                <a:spcPts val="352"/>
              </a:spcBef>
              <a:spcAft>
                <a:spcPts val="0"/>
              </a:spcAft>
              <a:buClr>
                <a:schemeClr val="dk1"/>
              </a:buClr>
              <a:buSzPct val="100000"/>
              <a:buNone/>
            </a:pPr>
            <a:r>
              <a:rPr lang="es-MX"/>
              <a:t>    mov ah, 9</a:t>
            </a:r>
            <a:endParaRPr/>
          </a:p>
          <a:p>
            <a:pPr indent="0" lvl="0" marL="0" rtl="0" algn="l">
              <a:lnSpc>
                <a:spcPct val="100000"/>
              </a:lnSpc>
              <a:spcBef>
                <a:spcPts val="352"/>
              </a:spcBef>
              <a:spcAft>
                <a:spcPts val="0"/>
              </a:spcAft>
              <a:buClr>
                <a:schemeClr val="dk1"/>
              </a:buClr>
              <a:buSzPct val="100000"/>
              <a:buNone/>
            </a:pPr>
            <a:r>
              <a:rPr lang="es-MX"/>
              <a:t>    int 21h</a:t>
            </a:r>
            <a:endParaRPr/>
          </a:p>
          <a:p>
            <a:pPr indent="0" lvl="0" marL="0" rtl="0" algn="l">
              <a:lnSpc>
                <a:spcPct val="100000"/>
              </a:lnSpc>
              <a:spcBef>
                <a:spcPts val="352"/>
              </a:spcBef>
              <a:spcAft>
                <a:spcPts val="0"/>
              </a:spcAft>
              <a:buClr>
                <a:schemeClr val="dk1"/>
              </a:buClr>
              <a:buSzPct val="100000"/>
              <a:buNone/>
            </a:pPr>
            <a:r>
              <a:rPr lang="es-MX"/>
              <a:t>fin:</a:t>
            </a:r>
            <a:endParaRPr/>
          </a:p>
          <a:p>
            <a:pPr indent="0" lvl="0" marL="0" rtl="0" algn="l">
              <a:lnSpc>
                <a:spcPct val="100000"/>
              </a:lnSpc>
              <a:spcBef>
                <a:spcPts val="352"/>
              </a:spcBef>
              <a:spcAft>
                <a:spcPts val="0"/>
              </a:spcAft>
              <a:buClr>
                <a:schemeClr val="dk1"/>
              </a:buClr>
              <a:buSzPct val="100000"/>
              <a:buNone/>
            </a:pPr>
            <a:r>
              <a:rPr lang="es-MX"/>
              <a:t>    ret</a:t>
            </a:r>
            <a:endParaRPr/>
          </a:p>
          <a:p>
            <a:pPr indent="0" lvl="0" marL="0" rtl="0" algn="l">
              <a:lnSpc>
                <a:spcPct val="100000"/>
              </a:lnSpc>
              <a:spcBef>
                <a:spcPts val="352"/>
              </a:spcBef>
              <a:spcAft>
                <a:spcPts val="0"/>
              </a:spcAft>
              <a:buClr>
                <a:schemeClr val="dk1"/>
              </a:buClr>
              <a:buSzPct val="100000"/>
              <a:buNone/>
            </a:pPr>
            <a:r>
              <a:t/>
            </a:r>
            <a:endParaRPr/>
          </a:p>
        </p:txBody>
      </p:sp>
      <p:sp>
        <p:nvSpPr>
          <p:cNvPr id="3589" name="Google Shape;3589;p4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90" name="Google Shape;3590;p4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4" name="Shape 3594"/>
        <p:cNvGrpSpPr/>
        <p:nvPr/>
      </p:nvGrpSpPr>
      <p:grpSpPr>
        <a:xfrm>
          <a:off x="0" y="0"/>
          <a:ext cx="0" cy="0"/>
          <a:chOff x="0" y="0"/>
          <a:chExt cx="0" cy="0"/>
        </a:xfrm>
      </p:grpSpPr>
      <p:sp>
        <p:nvSpPr>
          <p:cNvPr id="3595" name="Google Shape;3595;p4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Escribir un código que verifique si dos cadenas son iguales</a:t>
            </a:r>
            <a:endParaRPr/>
          </a:p>
        </p:txBody>
      </p:sp>
      <p:sp>
        <p:nvSpPr>
          <p:cNvPr id="3596" name="Google Shape;3596;p45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256"/>
              </a:spcBef>
              <a:spcAft>
                <a:spcPts val="0"/>
              </a:spcAft>
              <a:buClr>
                <a:schemeClr val="dk1"/>
              </a:buClr>
              <a:buSzPct val="100000"/>
              <a:buNone/>
            </a:pPr>
            <a:r>
              <a:rPr lang="es-MX"/>
              <a:t>jmp comienzo    </a:t>
            </a:r>
            <a:endParaRPr/>
          </a:p>
          <a:p>
            <a:pPr indent="0" lvl="0" marL="0" rtl="0" algn="l">
              <a:lnSpc>
                <a:spcPct val="100000"/>
              </a:lnSpc>
              <a:spcBef>
                <a:spcPts val="256"/>
              </a:spcBef>
              <a:spcAft>
                <a:spcPts val="0"/>
              </a:spcAft>
              <a:buClr>
                <a:schemeClr val="dk1"/>
              </a:buClr>
              <a:buSzPct val="100000"/>
              <a:buNone/>
            </a:pPr>
            <a:r>
              <a:rPr lang="es-MX"/>
              <a:t>    msg db "Hola Juan Meza $" </a:t>
            </a:r>
            <a:endParaRPr/>
          </a:p>
          <a:p>
            <a:pPr indent="0" lvl="0" marL="0" rtl="0" algn="l">
              <a:lnSpc>
                <a:spcPct val="100000"/>
              </a:lnSpc>
              <a:spcBef>
                <a:spcPts val="256"/>
              </a:spcBef>
              <a:spcAft>
                <a:spcPts val="0"/>
              </a:spcAft>
              <a:buClr>
                <a:schemeClr val="dk1"/>
              </a:buClr>
              <a:buSzPct val="100000"/>
              <a:buNone/>
            </a:pPr>
            <a:r>
              <a:rPr lang="es-MX"/>
              <a:t>    msg2 db "Hola Juan Meza $" </a:t>
            </a:r>
            <a:endParaRPr/>
          </a:p>
          <a:p>
            <a:pPr indent="0" lvl="0" marL="0" rtl="0" algn="l">
              <a:lnSpc>
                <a:spcPct val="100000"/>
              </a:lnSpc>
              <a:spcBef>
                <a:spcPts val="256"/>
              </a:spcBef>
              <a:spcAft>
                <a:spcPts val="0"/>
              </a:spcAft>
              <a:buClr>
                <a:schemeClr val="dk1"/>
              </a:buClr>
              <a:buSzPct val="100000"/>
              <a:buNone/>
            </a:pPr>
            <a:r>
              <a:rPr lang="es-MX"/>
              <a:t>    msg3 db "Son iguales $"</a:t>
            </a:r>
            <a:endParaRPr/>
          </a:p>
          <a:p>
            <a:pPr indent="0" lvl="0" marL="0" rtl="0" algn="l">
              <a:lnSpc>
                <a:spcPct val="100000"/>
              </a:lnSpc>
              <a:spcBef>
                <a:spcPts val="256"/>
              </a:spcBef>
              <a:spcAft>
                <a:spcPts val="0"/>
              </a:spcAft>
              <a:buClr>
                <a:schemeClr val="dk1"/>
              </a:buClr>
              <a:buSzPct val="100000"/>
              <a:buNone/>
            </a:pPr>
            <a:r>
              <a:rPr lang="es-MX"/>
              <a:t>    x dw 0</a:t>
            </a:r>
            <a:endParaRPr/>
          </a:p>
          <a:p>
            <a:pPr indent="0" lvl="0" marL="0" rtl="0" algn="l">
              <a:lnSpc>
                <a:spcPct val="100000"/>
              </a:lnSpc>
              <a:spcBef>
                <a:spcPts val="256"/>
              </a:spcBef>
              <a:spcAft>
                <a:spcPts val="0"/>
              </a:spcAft>
              <a:buClr>
                <a:schemeClr val="dk1"/>
              </a:buClr>
              <a:buSzPct val="100000"/>
              <a:buNone/>
            </a:pPr>
            <a:r>
              <a:rPr lang="es-MX"/>
              <a:t>comienzo: </a:t>
            </a:r>
            <a:endParaRPr/>
          </a:p>
          <a:p>
            <a:pPr indent="0" lvl="0" marL="0" rtl="0" algn="l">
              <a:lnSpc>
                <a:spcPct val="100000"/>
              </a:lnSpc>
              <a:spcBef>
                <a:spcPts val="256"/>
              </a:spcBef>
              <a:spcAft>
                <a:spcPts val="0"/>
              </a:spcAft>
              <a:buClr>
                <a:schemeClr val="dk1"/>
              </a:buClr>
              <a:buSzPct val="100000"/>
              <a:buNone/>
            </a:pPr>
            <a:r>
              <a:rPr lang="es-MX"/>
              <a:t>    mov si, x</a:t>
            </a:r>
            <a:endParaRPr/>
          </a:p>
          <a:p>
            <a:pPr indent="0" lvl="0" marL="0" rtl="0" algn="l">
              <a:lnSpc>
                <a:spcPct val="100000"/>
              </a:lnSpc>
              <a:spcBef>
                <a:spcPts val="256"/>
              </a:spcBef>
              <a:spcAft>
                <a:spcPts val="0"/>
              </a:spcAft>
              <a:buClr>
                <a:schemeClr val="dk1"/>
              </a:buClr>
              <a:buSzPct val="100000"/>
              <a:buNone/>
            </a:pPr>
            <a:r>
              <a:rPr lang="es-MX"/>
              <a:t>    mov al, msg2[si]</a:t>
            </a:r>
            <a:endParaRPr/>
          </a:p>
          <a:p>
            <a:pPr indent="0" lvl="0" marL="0" rtl="0" algn="l">
              <a:lnSpc>
                <a:spcPct val="100000"/>
              </a:lnSpc>
              <a:spcBef>
                <a:spcPts val="256"/>
              </a:spcBef>
              <a:spcAft>
                <a:spcPts val="0"/>
              </a:spcAft>
              <a:buClr>
                <a:schemeClr val="dk1"/>
              </a:buClr>
              <a:buSzPct val="100000"/>
              <a:buNone/>
            </a:pPr>
            <a:r>
              <a:rPr lang="es-MX"/>
              <a:t>    cmp msg[si], al ;comparar letra por letra las cadenas, si uno no coincide manda directamente a fin y termina el programa</a:t>
            </a:r>
            <a:endParaRPr/>
          </a:p>
          <a:p>
            <a:pPr indent="0" lvl="0" marL="0" rtl="0" algn="l">
              <a:lnSpc>
                <a:spcPct val="100000"/>
              </a:lnSpc>
              <a:spcBef>
                <a:spcPts val="256"/>
              </a:spcBef>
              <a:spcAft>
                <a:spcPts val="0"/>
              </a:spcAft>
              <a:buClr>
                <a:schemeClr val="dk1"/>
              </a:buClr>
              <a:buSzPct val="100000"/>
              <a:buNone/>
            </a:pPr>
            <a:r>
              <a:rPr lang="es-MX"/>
              <a:t>    jne fin:</a:t>
            </a:r>
            <a:endParaRPr/>
          </a:p>
          <a:p>
            <a:pPr indent="0" lvl="0" marL="0" rtl="0" algn="l">
              <a:lnSpc>
                <a:spcPct val="100000"/>
              </a:lnSpc>
              <a:spcBef>
                <a:spcPts val="256"/>
              </a:spcBef>
              <a:spcAft>
                <a:spcPts val="0"/>
              </a:spcAft>
              <a:buClr>
                <a:schemeClr val="dk1"/>
              </a:buClr>
              <a:buSzPct val="100000"/>
              <a:buNone/>
            </a:pPr>
            <a:r>
              <a:rPr lang="es-MX"/>
              <a:t>    cmp msg[si], "$" ;si es el final y el programa llega aca, quiere decir que son iguales</a:t>
            </a:r>
            <a:endParaRPr/>
          </a:p>
          <a:p>
            <a:pPr indent="0" lvl="0" marL="0" rtl="0" algn="l">
              <a:lnSpc>
                <a:spcPct val="100000"/>
              </a:lnSpc>
              <a:spcBef>
                <a:spcPts val="256"/>
              </a:spcBef>
              <a:spcAft>
                <a:spcPts val="0"/>
              </a:spcAft>
              <a:buClr>
                <a:schemeClr val="dk1"/>
              </a:buClr>
              <a:buSzPct val="100000"/>
              <a:buNone/>
            </a:pPr>
            <a:r>
              <a:rPr lang="es-MX"/>
              <a:t>    jz final:</a:t>
            </a:r>
            <a:endParaRPr/>
          </a:p>
          <a:p>
            <a:pPr indent="0" lvl="0" marL="0" rtl="0" algn="l">
              <a:lnSpc>
                <a:spcPct val="100000"/>
              </a:lnSpc>
              <a:spcBef>
                <a:spcPts val="256"/>
              </a:spcBef>
              <a:spcAft>
                <a:spcPts val="0"/>
              </a:spcAft>
              <a:buClr>
                <a:schemeClr val="dk1"/>
              </a:buClr>
              <a:buSzPct val="100000"/>
              <a:buNone/>
            </a:pPr>
            <a:r>
              <a:rPr lang="es-MX"/>
              <a:t>    inc x</a:t>
            </a:r>
            <a:endParaRPr/>
          </a:p>
          <a:p>
            <a:pPr indent="0" lvl="0" marL="0" rtl="0" algn="l">
              <a:lnSpc>
                <a:spcPct val="100000"/>
              </a:lnSpc>
              <a:spcBef>
                <a:spcPts val="256"/>
              </a:spcBef>
              <a:spcAft>
                <a:spcPts val="0"/>
              </a:spcAft>
              <a:buClr>
                <a:schemeClr val="dk1"/>
              </a:buClr>
              <a:buSzPct val="100000"/>
              <a:buNone/>
            </a:pPr>
            <a:r>
              <a:rPr lang="es-MX"/>
              <a:t>    loop comienzo</a:t>
            </a:r>
            <a:endParaRPr/>
          </a:p>
          <a:p>
            <a:pPr indent="0" lvl="0" marL="0" rtl="0" algn="l">
              <a:lnSpc>
                <a:spcPct val="100000"/>
              </a:lnSpc>
              <a:spcBef>
                <a:spcPts val="256"/>
              </a:spcBef>
              <a:spcAft>
                <a:spcPts val="0"/>
              </a:spcAft>
              <a:buClr>
                <a:schemeClr val="dk1"/>
              </a:buClr>
              <a:buSzPct val="100000"/>
              <a:buNone/>
            </a:pPr>
            <a:r>
              <a:rPr lang="es-MX"/>
              <a:t>final:</a:t>
            </a:r>
            <a:endParaRPr/>
          </a:p>
          <a:p>
            <a:pPr indent="0" lvl="0" marL="0" rtl="0" algn="l">
              <a:lnSpc>
                <a:spcPct val="100000"/>
              </a:lnSpc>
              <a:spcBef>
                <a:spcPts val="256"/>
              </a:spcBef>
              <a:spcAft>
                <a:spcPts val="0"/>
              </a:spcAft>
              <a:buClr>
                <a:schemeClr val="dk1"/>
              </a:buClr>
              <a:buSzPct val="100000"/>
              <a:buNone/>
            </a:pPr>
            <a:r>
              <a:rPr lang="es-MX"/>
              <a:t>    mov dx, offset msg3 </a:t>
            </a:r>
            <a:endParaRPr/>
          </a:p>
          <a:p>
            <a:pPr indent="0" lvl="0" marL="0" rtl="0" algn="l">
              <a:lnSpc>
                <a:spcPct val="100000"/>
              </a:lnSpc>
              <a:spcBef>
                <a:spcPts val="256"/>
              </a:spcBef>
              <a:spcAft>
                <a:spcPts val="0"/>
              </a:spcAft>
              <a:buClr>
                <a:schemeClr val="dk1"/>
              </a:buClr>
              <a:buSzPct val="100000"/>
              <a:buNone/>
            </a:pPr>
            <a:r>
              <a:rPr lang="es-MX"/>
              <a:t>    mov ah, 9</a:t>
            </a:r>
            <a:endParaRPr/>
          </a:p>
          <a:p>
            <a:pPr indent="0" lvl="0" marL="0" rtl="0" algn="l">
              <a:lnSpc>
                <a:spcPct val="100000"/>
              </a:lnSpc>
              <a:spcBef>
                <a:spcPts val="256"/>
              </a:spcBef>
              <a:spcAft>
                <a:spcPts val="0"/>
              </a:spcAft>
              <a:buClr>
                <a:schemeClr val="dk1"/>
              </a:buClr>
              <a:buSzPct val="100000"/>
              <a:buNone/>
            </a:pPr>
            <a:r>
              <a:rPr lang="es-MX"/>
              <a:t>    int 21h</a:t>
            </a:r>
            <a:endParaRPr/>
          </a:p>
          <a:p>
            <a:pPr indent="0" lvl="0" marL="0" rtl="0" algn="l">
              <a:lnSpc>
                <a:spcPct val="100000"/>
              </a:lnSpc>
              <a:spcBef>
                <a:spcPts val="256"/>
              </a:spcBef>
              <a:spcAft>
                <a:spcPts val="0"/>
              </a:spcAft>
              <a:buClr>
                <a:schemeClr val="dk1"/>
              </a:buClr>
              <a:buSzPct val="100000"/>
              <a:buNone/>
            </a:pPr>
            <a:r>
              <a:rPr lang="es-MX"/>
              <a:t>fin:</a:t>
            </a:r>
            <a:endParaRPr/>
          </a:p>
          <a:p>
            <a:pPr indent="0" lvl="0" marL="0" rtl="0" algn="l">
              <a:lnSpc>
                <a:spcPct val="100000"/>
              </a:lnSpc>
              <a:spcBef>
                <a:spcPts val="256"/>
              </a:spcBef>
              <a:spcAft>
                <a:spcPts val="0"/>
              </a:spcAft>
              <a:buClr>
                <a:schemeClr val="dk1"/>
              </a:buClr>
              <a:buSzPct val="100000"/>
              <a:buNone/>
            </a:pPr>
            <a:r>
              <a:rPr lang="es-MX"/>
              <a:t>    ret</a:t>
            </a:r>
            <a:endParaRPr/>
          </a:p>
        </p:txBody>
      </p:sp>
      <p:sp>
        <p:nvSpPr>
          <p:cNvPr id="3597" name="Google Shape;3597;p4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598" name="Google Shape;3598;p4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2" name="Shape 3602"/>
        <p:cNvGrpSpPr/>
        <p:nvPr/>
      </p:nvGrpSpPr>
      <p:grpSpPr>
        <a:xfrm>
          <a:off x="0" y="0"/>
          <a:ext cx="0" cy="0"/>
          <a:chOff x="0" y="0"/>
          <a:chExt cx="0" cy="0"/>
        </a:xfrm>
      </p:grpSpPr>
      <p:sp>
        <p:nvSpPr>
          <p:cNvPr id="3603" name="Google Shape;3603;p454"/>
          <p:cNvSpPr txBox="1"/>
          <p:nvPr>
            <p:ph idx="1" type="body"/>
          </p:nvPr>
        </p:nvSpPr>
        <p:spPr>
          <a:xfrm>
            <a:off x="457200" y="260648"/>
            <a:ext cx="8229600" cy="6120680"/>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304"/>
              </a:spcBef>
              <a:spcAft>
                <a:spcPts val="0"/>
              </a:spcAft>
              <a:buClr>
                <a:schemeClr val="dk1"/>
              </a:buClr>
              <a:buSzPct val="100000"/>
              <a:buNone/>
            </a:pPr>
            <a:r>
              <a:rPr lang="es-MX"/>
              <a:t>jmp inicio   </a:t>
            </a:r>
            <a:endParaRPr/>
          </a:p>
          <a:p>
            <a:pPr indent="0" lvl="0" marL="0" rtl="0" algn="l">
              <a:lnSpc>
                <a:spcPct val="100000"/>
              </a:lnSpc>
              <a:spcBef>
                <a:spcPts val="304"/>
              </a:spcBef>
              <a:spcAft>
                <a:spcPts val="0"/>
              </a:spcAft>
              <a:buClr>
                <a:schemeClr val="dk1"/>
              </a:buClr>
              <a:buSzPct val="100000"/>
              <a:buNone/>
            </a:pPr>
            <a:r>
              <a:rPr lang="es-MX"/>
              <a:t>            msg db "Hola Mundo$" </a:t>
            </a:r>
            <a:endParaRPr/>
          </a:p>
          <a:p>
            <a:pPr indent="0" lvl="0" marL="0" rtl="0" algn="l">
              <a:lnSpc>
                <a:spcPct val="100000"/>
              </a:lnSpc>
              <a:spcBef>
                <a:spcPts val="304"/>
              </a:spcBef>
              <a:spcAft>
                <a:spcPts val="0"/>
              </a:spcAft>
              <a:buClr>
                <a:schemeClr val="dk1"/>
              </a:buClr>
              <a:buSzPct val="100000"/>
              <a:buNone/>
            </a:pPr>
            <a:r>
              <a:rPr lang="es-MX"/>
              <a:t>            msg2 db "ola$" </a:t>
            </a:r>
            <a:endParaRPr/>
          </a:p>
          <a:p>
            <a:pPr indent="0" lvl="0" marL="0" rtl="0" algn="l">
              <a:lnSpc>
                <a:spcPct val="100000"/>
              </a:lnSpc>
              <a:spcBef>
                <a:spcPts val="304"/>
              </a:spcBef>
              <a:spcAft>
                <a:spcPts val="0"/>
              </a:spcAft>
              <a:buClr>
                <a:schemeClr val="dk1"/>
              </a:buClr>
              <a:buSzPct val="100000"/>
              <a:buNone/>
            </a:pPr>
            <a:r>
              <a:rPr lang="es-MX"/>
              <a:t>            msg3 db "Si es subcadena$"</a:t>
            </a:r>
            <a:endParaRPr/>
          </a:p>
          <a:p>
            <a:pPr indent="0" lvl="0" marL="0" rtl="0" algn="l">
              <a:lnSpc>
                <a:spcPct val="100000"/>
              </a:lnSpc>
              <a:spcBef>
                <a:spcPts val="304"/>
              </a:spcBef>
              <a:spcAft>
                <a:spcPts val="0"/>
              </a:spcAft>
              <a:buClr>
                <a:schemeClr val="dk1"/>
              </a:buClr>
              <a:buSzPct val="100000"/>
              <a:buNone/>
            </a:pPr>
            <a:r>
              <a:rPr lang="es-MX"/>
              <a:t>inicio:     mov si, 0 </a:t>
            </a:r>
            <a:endParaRPr/>
          </a:p>
          <a:p>
            <a:pPr indent="0" lvl="0" marL="0" rtl="0" algn="l">
              <a:lnSpc>
                <a:spcPct val="100000"/>
              </a:lnSpc>
              <a:spcBef>
                <a:spcPts val="304"/>
              </a:spcBef>
              <a:spcAft>
                <a:spcPts val="0"/>
              </a:spcAft>
              <a:buClr>
                <a:schemeClr val="dk1"/>
              </a:buClr>
              <a:buSzPct val="100000"/>
              <a:buNone/>
            </a:pPr>
            <a:r>
              <a:rPr lang="es-MX"/>
              <a:t>comienzo:   mov al, msg2[0]</a:t>
            </a:r>
            <a:endParaRPr/>
          </a:p>
          <a:p>
            <a:pPr indent="0" lvl="0" marL="0" rtl="0" algn="l">
              <a:lnSpc>
                <a:spcPct val="100000"/>
              </a:lnSpc>
              <a:spcBef>
                <a:spcPts val="304"/>
              </a:spcBef>
              <a:spcAft>
                <a:spcPts val="0"/>
              </a:spcAft>
              <a:buClr>
                <a:schemeClr val="dk1"/>
              </a:buClr>
              <a:buSzPct val="100000"/>
              <a:buNone/>
            </a:pPr>
            <a:r>
              <a:rPr lang="es-MX"/>
              <a:t>            cmp msg[si],"$" </a:t>
            </a:r>
            <a:endParaRPr/>
          </a:p>
          <a:p>
            <a:pPr indent="0" lvl="0" marL="0" rtl="0" algn="l">
              <a:lnSpc>
                <a:spcPct val="100000"/>
              </a:lnSpc>
              <a:spcBef>
                <a:spcPts val="304"/>
              </a:spcBef>
              <a:spcAft>
                <a:spcPts val="0"/>
              </a:spcAft>
              <a:buClr>
                <a:schemeClr val="dk1"/>
              </a:buClr>
              <a:buSzPct val="100000"/>
              <a:buNone/>
            </a:pPr>
            <a:r>
              <a:rPr lang="es-MX"/>
              <a:t>            jz final</a:t>
            </a:r>
            <a:endParaRPr/>
          </a:p>
          <a:p>
            <a:pPr indent="0" lvl="0" marL="0" rtl="0" algn="l">
              <a:lnSpc>
                <a:spcPct val="100000"/>
              </a:lnSpc>
              <a:spcBef>
                <a:spcPts val="304"/>
              </a:spcBef>
              <a:spcAft>
                <a:spcPts val="0"/>
              </a:spcAft>
              <a:buClr>
                <a:schemeClr val="dk1"/>
              </a:buClr>
              <a:buSzPct val="100000"/>
              <a:buNone/>
            </a:pPr>
            <a:r>
              <a:rPr lang="es-MX"/>
              <a:t>            cmp msg[si], al </a:t>
            </a:r>
            <a:endParaRPr/>
          </a:p>
          <a:p>
            <a:pPr indent="0" lvl="0" marL="0" rtl="0" algn="l">
              <a:lnSpc>
                <a:spcPct val="100000"/>
              </a:lnSpc>
              <a:spcBef>
                <a:spcPts val="304"/>
              </a:spcBef>
              <a:spcAft>
                <a:spcPts val="0"/>
              </a:spcAft>
              <a:buClr>
                <a:schemeClr val="dk1"/>
              </a:buClr>
              <a:buSzPct val="100000"/>
              <a:buNone/>
            </a:pPr>
            <a:r>
              <a:rPr lang="es-MX"/>
              <a:t>jne seguir</a:t>
            </a:r>
            <a:endParaRPr/>
          </a:p>
          <a:p>
            <a:pPr indent="0" lvl="0" marL="0" rtl="0" algn="l">
              <a:lnSpc>
                <a:spcPct val="100000"/>
              </a:lnSpc>
              <a:spcBef>
                <a:spcPts val="304"/>
              </a:spcBef>
              <a:spcAft>
                <a:spcPts val="0"/>
              </a:spcAft>
              <a:buClr>
                <a:schemeClr val="dk1"/>
              </a:buClr>
              <a:buSzPct val="100000"/>
              <a:buNone/>
            </a:pPr>
            <a:r>
              <a:rPr lang="es-MX"/>
              <a:t>            mov di, 1</a:t>
            </a:r>
            <a:endParaRPr/>
          </a:p>
          <a:p>
            <a:pPr indent="0" lvl="0" marL="0" rtl="0" algn="l">
              <a:lnSpc>
                <a:spcPct val="100000"/>
              </a:lnSpc>
              <a:spcBef>
                <a:spcPts val="304"/>
              </a:spcBef>
              <a:spcAft>
                <a:spcPts val="0"/>
              </a:spcAft>
              <a:buClr>
                <a:schemeClr val="dk1"/>
              </a:buClr>
              <a:buSzPct val="100000"/>
              <a:buNone/>
            </a:pPr>
            <a:r>
              <a:rPr lang="es-MX"/>
              <a:t> comprobar: mov al, msg2[di]</a:t>
            </a:r>
            <a:endParaRPr/>
          </a:p>
          <a:p>
            <a:pPr indent="0" lvl="0" marL="0" rtl="0" algn="l">
              <a:lnSpc>
                <a:spcPct val="100000"/>
              </a:lnSpc>
              <a:spcBef>
                <a:spcPts val="304"/>
              </a:spcBef>
              <a:spcAft>
                <a:spcPts val="0"/>
              </a:spcAft>
              <a:buClr>
                <a:schemeClr val="dk1"/>
              </a:buClr>
              <a:buSzPct val="100000"/>
              <a:buNone/>
            </a:pPr>
            <a:r>
              <a:rPr lang="es-MX"/>
              <a:t>            mov bx, di</a:t>
            </a:r>
            <a:endParaRPr/>
          </a:p>
          <a:p>
            <a:pPr indent="0" lvl="0" marL="0" rtl="0" algn="l">
              <a:lnSpc>
                <a:spcPct val="100000"/>
              </a:lnSpc>
              <a:spcBef>
                <a:spcPts val="304"/>
              </a:spcBef>
              <a:spcAft>
                <a:spcPts val="0"/>
              </a:spcAft>
              <a:buClr>
                <a:schemeClr val="dk1"/>
              </a:buClr>
              <a:buSzPct val="100000"/>
              <a:buNone/>
            </a:pPr>
            <a:r>
              <a:rPr lang="es-MX"/>
              <a:t>            cmp msg[si+bx], al</a:t>
            </a:r>
            <a:endParaRPr/>
          </a:p>
          <a:p>
            <a:pPr indent="0" lvl="0" marL="0" rtl="0" algn="l">
              <a:lnSpc>
                <a:spcPct val="100000"/>
              </a:lnSpc>
              <a:spcBef>
                <a:spcPts val="304"/>
              </a:spcBef>
              <a:spcAft>
                <a:spcPts val="0"/>
              </a:spcAft>
              <a:buClr>
                <a:schemeClr val="dk1"/>
              </a:buClr>
              <a:buSzPct val="100000"/>
              <a:buNone/>
            </a:pPr>
            <a:r>
              <a:rPr lang="es-MX"/>
              <a:t>            jne seguir</a:t>
            </a:r>
            <a:endParaRPr/>
          </a:p>
          <a:p>
            <a:pPr indent="0" lvl="0" marL="0" rtl="0" algn="l">
              <a:lnSpc>
                <a:spcPct val="100000"/>
              </a:lnSpc>
              <a:spcBef>
                <a:spcPts val="304"/>
              </a:spcBef>
              <a:spcAft>
                <a:spcPts val="0"/>
              </a:spcAft>
              <a:buClr>
                <a:schemeClr val="dk1"/>
              </a:buClr>
              <a:buSzPct val="100000"/>
              <a:buNone/>
            </a:pPr>
            <a:r>
              <a:rPr lang="es-MX"/>
              <a:t>            inc di</a:t>
            </a:r>
            <a:endParaRPr/>
          </a:p>
          <a:p>
            <a:pPr indent="0" lvl="0" marL="0" rtl="0" algn="l">
              <a:lnSpc>
                <a:spcPct val="100000"/>
              </a:lnSpc>
              <a:spcBef>
                <a:spcPts val="304"/>
              </a:spcBef>
              <a:spcAft>
                <a:spcPts val="0"/>
              </a:spcAft>
              <a:buClr>
                <a:schemeClr val="dk1"/>
              </a:buClr>
              <a:buSzPct val="100000"/>
              <a:buNone/>
            </a:pPr>
            <a:r>
              <a:rPr lang="es-MX"/>
              <a:t>            cmp msg2[di],"$" </a:t>
            </a:r>
            <a:endParaRPr/>
          </a:p>
          <a:p>
            <a:pPr indent="0" lvl="0" marL="0" rtl="0" algn="l">
              <a:lnSpc>
                <a:spcPct val="100000"/>
              </a:lnSpc>
              <a:spcBef>
                <a:spcPts val="304"/>
              </a:spcBef>
              <a:spcAft>
                <a:spcPts val="0"/>
              </a:spcAft>
              <a:buClr>
                <a:schemeClr val="dk1"/>
              </a:buClr>
              <a:buSzPct val="100000"/>
              <a:buNone/>
            </a:pPr>
            <a:r>
              <a:rPr lang="es-MX"/>
              <a:t>            jz resultado </a:t>
            </a:r>
            <a:endParaRPr/>
          </a:p>
          <a:p>
            <a:pPr indent="0" lvl="0" marL="0" rtl="0" algn="l">
              <a:lnSpc>
                <a:spcPct val="100000"/>
              </a:lnSpc>
              <a:spcBef>
                <a:spcPts val="304"/>
              </a:spcBef>
              <a:spcAft>
                <a:spcPts val="0"/>
              </a:spcAft>
              <a:buClr>
                <a:schemeClr val="dk1"/>
              </a:buClr>
              <a:buSzPct val="100000"/>
              <a:buNone/>
            </a:pPr>
            <a:r>
              <a:rPr lang="es-MX"/>
              <a:t>            loop comprobar</a:t>
            </a:r>
            <a:endParaRPr/>
          </a:p>
          <a:p>
            <a:pPr indent="0" lvl="0" marL="0" rtl="0" algn="l">
              <a:lnSpc>
                <a:spcPct val="100000"/>
              </a:lnSpc>
              <a:spcBef>
                <a:spcPts val="304"/>
              </a:spcBef>
              <a:spcAft>
                <a:spcPts val="0"/>
              </a:spcAft>
              <a:buClr>
                <a:schemeClr val="dk1"/>
              </a:buClr>
              <a:buSzPct val="100000"/>
              <a:buNone/>
            </a:pPr>
            <a:r>
              <a:rPr lang="es-MX"/>
              <a:t>seguir:     inc si</a:t>
            </a:r>
            <a:endParaRPr/>
          </a:p>
          <a:p>
            <a:pPr indent="0" lvl="0" marL="0" rtl="0" algn="l">
              <a:lnSpc>
                <a:spcPct val="100000"/>
              </a:lnSpc>
              <a:spcBef>
                <a:spcPts val="304"/>
              </a:spcBef>
              <a:spcAft>
                <a:spcPts val="0"/>
              </a:spcAft>
              <a:buClr>
                <a:schemeClr val="dk1"/>
              </a:buClr>
              <a:buSzPct val="100000"/>
              <a:buNone/>
            </a:pPr>
            <a:r>
              <a:rPr lang="es-MX"/>
              <a:t>            loop comienzo</a:t>
            </a:r>
            <a:endParaRPr/>
          </a:p>
          <a:p>
            <a:pPr indent="0" lvl="0" marL="0" rtl="0" algn="l">
              <a:lnSpc>
                <a:spcPct val="100000"/>
              </a:lnSpc>
              <a:spcBef>
                <a:spcPts val="304"/>
              </a:spcBef>
              <a:spcAft>
                <a:spcPts val="0"/>
              </a:spcAft>
              <a:buClr>
                <a:schemeClr val="dk1"/>
              </a:buClr>
              <a:buSzPct val="100000"/>
              <a:buNone/>
            </a:pPr>
            <a:r>
              <a:rPr lang="es-MX"/>
              <a:t>resultado:  mov dx, offset msg3</a:t>
            </a:r>
            <a:endParaRPr/>
          </a:p>
          <a:p>
            <a:pPr indent="0" lvl="0" marL="0" rtl="0" algn="l">
              <a:lnSpc>
                <a:spcPct val="100000"/>
              </a:lnSpc>
              <a:spcBef>
                <a:spcPts val="304"/>
              </a:spcBef>
              <a:spcAft>
                <a:spcPts val="0"/>
              </a:spcAft>
              <a:buClr>
                <a:schemeClr val="dk1"/>
              </a:buClr>
              <a:buSzPct val="100000"/>
              <a:buNone/>
            </a:pPr>
            <a:r>
              <a:rPr lang="es-MX"/>
              <a:t>            mov ah, 9</a:t>
            </a:r>
            <a:endParaRPr/>
          </a:p>
          <a:p>
            <a:pPr indent="0" lvl="0" marL="0" rtl="0" algn="l">
              <a:lnSpc>
                <a:spcPct val="100000"/>
              </a:lnSpc>
              <a:spcBef>
                <a:spcPts val="304"/>
              </a:spcBef>
              <a:spcAft>
                <a:spcPts val="0"/>
              </a:spcAft>
              <a:buClr>
                <a:schemeClr val="dk1"/>
              </a:buClr>
              <a:buSzPct val="100000"/>
              <a:buNone/>
            </a:pPr>
            <a:r>
              <a:rPr lang="es-MX"/>
              <a:t>            int 21h</a:t>
            </a:r>
            <a:endParaRPr/>
          </a:p>
          <a:p>
            <a:pPr indent="0" lvl="0" marL="0" rtl="0" algn="l">
              <a:lnSpc>
                <a:spcPct val="100000"/>
              </a:lnSpc>
              <a:spcBef>
                <a:spcPts val="304"/>
              </a:spcBef>
              <a:spcAft>
                <a:spcPts val="0"/>
              </a:spcAft>
              <a:buClr>
                <a:schemeClr val="dk1"/>
              </a:buClr>
              <a:buSzPct val="100000"/>
              <a:buNone/>
            </a:pPr>
            <a:r>
              <a:rPr lang="es-MX"/>
              <a:t>final:      ret</a:t>
            </a:r>
            <a:endParaRPr/>
          </a:p>
          <a:p>
            <a:pPr indent="0" lvl="0" marL="0" rtl="0" algn="l">
              <a:lnSpc>
                <a:spcPct val="100000"/>
              </a:lnSpc>
              <a:spcBef>
                <a:spcPts val="304"/>
              </a:spcBef>
              <a:spcAft>
                <a:spcPts val="0"/>
              </a:spcAft>
              <a:buClr>
                <a:schemeClr val="dk1"/>
              </a:buClr>
              <a:buSzPct val="100000"/>
              <a:buNone/>
            </a:pPr>
            <a:r>
              <a:t/>
            </a:r>
            <a:endParaRPr/>
          </a:p>
        </p:txBody>
      </p:sp>
      <p:sp>
        <p:nvSpPr>
          <p:cNvPr id="3604" name="Google Shape;3604;p4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605" name="Google Shape;3605;p4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9" name="Shape 3609"/>
        <p:cNvGrpSpPr/>
        <p:nvPr/>
      </p:nvGrpSpPr>
      <p:grpSpPr>
        <a:xfrm>
          <a:off x="0" y="0"/>
          <a:ext cx="0" cy="0"/>
          <a:chOff x="0" y="0"/>
          <a:chExt cx="0" cy="0"/>
        </a:xfrm>
      </p:grpSpPr>
      <p:sp>
        <p:nvSpPr>
          <p:cNvPr id="3610" name="Google Shape;3610;p455"/>
          <p:cNvSpPr txBox="1"/>
          <p:nvPr>
            <p:ph type="title"/>
          </p:nvPr>
        </p:nvSpPr>
        <p:spPr>
          <a:xfrm>
            <a:off x="457200" y="274638"/>
            <a:ext cx="8229600" cy="9221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Calibri"/>
              <a:buNone/>
            </a:pPr>
            <a:r>
              <a:rPr lang="es-MX" sz="1500"/>
              <a:t>Escribir un código que verifique si una cadena es subcadena de otra.</a:t>
            </a:r>
            <a:br>
              <a:rPr lang="es-MX" sz="1500"/>
            </a:br>
            <a:r>
              <a:rPr lang="es-MX" sz="1500"/>
              <a:t>Por ejemplo: “la Mu” es subcadena de “Hola Mundo”.</a:t>
            </a:r>
            <a:br>
              <a:rPr lang="es-MX" sz="1500"/>
            </a:br>
            <a:r>
              <a:rPr lang="es-MX" sz="1500"/>
              <a:t>La cadena: “233” es subcadena de la cadena “2122432234”</a:t>
            </a:r>
            <a:br>
              <a:rPr lang="es-MX" sz="1500"/>
            </a:br>
            <a:endParaRPr sz="1500"/>
          </a:p>
        </p:txBody>
      </p:sp>
      <p:sp>
        <p:nvSpPr>
          <p:cNvPr id="3611" name="Google Shape;3611;p455"/>
          <p:cNvSpPr txBox="1"/>
          <p:nvPr>
            <p:ph idx="1" type="body"/>
          </p:nvPr>
        </p:nvSpPr>
        <p:spPr>
          <a:xfrm>
            <a:off x="457200" y="1052736"/>
            <a:ext cx="8229600" cy="5400600"/>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Clr>
                <a:schemeClr val="dk1"/>
              </a:buClr>
              <a:buSzPct val="100000"/>
              <a:buNone/>
            </a:pPr>
            <a:r>
              <a:rPr lang="es-MX" sz="3800"/>
              <a:t>org 100h   </a:t>
            </a:r>
            <a:endParaRPr/>
          </a:p>
          <a:p>
            <a:pPr indent="0" lvl="0" marL="0" rtl="0" algn="l">
              <a:lnSpc>
                <a:spcPct val="100000"/>
              </a:lnSpc>
              <a:spcBef>
                <a:spcPts val="247"/>
              </a:spcBef>
              <a:spcAft>
                <a:spcPts val="0"/>
              </a:spcAft>
              <a:buClr>
                <a:schemeClr val="dk1"/>
              </a:buClr>
              <a:buSzPct val="100000"/>
              <a:buNone/>
            </a:pPr>
            <a:r>
              <a:rPr lang="es-MX" sz="3800"/>
              <a:t>jmp inicio   </a:t>
            </a:r>
            <a:endParaRPr/>
          </a:p>
          <a:p>
            <a:pPr indent="0" lvl="0" marL="0" rtl="0" algn="l">
              <a:lnSpc>
                <a:spcPct val="100000"/>
              </a:lnSpc>
              <a:spcBef>
                <a:spcPts val="247"/>
              </a:spcBef>
              <a:spcAft>
                <a:spcPts val="0"/>
              </a:spcAft>
              <a:buClr>
                <a:schemeClr val="dk1"/>
              </a:buClr>
              <a:buSzPct val="100000"/>
              <a:buNone/>
            </a:pPr>
            <a:r>
              <a:rPr lang="es-MX" sz="3800"/>
              <a:t>            msg db "Hola Mundo$" </a:t>
            </a:r>
            <a:endParaRPr/>
          </a:p>
          <a:p>
            <a:pPr indent="0" lvl="0" marL="0" rtl="0" algn="l">
              <a:lnSpc>
                <a:spcPct val="100000"/>
              </a:lnSpc>
              <a:spcBef>
                <a:spcPts val="247"/>
              </a:spcBef>
              <a:spcAft>
                <a:spcPts val="0"/>
              </a:spcAft>
              <a:buClr>
                <a:schemeClr val="dk1"/>
              </a:buClr>
              <a:buSzPct val="100000"/>
              <a:buNone/>
            </a:pPr>
            <a:r>
              <a:rPr lang="es-MX" sz="3800"/>
              <a:t>            msg2 db "ola$" </a:t>
            </a:r>
            <a:endParaRPr/>
          </a:p>
          <a:p>
            <a:pPr indent="0" lvl="0" marL="0" rtl="0" algn="l">
              <a:lnSpc>
                <a:spcPct val="100000"/>
              </a:lnSpc>
              <a:spcBef>
                <a:spcPts val="247"/>
              </a:spcBef>
              <a:spcAft>
                <a:spcPts val="0"/>
              </a:spcAft>
              <a:buClr>
                <a:schemeClr val="dk1"/>
              </a:buClr>
              <a:buSzPct val="100000"/>
              <a:buNone/>
            </a:pPr>
            <a:r>
              <a:rPr lang="es-MX" sz="3800"/>
              <a:t>            msg3 db "Si es subcadena$"</a:t>
            </a:r>
            <a:endParaRPr/>
          </a:p>
          <a:p>
            <a:pPr indent="0" lvl="0" marL="0" rtl="0" algn="l">
              <a:lnSpc>
                <a:spcPct val="100000"/>
              </a:lnSpc>
              <a:spcBef>
                <a:spcPts val="247"/>
              </a:spcBef>
              <a:spcAft>
                <a:spcPts val="0"/>
              </a:spcAft>
              <a:buClr>
                <a:schemeClr val="dk1"/>
              </a:buClr>
              <a:buSzPct val="100000"/>
              <a:buNone/>
            </a:pPr>
            <a:r>
              <a:rPr lang="es-MX" sz="3800"/>
              <a:t>inicio:     mov si, 0 ;ponemos si en 0</a:t>
            </a:r>
            <a:endParaRPr/>
          </a:p>
          <a:p>
            <a:pPr indent="0" lvl="0" marL="0" rtl="0" algn="l">
              <a:lnSpc>
                <a:spcPct val="100000"/>
              </a:lnSpc>
              <a:spcBef>
                <a:spcPts val="247"/>
              </a:spcBef>
              <a:spcAft>
                <a:spcPts val="0"/>
              </a:spcAft>
              <a:buClr>
                <a:schemeClr val="dk1"/>
              </a:buClr>
              <a:buSzPct val="100000"/>
              <a:buNone/>
            </a:pPr>
            <a:r>
              <a:rPr lang="es-MX" sz="3800"/>
              <a:t>comienzo:   mov al, msg2[0] ;copiar la primera letra de la palabra a al</a:t>
            </a:r>
            <a:endParaRPr/>
          </a:p>
          <a:p>
            <a:pPr indent="0" lvl="0" marL="0" rtl="0" algn="l">
              <a:lnSpc>
                <a:spcPct val="100000"/>
              </a:lnSpc>
              <a:spcBef>
                <a:spcPts val="247"/>
              </a:spcBef>
              <a:spcAft>
                <a:spcPts val="0"/>
              </a:spcAft>
              <a:buClr>
                <a:schemeClr val="dk1"/>
              </a:buClr>
              <a:buSzPct val="100000"/>
              <a:buNone/>
            </a:pPr>
            <a:r>
              <a:rPr lang="es-MX" sz="3800"/>
              <a:t>            cmp msg[si],"$" ;si es el fin de la cadena mandar a final</a:t>
            </a:r>
            <a:endParaRPr/>
          </a:p>
          <a:p>
            <a:pPr indent="0" lvl="0" marL="0" rtl="0" algn="l">
              <a:lnSpc>
                <a:spcPct val="100000"/>
              </a:lnSpc>
              <a:spcBef>
                <a:spcPts val="247"/>
              </a:spcBef>
              <a:spcAft>
                <a:spcPts val="0"/>
              </a:spcAft>
              <a:buClr>
                <a:schemeClr val="dk1"/>
              </a:buClr>
              <a:buSzPct val="100000"/>
              <a:buNone/>
            </a:pPr>
            <a:r>
              <a:rPr lang="es-MX" sz="3800"/>
              <a:t>            jz final</a:t>
            </a:r>
            <a:endParaRPr/>
          </a:p>
          <a:p>
            <a:pPr indent="0" lvl="0" marL="0" rtl="0" algn="l">
              <a:lnSpc>
                <a:spcPct val="100000"/>
              </a:lnSpc>
              <a:spcBef>
                <a:spcPts val="247"/>
              </a:spcBef>
              <a:spcAft>
                <a:spcPts val="0"/>
              </a:spcAft>
              <a:buClr>
                <a:schemeClr val="dk1"/>
              </a:buClr>
              <a:buSzPct val="100000"/>
              <a:buNone/>
            </a:pPr>
            <a:r>
              <a:rPr lang="es-MX" sz="3800"/>
              <a:t>            cmp msg[si], al ;comparar si encuentra la primera letra de la cadena</a:t>
            </a:r>
            <a:endParaRPr/>
          </a:p>
          <a:p>
            <a:pPr indent="0" lvl="0" marL="0" rtl="0" algn="l">
              <a:lnSpc>
                <a:spcPct val="100000"/>
              </a:lnSpc>
              <a:spcBef>
                <a:spcPts val="247"/>
              </a:spcBef>
              <a:spcAft>
                <a:spcPts val="0"/>
              </a:spcAft>
              <a:buClr>
                <a:schemeClr val="dk1"/>
              </a:buClr>
              <a:buSzPct val="100000"/>
              <a:buNone/>
            </a:pPr>
            <a:r>
              <a:rPr lang="es-MX" sz="3800"/>
              <a:t>            jne seguir</a:t>
            </a:r>
            <a:endParaRPr/>
          </a:p>
          <a:p>
            <a:pPr indent="0" lvl="0" marL="0" rtl="0" algn="l">
              <a:lnSpc>
                <a:spcPct val="100000"/>
              </a:lnSpc>
              <a:spcBef>
                <a:spcPts val="247"/>
              </a:spcBef>
              <a:spcAft>
                <a:spcPts val="0"/>
              </a:spcAft>
              <a:buClr>
                <a:schemeClr val="dk1"/>
              </a:buClr>
              <a:buSzPct val="100000"/>
              <a:buNone/>
            </a:pPr>
            <a:r>
              <a:rPr lang="es-MX" sz="3800"/>
              <a:t>            mov di, 1 ;poner en 1 di</a:t>
            </a:r>
            <a:endParaRPr/>
          </a:p>
          <a:p>
            <a:pPr indent="0" lvl="0" marL="0" rtl="0" algn="l">
              <a:lnSpc>
                <a:spcPct val="100000"/>
              </a:lnSpc>
              <a:spcBef>
                <a:spcPts val="247"/>
              </a:spcBef>
              <a:spcAft>
                <a:spcPts val="0"/>
              </a:spcAft>
              <a:buClr>
                <a:schemeClr val="dk1"/>
              </a:buClr>
              <a:buSzPct val="100000"/>
              <a:buNone/>
            </a:pPr>
            <a:r>
              <a:rPr lang="es-MX" sz="3800"/>
              <a:t> comprobar: mov al, msg2[di]</a:t>
            </a:r>
            <a:endParaRPr/>
          </a:p>
          <a:p>
            <a:pPr indent="0" lvl="0" marL="0" rtl="0" algn="l">
              <a:lnSpc>
                <a:spcPct val="100000"/>
              </a:lnSpc>
              <a:spcBef>
                <a:spcPts val="247"/>
              </a:spcBef>
              <a:spcAft>
                <a:spcPts val="0"/>
              </a:spcAft>
              <a:buClr>
                <a:schemeClr val="dk1"/>
              </a:buClr>
              <a:buSzPct val="100000"/>
              <a:buNone/>
            </a:pPr>
            <a:r>
              <a:rPr lang="es-MX" sz="3800"/>
              <a:t>            mov bx, di</a:t>
            </a:r>
            <a:endParaRPr/>
          </a:p>
          <a:p>
            <a:pPr indent="0" lvl="0" marL="0" rtl="0" algn="l">
              <a:lnSpc>
                <a:spcPct val="100000"/>
              </a:lnSpc>
              <a:spcBef>
                <a:spcPts val="247"/>
              </a:spcBef>
              <a:spcAft>
                <a:spcPts val="0"/>
              </a:spcAft>
              <a:buClr>
                <a:schemeClr val="dk1"/>
              </a:buClr>
              <a:buSzPct val="100000"/>
              <a:buNone/>
            </a:pPr>
            <a:r>
              <a:rPr lang="es-MX" sz="3800"/>
              <a:t>            cmp msg[si+bx], al ;posicion de la letra coincidente + di, comparar con la cadena</a:t>
            </a:r>
            <a:endParaRPr/>
          </a:p>
          <a:p>
            <a:pPr indent="0" lvl="0" marL="0" rtl="0" algn="l">
              <a:lnSpc>
                <a:spcPct val="100000"/>
              </a:lnSpc>
              <a:spcBef>
                <a:spcPts val="247"/>
              </a:spcBef>
              <a:spcAft>
                <a:spcPts val="0"/>
              </a:spcAft>
              <a:buClr>
                <a:schemeClr val="dk1"/>
              </a:buClr>
              <a:buSzPct val="100000"/>
              <a:buNone/>
            </a:pPr>
            <a:r>
              <a:rPr lang="es-MX" sz="3800"/>
              <a:t>            jne seguir ;si no coincide mandar a seguir</a:t>
            </a:r>
            <a:endParaRPr/>
          </a:p>
          <a:p>
            <a:pPr indent="0" lvl="0" marL="0" rtl="0" algn="l">
              <a:lnSpc>
                <a:spcPct val="100000"/>
              </a:lnSpc>
              <a:spcBef>
                <a:spcPts val="247"/>
              </a:spcBef>
              <a:spcAft>
                <a:spcPts val="0"/>
              </a:spcAft>
              <a:buClr>
                <a:schemeClr val="dk1"/>
              </a:buClr>
              <a:buSzPct val="100000"/>
              <a:buNone/>
            </a:pPr>
            <a:r>
              <a:rPr lang="es-MX" sz="3800"/>
              <a:t>            inc di ;incrementar di para seguir recorriendo cadena </a:t>
            </a:r>
            <a:endParaRPr/>
          </a:p>
          <a:p>
            <a:pPr indent="0" lvl="0" marL="0" rtl="0" algn="l">
              <a:lnSpc>
                <a:spcPct val="100000"/>
              </a:lnSpc>
              <a:spcBef>
                <a:spcPts val="247"/>
              </a:spcBef>
              <a:spcAft>
                <a:spcPts val="0"/>
              </a:spcAft>
              <a:buClr>
                <a:schemeClr val="dk1"/>
              </a:buClr>
              <a:buSzPct val="100000"/>
              <a:buNone/>
            </a:pPr>
            <a:r>
              <a:rPr lang="es-MX" sz="3800"/>
              <a:t>            cmp msg2[di],"$" ;si es el fin de la cadena y el programa llego aca quiere decir que la cadena es parte de la palabra</a:t>
            </a:r>
            <a:endParaRPr/>
          </a:p>
          <a:p>
            <a:pPr indent="0" lvl="0" marL="0" rtl="0" algn="l">
              <a:lnSpc>
                <a:spcPct val="100000"/>
              </a:lnSpc>
              <a:spcBef>
                <a:spcPts val="247"/>
              </a:spcBef>
              <a:spcAft>
                <a:spcPts val="0"/>
              </a:spcAft>
              <a:buClr>
                <a:schemeClr val="dk1"/>
              </a:buClr>
              <a:buSzPct val="100000"/>
              <a:buNone/>
            </a:pPr>
            <a:r>
              <a:rPr lang="es-MX" sz="3800"/>
              <a:t>            jz resultado </a:t>
            </a:r>
            <a:endParaRPr/>
          </a:p>
          <a:p>
            <a:pPr indent="0" lvl="0" marL="0" rtl="0" algn="l">
              <a:lnSpc>
                <a:spcPct val="100000"/>
              </a:lnSpc>
              <a:spcBef>
                <a:spcPts val="247"/>
              </a:spcBef>
              <a:spcAft>
                <a:spcPts val="0"/>
              </a:spcAft>
              <a:buClr>
                <a:schemeClr val="dk1"/>
              </a:buClr>
              <a:buSzPct val="100000"/>
              <a:buNone/>
            </a:pPr>
            <a:r>
              <a:rPr lang="es-MX" sz="3800"/>
              <a:t>            loop comprobar ;bucle para recorrer cadena </a:t>
            </a:r>
            <a:endParaRPr/>
          </a:p>
          <a:p>
            <a:pPr indent="0" lvl="0" marL="0" rtl="0" algn="l">
              <a:lnSpc>
                <a:spcPct val="100000"/>
              </a:lnSpc>
              <a:spcBef>
                <a:spcPts val="247"/>
              </a:spcBef>
              <a:spcAft>
                <a:spcPts val="0"/>
              </a:spcAft>
              <a:buClr>
                <a:schemeClr val="dk1"/>
              </a:buClr>
              <a:buSzPct val="100000"/>
              <a:buNone/>
            </a:pPr>
            <a:r>
              <a:rPr lang="es-MX" sz="3800"/>
              <a:t>seguir:     inc si ;para seguir recorriendo la palabra</a:t>
            </a:r>
            <a:endParaRPr/>
          </a:p>
          <a:p>
            <a:pPr indent="0" lvl="0" marL="0" rtl="0" algn="l">
              <a:lnSpc>
                <a:spcPct val="100000"/>
              </a:lnSpc>
              <a:spcBef>
                <a:spcPts val="247"/>
              </a:spcBef>
              <a:spcAft>
                <a:spcPts val="0"/>
              </a:spcAft>
              <a:buClr>
                <a:schemeClr val="dk1"/>
              </a:buClr>
              <a:buSzPct val="100000"/>
              <a:buNone/>
            </a:pPr>
            <a:r>
              <a:rPr lang="es-MX" sz="3800"/>
              <a:t>            loop comienzo ;bucle principal para recorrer palabra</a:t>
            </a:r>
            <a:endParaRPr/>
          </a:p>
          <a:p>
            <a:pPr indent="0" lvl="0" marL="0" rtl="0" algn="l">
              <a:lnSpc>
                <a:spcPct val="100000"/>
              </a:lnSpc>
              <a:spcBef>
                <a:spcPts val="247"/>
              </a:spcBef>
              <a:spcAft>
                <a:spcPts val="0"/>
              </a:spcAft>
              <a:buClr>
                <a:schemeClr val="dk1"/>
              </a:buClr>
              <a:buSzPct val="100000"/>
              <a:buNone/>
            </a:pPr>
            <a:r>
              <a:rPr lang="es-MX" sz="3800"/>
              <a:t>resultado:  mov dx, offset msg3 ;copiar msg3 a dx</a:t>
            </a:r>
            <a:endParaRPr/>
          </a:p>
          <a:p>
            <a:pPr indent="0" lvl="0" marL="0" rtl="0" algn="l">
              <a:lnSpc>
                <a:spcPct val="100000"/>
              </a:lnSpc>
              <a:spcBef>
                <a:spcPts val="247"/>
              </a:spcBef>
              <a:spcAft>
                <a:spcPts val="0"/>
              </a:spcAft>
              <a:buClr>
                <a:schemeClr val="dk1"/>
              </a:buClr>
              <a:buSzPct val="100000"/>
              <a:buNone/>
            </a:pPr>
            <a:r>
              <a:rPr lang="es-MX" sz="3800"/>
              <a:t>            mov ah, 9 ;preparar ah con 9 para la interrupcion 21h</a:t>
            </a:r>
            <a:endParaRPr/>
          </a:p>
          <a:p>
            <a:pPr indent="0" lvl="0" marL="0" rtl="0" algn="l">
              <a:lnSpc>
                <a:spcPct val="100000"/>
              </a:lnSpc>
              <a:spcBef>
                <a:spcPts val="247"/>
              </a:spcBef>
              <a:spcAft>
                <a:spcPts val="0"/>
              </a:spcAft>
              <a:buClr>
                <a:schemeClr val="dk1"/>
              </a:buClr>
              <a:buSzPct val="100000"/>
              <a:buNone/>
            </a:pPr>
            <a:r>
              <a:rPr lang="es-MX" sz="3800"/>
              <a:t>            int 21h ;mostrar contenido en dx</a:t>
            </a:r>
            <a:endParaRPr/>
          </a:p>
          <a:p>
            <a:pPr indent="0" lvl="0" marL="0" rtl="0" algn="l">
              <a:lnSpc>
                <a:spcPct val="100000"/>
              </a:lnSpc>
              <a:spcBef>
                <a:spcPts val="247"/>
              </a:spcBef>
              <a:spcAft>
                <a:spcPts val="0"/>
              </a:spcAft>
              <a:buClr>
                <a:schemeClr val="dk1"/>
              </a:buClr>
              <a:buSzPct val="100000"/>
              <a:buNone/>
            </a:pPr>
            <a:r>
              <a:rPr lang="es-MX" sz="3800"/>
              <a:t>final:      ret</a:t>
            </a:r>
            <a:endParaRPr sz="3800"/>
          </a:p>
          <a:p>
            <a:pPr indent="0" lvl="0" marL="0" rtl="0" algn="l">
              <a:lnSpc>
                <a:spcPct val="100000"/>
              </a:lnSpc>
              <a:spcBef>
                <a:spcPts val="208"/>
              </a:spcBef>
              <a:spcAft>
                <a:spcPts val="0"/>
              </a:spcAft>
              <a:buClr>
                <a:schemeClr val="dk1"/>
              </a:buClr>
              <a:buSzPct val="100000"/>
              <a:buNone/>
            </a:pPr>
            <a:r>
              <a:t/>
            </a:r>
            <a:endParaRPr/>
          </a:p>
        </p:txBody>
      </p:sp>
      <p:sp>
        <p:nvSpPr>
          <p:cNvPr id="3612" name="Google Shape;3612;p4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613" name="Google Shape;3613;p4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7" name="Shape 3617"/>
        <p:cNvGrpSpPr/>
        <p:nvPr/>
      </p:nvGrpSpPr>
      <p:grpSpPr>
        <a:xfrm>
          <a:off x="0" y="0"/>
          <a:ext cx="0" cy="0"/>
          <a:chOff x="0" y="0"/>
          <a:chExt cx="0" cy="0"/>
        </a:xfrm>
      </p:grpSpPr>
      <p:sp>
        <p:nvSpPr>
          <p:cNvPr id="3618" name="Google Shape;3618;p456"/>
          <p:cNvSpPr txBox="1"/>
          <p:nvPr>
            <p:ph idx="1" type="body"/>
          </p:nvPr>
        </p:nvSpPr>
        <p:spPr>
          <a:xfrm>
            <a:off x="457200" y="332656"/>
            <a:ext cx="8229600" cy="5793507"/>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    mov si, 0</a:t>
            </a:r>
            <a:endParaRPr/>
          </a:p>
          <a:p>
            <a:pPr indent="0" lvl="0" marL="0" rtl="0" algn="l">
              <a:lnSpc>
                <a:spcPct val="100000"/>
              </a:lnSpc>
              <a:spcBef>
                <a:spcPts val="352"/>
              </a:spcBef>
              <a:spcAft>
                <a:spcPts val="0"/>
              </a:spcAft>
              <a:buClr>
                <a:schemeClr val="dk1"/>
              </a:buClr>
              <a:buSzPct val="100000"/>
              <a:buNone/>
            </a:pPr>
            <a:r>
              <a:rPr lang="es-MX"/>
              <a:t>lectura:    mov ah,1</a:t>
            </a:r>
            <a:endParaRPr/>
          </a:p>
          <a:p>
            <a:pPr indent="0" lvl="0" marL="0" rtl="0" algn="l">
              <a:lnSpc>
                <a:spcPct val="100000"/>
              </a:lnSpc>
              <a:spcBef>
                <a:spcPts val="352"/>
              </a:spcBef>
              <a:spcAft>
                <a:spcPts val="0"/>
              </a:spcAft>
              <a:buClr>
                <a:schemeClr val="dk1"/>
              </a:buClr>
              <a:buSzPct val="100000"/>
              <a:buNone/>
            </a:pPr>
            <a:r>
              <a:rPr lang="es-MX"/>
              <a:t>            int 21h</a:t>
            </a:r>
            <a:endParaRPr/>
          </a:p>
          <a:p>
            <a:pPr indent="0" lvl="0" marL="0" rtl="0" algn="l">
              <a:lnSpc>
                <a:spcPct val="100000"/>
              </a:lnSpc>
              <a:spcBef>
                <a:spcPts val="352"/>
              </a:spcBef>
              <a:spcAft>
                <a:spcPts val="0"/>
              </a:spcAft>
              <a:buClr>
                <a:schemeClr val="dk1"/>
              </a:buClr>
              <a:buSzPct val="100000"/>
              <a:buNone/>
            </a:pPr>
            <a:r>
              <a:rPr lang="es-MX"/>
              <a:t>            cmp al,13 </a:t>
            </a:r>
            <a:endParaRPr/>
          </a:p>
          <a:p>
            <a:pPr indent="0" lvl="0" marL="0" rtl="0" algn="l">
              <a:lnSpc>
                <a:spcPct val="100000"/>
              </a:lnSpc>
              <a:spcBef>
                <a:spcPts val="352"/>
              </a:spcBef>
              <a:spcAft>
                <a:spcPts val="0"/>
              </a:spcAft>
              <a:buClr>
                <a:schemeClr val="dk1"/>
              </a:buClr>
              <a:buSzPct val="100000"/>
              <a:buNone/>
            </a:pPr>
            <a:r>
              <a:rPr lang="es-MX"/>
              <a:t>            jz resultado: </a:t>
            </a:r>
            <a:endParaRPr/>
          </a:p>
          <a:p>
            <a:pPr indent="0" lvl="0" marL="0" rtl="0" algn="l">
              <a:lnSpc>
                <a:spcPct val="100000"/>
              </a:lnSpc>
              <a:spcBef>
                <a:spcPts val="352"/>
              </a:spcBef>
              <a:spcAft>
                <a:spcPts val="0"/>
              </a:spcAft>
              <a:buClr>
                <a:schemeClr val="dk1"/>
              </a:buClr>
              <a:buSzPct val="100000"/>
              <a:buNone/>
            </a:pPr>
            <a:r>
              <a:rPr lang="es-MX"/>
              <a:t>            cmp al, 57 </a:t>
            </a:r>
            <a:endParaRPr/>
          </a:p>
          <a:p>
            <a:pPr indent="0" lvl="0" marL="0" rtl="0" algn="l">
              <a:lnSpc>
                <a:spcPct val="100000"/>
              </a:lnSpc>
              <a:spcBef>
                <a:spcPts val="352"/>
              </a:spcBef>
              <a:spcAft>
                <a:spcPts val="0"/>
              </a:spcAft>
              <a:buClr>
                <a:schemeClr val="dk1"/>
              </a:buClr>
              <a:buSzPct val="100000"/>
              <a:buNone/>
            </a:pPr>
            <a:r>
              <a:rPr lang="es-MX"/>
              <a:t>            ja fin3</a:t>
            </a:r>
            <a:endParaRPr/>
          </a:p>
          <a:p>
            <a:pPr indent="0" lvl="0" marL="0" rtl="0" algn="l">
              <a:lnSpc>
                <a:spcPct val="100000"/>
              </a:lnSpc>
              <a:spcBef>
                <a:spcPts val="352"/>
              </a:spcBef>
              <a:spcAft>
                <a:spcPts val="0"/>
              </a:spcAft>
              <a:buClr>
                <a:schemeClr val="dk1"/>
              </a:buClr>
              <a:buSzPct val="100000"/>
              <a:buNone/>
            </a:pPr>
            <a:r>
              <a:rPr lang="es-MX"/>
              <a:t>            cmp al,47</a:t>
            </a:r>
            <a:endParaRPr/>
          </a:p>
          <a:p>
            <a:pPr indent="0" lvl="0" marL="0" rtl="0" algn="l">
              <a:lnSpc>
                <a:spcPct val="100000"/>
              </a:lnSpc>
              <a:spcBef>
                <a:spcPts val="352"/>
              </a:spcBef>
              <a:spcAft>
                <a:spcPts val="0"/>
              </a:spcAft>
              <a:buClr>
                <a:schemeClr val="dk1"/>
              </a:buClr>
              <a:buSzPct val="100000"/>
              <a:buNone/>
            </a:pPr>
            <a:r>
              <a:rPr lang="es-MX"/>
              <a:t>            jng fin3</a:t>
            </a:r>
            <a:endParaRPr/>
          </a:p>
          <a:p>
            <a:pPr indent="0" lvl="0" marL="0" rtl="0" algn="l">
              <a:lnSpc>
                <a:spcPct val="100000"/>
              </a:lnSpc>
              <a:spcBef>
                <a:spcPts val="352"/>
              </a:spcBef>
              <a:spcAft>
                <a:spcPts val="0"/>
              </a:spcAft>
              <a:buClr>
                <a:schemeClr val="dk1"/>
              </a:buClr>
              <a:buSzPct val="100000"/>
              <a:buNone/>
            </a:pPr>
            <a:r>
              <a:rPr lang="es-MX"/>
              <a:t>            mov bx[si], al</a:t>
            </a:r>
            <a:endParaRPr/>
          </a:p>
          <a:p>
            <a:pPr indent="0" lvl="0" marL="0" rtl="0" algn="l">
              <a:lnSpc>
                <a:spcPct val="100000"/>
              </a:lnSpc>
              <a:spcBef>
                <a:spcPts val="352"/>
              </a:spcBef>
              <a:spcAft>
                <a:spcPts val="0"/>
              </a:spcAft>
              <a:buClr>
                <a:schemeClr val="dk1"/>
              </a:buClr>
              <a:buSzPct val="100000"/>
              <a:buNone/>
            </a:pPr>
            <a:r>
              <a:rPr lang="es-MX"/>
              <a:t>            inc si</a:t>
            </a:r>
            <a:endParaRPr/>
          </a:p>
          <a:p>
            <a:pPr indent="0" lvl="0" marL="0" rtl="0" algn="l">
              <a:lnSpc>
                <a:spcPct val="100000"/>
              </a:lnSpc>
              <a:spcBef>
                <a:spcPts val="352"/>
              </a:spcBef>
              <a:spcAft>
                <a:spcPts val="0"/>
              </a:spcAft>
              <a:buClr>
                <a:schemeClr val="dk1"/>
              </a:buClr>
              <a:buSzPct val="100000"/>
              <a:buNone/>
            </a:pPr>
            <a:r>
              <a:rPr lang="es-MX"/>
              <a:t> fin3:      jmp lectura </a:t>
            </a:r>
            <a:endParaRPr/>
          </a:p>
          <a:p>
            <a:pPr indent="0" lvl="0" marL="0" rtl="0" algn="l">
              <a:lnSpc>
                <a:spcPct val="100000"/>
              </a:lnSpc>
              <a:spcBef>
                <a:spcPts val="352"/>
              </a:spcBef>
              <a:spcAft>
                <a:spcPts val="0"/>
              </a:spcAft>
              <a:buClr>
                <a:schemeClr val="dk1"/>
              </a:buClr>
              <a:buSzPct val="100000"/>
              <a:buNone/>
            </a:pPr>
            <a:r>
              <a:rPr lang="es-MX"/>
              <a:t> resultado: mov ah,00h </a:t>
            </a:r>
            <a:endParaRPr/>
          </a:p>
          <a:p>
            <a:pPr indent="0" lvl="0" marL="0" rtl="0" algn="l">
              <a:lnSpc>
                <a:spcPct val="100000"/>
              </a:lnSpc>
              <a:spcBef>
                <a:spcPts val="352"/>
              </a:spcBef>
              <a:spcAft>
                <a:spcPts val="0"/>
              </a:spcAft>
              <a:buClr>
                <a:schemeClr val="dk1"/>
              </a:buClr>
              <a:buSzPct val="100000"/>
              <a:buNone/>
            </a:pPr>
            <a:r>
              <a:rPr lang="es-MX"/>
              <a:t>            mov al,03h</a:t>
            </a:r>
            <a:endParaRPr/>
          </a:p>
          <a:p>
            <a:pPr indent="0" lvl="0" marL="0" rtl="0" algn="l">
              <a:lnSpc>
                <a:spcPct val="100000"/>
              </a:lnSpc>
              <a:spcBef>
                <a:spcPts val="352"/>
              </a:spcBef>
              <a:spcAft>
                <a:spcPts val="0"/>
              </a:spcAft>
              <a:buClr>
                <a:schemeClr val="dk1"/>
              </a:buClr>
              <a:buSzPct val="100000"/>
              <a:buNone/>
            </a:pPr>
            <a:r>
              <a:rPr lang="es-MX"/>
              <a:t>            int 10h</a:t>
            </a:r>
            <a:endParaRPr/>
          </a:p>
          <a:p>
            <a:pPr indent="0" lvl="0" marL="0" rtl="0" algn="l">
              <a:lnSpc>
                <a:spcPct val="100000"/>
              </a:lnSpc>
              <a:spcBef>
                <a:spcPts val="352"/>
              </a:spcBef>
              <a:spcAft>
                <a:spcPts val="0"/>
              </a:spcAft>
              <a:buClr>
                <a:schemeClr val="dk1"/>
              </a:buClr>
              <a:buSzPct val="100000"/>
              <a:buNone/>
            </a:pPr>
            <a:r>
              <a:rPr lang="es-MX"/>
              <a:t>            mov bx[si], "$" </a:t>
            </a:r>
            <a:endParaRPr/>
          </a:p>
          <a:p>
            <a:pPr indent="0" lvl="0" marL="0" rtl="0" algn="l">
              <a:lnSpc>
                <a:spcPct val="100000"/>
              </a:lnSpc>
              <a:spcBef>
                <a:spcPts val="352"/>
              </a:spcBef>
              <a:spcAft>
                <a:spcPts val="0"/>
              </a:spcAft>
              <a:buClr>
                <a:schemeClr val="dk1"/>
              </a:buClr>
              <a:buSzPct val="100000"/>
              <a:buNone/>
            </a:pPr>
            <a:r>
              <a:rPr lang="es-MX"/>
              <a:t>            mov dx, offset bx</a:t>
            </a:r>
            <a:endParaRPr/>
          </a:p>
          <a:p>
            <a:pPr indent="0" lvl="0" marL="0" rtl="0" algn="l">
              <a:lnSpc>
                <a:spcPct val="100000"/>
              </a:lnSpc>
              <a:spcBef>
                <a:spcPts val="352"/>
              </a:spcBef>
              <a:spcAft>
                <a:spcPts val="0"/>
              </a:spcAft>
              <a:buClr>
                <a:schemeClr val="dk1"/>
              </a:buClr>
              <a:buSzPct val="100000"/>
              <a:buNone/>
            </a:pPr>
            <a:r>
              <a:rPr lang="es-MX"/>
              <a:t>            mov ah, 9</a:t>
            </a:r>
            <a:endParaRPr/>
          </a:p>
          <a:p>
            <a:pPr indent="0" lvl="0" marL="0" rtl="0" algn="l">
              <a:lnSpc>
                <a:spcPct val="100000"/>
              </a:lnSpc>
              <a:spcBef>
                <a:spcPts val="352"/>
              </a:spcBef>
              <a:spcAft>
                <a:spcPts val="0"/>
              </a:spcAft>
              <a:buClr>
                <a:schemeClr val="dk1"/>
              </a:buClr>
              <a:buSzPct val="100000"/>
              <a:buNone/>
            </a:pPr>
            <a:r>
              <a:rPr lang="es-MX"/>
              <a:t>            int 21h </a:t>
            </a:r>
            <a:endParaRPr/>
          </a:p>
        </p:txBody>
      </p:sp>
      <p:sp>
        <p:nvSpPr>
          <p:cNvPr id="3619" name="Google Shape;3619;p4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620" name="Google Shape;3620;p4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4" name="Shape 3624"/>
        <p:cNvGrpSpPr/>
        <p:nvPr/>
      </p:nvGrpSpPr>
      <p:grpSpPr>
        <a:xfrm>
          <a:off x="0" y="0"/>
          <a:ext cx="0" cy="0"/>
          <a:chOff x="0" y="0"/>
          <a:chExt cx="0" cy="0"/>
        </a:xfrm>
      </p:grpSpPr>
      <p:sp>
        <p:nvSpPr>
          <p:cNvPr id="3625" name="Google Shape;3625;p4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chemeClr val="dk1"/>
              </a:buClr>
              <a:buSzPts val="1600"/>
              <a:buFont typeface="Calibri"/>
              <a:buNone/>
            </a:pPr>
            <a:r>
              <a:rPr lang="es-MX" sz="1600"/>
              <a:t>Escribir una programa que reciba una cadena ingresada por teclado, terminada en ENTER. Luego que elimine todos los caracteres que no son dígitos, sin utilizar una variable auxiliar.</a:t>
            </a:r>
            <a:endParaRPr/>
          </a:p>
        </p:txBody>
      </p:sp>
      <p:sp>
        <p:nvSpPr>
          <p:cNvPr id="3626" name="Google Shape;3626;p4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256"/>
              </a:spcBef>
              <a:spcAft>
                <a:spcPts val="0"/>
              </a:spcAft>
              <a:buClr>
                <a:schemeClr val="dk1"/>
              </a:buClr>
              <a:buSzPct val="100000"/>
              <a:buNone/>
            </a:pPr>
            <a:r>
              <a:rPr lang="es-MX"/>
              <a:t>    mov si, 0</a:t>
            </a:r>
            <a:endParaRPr/>
          </a:p>
          <a:p>
            <a:pPr indent="0" lvl="0" marL="0" rtl="0" algn="l">
              <a:lnSpc>
                <a:spcPct val="100000"/>
              </a:lnSpc>
              <a:spcBef>
                <a:spcPts val="256"/>
              </a:spcBef>
              <a:spcAft>
                <a:spcPts val="0"/>
              </a:spcAft>
              <a:buClr>
                <a:schemeClr val="dk1"/>
              </a:buClr>
              <a:buSzPct val="100000"/>
              <a:buNone/>
            </a:pPr>
            <a:r>
              <a:rPr lang="es-MX"/>
              <a:t>lectura:    mov ah,1</a:t>
            </a:r>
            <a:endParaRPr/>
          </a:p>
          <a:p>
            <a:pPr indent="0" lvl="0" marL="0" rtl="0" algn="l">
              <a:lnSpc>
                <a:spcPct val="100000"/>
              </a:lnSpc>
              <a:spcBef>
                <a:spcPts val="256"/>
              </a:spcBef>
              <a:spcAft>
                <a:spcPts val="0"/>
              </a:spcAft>
              <a:buClr>
                <a:schemeClr val="dk1"/>
              </a:buClr>
              <a:buSzPct val="100000"/>
              <a:buNone/>
            </a:pPr>
            <a:r>
              <a:rPr lang="es-MX"/>
              <a:t>            int 21h</a:t>
            </a:r>
            <a:endParaRPr/>
          </a:p>
          <a:p>
            <a:pPr indent="0" lvl="0" marL="0" rtl="0" algn="l">
              <a:lnSpc>
                <a:spcPct val="100000"/>
              </a:lnSpc>
              <a:spcBef>
                <a:spcPts val="256"/>
              </a:spcBef>
              <a:spcAft>
                <a:spcPts val="0"/>
              </a:spcAft>
              <a:buClr>
                <a:schemeClr val="dk1"/>
              </a:buClr>
              <a:buSzPct val="100000"/>
              <a:buNone/>
            </a:pPr>
            <a:r>
              <a:rPr lang="es-MX"/>
              <a:t>            cmp al,13 </a:t>
            </a:r>
            <a:endParaRPr/>
          </a:p>
          <a:p>
            <a:pPr indent="0" lvl="0" marL="0" rtl="0" algn="l">
              <a:lnSpc>
                <a:spcPct val="100000"/>
              </a:lnSpc>
              <a:spcBef>
                <a:spcPts val="256"/>
              </a:spcBef>
              <a:spcAft>
                <a:spcPts val="0"/>
              </a:spcAft>
              <a:buClr>
                <a:schemeClr val="dk1"/>
              </a:buClr>
              <a:buSzPct val="100000"/>
              <a:buNone/>
            </a:pPr>
            <a:r>
              <a:rPr lang="es-MX"/>
              <a:t>            jz resultado: </a:t>
            </a:r>
            <a:endParaRPr/>
          </a:p>
          <a:p>
            <a:pPr indent="0" lvl="0" marL="0" rtl="0" algn="l">
              <a:lnSpc>
                <a:spcPct val="100000"/>
              </a:lnSpc>
              <a:spcBef>
                <a:spcPts val="256"/>
              </a:spcBef>
              <a:spcAft>
                <a:spcPts val="0"/>
              </a:spcAft>
              <a:buClr>
                <a:schemeClr val="dk1"/>
              </a:buClr>
              <a:buSzPct val="100000"/>
              <a:buNone/>
            </a:pPr>
            <a:r>
              <a:rPr lang="es-MX"/>
              <a:t>            cmp al, 57 ;si tecla es mayor a 57 entonces ir a fin3 (tecla &gt; 57) </a:t>
            </a:r>
            <a:endParaRPr/>
          </a:p>
          <a:p>
            <a:pPr indent="0" lvl="0" marL="0" rtl="0" algn="l">
              <a:lnSpc>
                <a:spcPct val="100000"/>
              </a:lnSpc>
              <a:spcBef>
                <a:spcPts val="256"/>
              </a:spcBef>
              <a:spcAft>
                <a:spcPts val="0"/>
              </a:spcAft>
              <a:buClr>
                <a:schemeClr val="dk1"/>
              </a:buClr>
              <a:buSzPct val="100000"/>
              <a:buNone/>
            </a:pPr>
            <a:r>
              <a:rPr lang="es-MX"/>
              <a:t>            ja fin3</a:t>
            </a:r>
            <a:endParaRPr/>
          </a:p>
          <a:p>
            <a:pPr indent="0" lvl="0" marL="0" rtl="0" algn="l">
              <a:lnSpc>
                <a:spcPct val="100000"/>
              </a:lnSpc>
              <a:spcBef>
                <a:spcPts val="256"/>
              </a:spcBef>
              <a:spcAft>
                <a:spcPts val="0"/>
              </a:spcAft>
              <a:buClr>
                <a:schemeClr val="dk1"/>
              </a:buClr>
              <a:buSzPct val="100000"/>
              <a:buNone/>
            </a:pPr>
            <a:r>
              <a:rPr lang="es-MX"/>
              <a:t>            cmp al,47 ;si tecla no es mayor a 47 ir a fin3 (tecla &lt;= 47)</a:t>
            </a:r>
            <a:endParaRPr/>
          </a:p>
          <a:p>
            <a:pPr indent="0" lvl="0" marL="0" rtl="0" algn="l">
              <a:lnSpc>
                <a:spcPct val="100000"/>
              </a:lnSpc>
              <a:spcBef>
                <a:spcPts val="256"/>
              </a:spcBef>
              <a:spcAft>
                <a:spcPts val="0"/>
              </a:spcAft>
              <a:buClr>
                <a:schemeClr val="dk1"/>
              </a:buClr>
              <a:buSzPct val="100000"/>
              <a:buNone/>
            </a:pPr>
            <a:r>
              <a:rPr lang="es-MX"/>
              <a:t>            jng fin3</a:t>
            </a:r>
            <a:endParaRPr/>
          </a:p>
          <a:p>
            <a:pPr indent="0" lvl="0" marL="0" rtl="0" algn="l">
              <a:lnSpc>
                <a:spcPct val="100000"/>
              </a:lnSpc>
              <a:spcBef>
                <a:spcPts val="256"/>
              </a:spcBef>
              <a:spcAft>
                <a:spcPts val="0"/>
              </a:spcAft>
              <a:buClr>
                <a:schemeClr val="dk1"/>
              </a:buClr>
              <a:buSzPct val="100000"/>
              <a:buNone/>
            </a:pPr>
            <a:r>
              <a:rPr lang="es-MX"/>
              <a:t>            mov bx[si], al ;si es un digito entonces guardo en bx</a:t>
            </a:r>
            <a:endParaRPr/>
          </a:p>
          <a:p>
            <a:pPr indent="0" lvl="0" marL="0" rtl="0" algn="l">
              <a:lnSpc>
                <a:spcPct val="100000"/>
              </a:lnSpc>
              <a:spcBef>
                <a:spcPts val="256"/>
              </a:spcBef>
              <a:spcAft>
                <a:spcPts val="0"/>
              </a:spcAft>
              <a:buClr>
                <a:schemeClr val="dk1"/>
              </a:buClr>
              <a:buSzPct val="100000"/>
              <a:buNone/>
            </a:pPr>
            <a:r>
              <a:rPr lang="es-MX"/>
              <a:t>            inc si ;incrementa si</a:t>
            </a:r>
            <a:endParaRPr/>
          </a:p>
          <a:p>
            <a:pPr indent="0" lvl="0" marL="0" rtl="0" algn="l">
              <a:lnSpc>
                <a:spcPct val="100000"/>
              </a:lnSpc>
              <a:spcBef>
                <a:spcPts val="256"/>
              </a:spcBef>
              <a:spcAft>
                <a:spcPts val="0"/>
              </a:spcAft>
              <a:buClr>
                <a:schemeClr val="dk1"/>
              </a:buClr>
              <a:buSzPct val="100000"/>
              <a:buNone/>
            </a:pPr>
            <a:r>
              <a:rPr lang="es-MX"/>
              <a:t> fin3:      jmp lectura </a:t>
            </a:r>
            <a:endParaRPr/>
          </a:p>
          <a:p>
            <a:pPr indent="0" lvl="0" marL="0" rtl="0" algn="l">
              <a:lnSpc>
                <a:spcPct val="100000"/>
              </a:lnSpc>
              <a:spcBef>
                <a:spcPts val="256"/>
              </a:spcBef>
              <a:spcAft>
                <a:spcPts val="0"/>
              </a:spcAft>
              <a:buClr>
                <a:schemeClr val="dk1"/>
              </a:buClr>
              <a:buSzPct val="100000"/>
              <a:buNone/>
            </a:pPr>
            <a:r>
              <a:rPr lang="es-MX"/>
              <a:t> resultado: mov ah,00h ;limpia la pantalla</a:t>
            </a:r>
            <a:endParaRPr/>
          </a:p>
          <a:p>
            <a:pPr indent="0" lvl="0" marL="0" rtl="0" algn="l">
              <a:lnSpc>
                <a:spcPct val="100000"/>
              </a:lnSpc>
              <a:spcBef>
                <a:spcPts val="256"/>
              </a:spcBef>
              <a:spcAft>
                <a:spcPts val="0"/>
              </a:spcAft>
              <a:buClr>
                <a:schemeClr val="dk1"/>
              </a:buClr>
              <a:buSzPct val="100000"/>
              <a:buNone/>
            </a:pPr>
            <a:r>
              <a:rPr lang="es-MX"/>
              <a:t>            mov al,03h</a:t>
            </a:r>
            <a:endParaRPr/>
          </a:p>
          <a:p>
            <a:pPr indent="0" lvl="0" marL="0" rtl="0" algn="l">
              <a:lnSpc>
                <a:spcPct val="100000"/>
              </a:lnSpc>
              <a:spcBef>
                <a:spcPts val="256"/>
              </a:spcBef>
              <a:spcAft>
                <a:spcPts val="0"/>
              </a:spcAft>
              <a:buClr>
                <a:schemeClr val="dk1"/>
              </a:buClr>
              <a:buSzPct val="100000"/>
              <a:buNone/>
            </a:pPr>
            <a:r>
              <a:rPr lang="es-MX"/>
              <a:t>            int 10h</a:t>
            </a:r>
            <a:endParaRPr/>
          </a:p>
          <a:p>
            <a:pPr indent="0" lvl="0" marL="0" rtl="0" algn="l">
              <a:lnSpc>
                <a:spcPct val="100000"/>
              </a:lnSpc>
              <a:spcBef>
                <a:spcPts val="256"/>
              </a:spcBef>
              <a:spcAft>
                <a:spcPts val="0"/>
              </a:spcAft>
              <a:buClr>
                <a:schemeClr val="dk1"/>
              </a:buClr>
              <a:buSzPct val="100000"/>
              <a:buNone/>
            </a:pPr>
            <a:r>
              <a:rPr lang="es-MX"/>
              <a:t>            mov bx[si], "$" </a:t>
            </a:r>
            <a:endParaRPr/>
          </a:p>
          <a:p>
            <a:pPr indent="0" lvl="0" marL="0" rtl="0" algn="l">
              <a:lnSpc>
                <a:spcPct val="100000"/>
              </a:lnSpc>
              <a:spcBef>
                <a:spcPts val="256"/>
              </a:spcBef>
              <a:spcAft>
                <a:spcPts val="0"/>
              </a:spcAft>
              <a:buClr>
                <a:schemeClr val="dk1"/>
              </a:buClr>
              <a:buSzPct val="100000"/>
              <a:buNone/>
            </a:pPr>
            <a:r>
              <a:rPr lang="es-MX"/>
              <a:t>            mov dx, offset bx</a:t>
            </a:r>
            <a:endParaRPr/>
          </a:p>
          <a:p>
            <a:pPr indent="0" lvl="0" marL="0" rtl="0" algn="l">
              <a:lnSpc>
                <a:spcPct val="100000"/>
              </a:lnSpc>
              <a:spcBef>
                <a:spcPts val="256"/>
              </a:spcBef>
              <a:spcAft>
                <a:spcPts val="0"/>
              </a:spcAft>
              <a:buClr>
                <a:schemeClr val="dk1"/>
              </a:buClr>
              <a:buSzPct val="100000"/>
              <a:buNone/>
            </a:pPr>
            <a:r>
              <a:rPr lang="es-MX"/>
              <a:t>            mov ah, 9 ;preparar ah con 9 para la interrupcion 21h</a:t>
            </a:r>
            <a:endParaRPr/>
          </a:p>
          <a:p>
            <a:pPr indent="0" lvl="0" marL="0" rtl="0" algn="l">
              <a:lnSpc>
                <a:spcPct val="100000"/>
              </a:lnSpc>
              <a:spcBef>
                <a:spcPts val="256"/>
              </a:spcBef>
              <a:spcAft>
                <a:spcPts val="0"/>
              </a:spcAft>
              <a:buClr>
                <a:schemeClr val="dk1"/>
              </a:buClr>
              <a:buSzPct val="100000"/>
              <a:buNone/>
            </a:pPr>
            <a:r>
              <a:rPr lang="es-MX"/>
              <a:t>            int 21h ;mostrar contenido en dx retos los caracteres$"</a:t>
            </a:r>
            <a:endParaRPr/>
          </a:p>
        </p:txBody>
      </p:sp>
      <p:sp>
        <p:nvSpPr>
          <p:cNvPr id="3627" name="Google Shape;3627;p4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628" name="Google Shape;3628;p4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2" name="Shape 3632"/>
        <p:cNvGrpSpPr/>
        <p:nvPr/>
      </p:nvGrpSpPr>
      <p:grpSpPr>
        <a:xfrm>
          <a:off x="0" y="0"/>
          <a:ext cx="0" cy="0"/>
          <a:chOff x="0" y="0"/>
          <a:chExt cx="0" cy="0"/>
        </a:xfrm>
      </p:grpSpPr>
      <p:sp>
        <p:nvSpPr>
          <p:cNvPr id="3633" name="Google Shape;3633;p4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TEST</a:t>
            </a:r>
            <a:endParaRPr/>
          </a:p>
        </p:txBody>
      </p:sp>
      <p:sp>
        <p:nvSpPr>
          <p:cNvPr id="3634" name="Google Shape;3634;p4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00000"/>
              </a:lnSpc>
              <a:spcBef>
                <a:spcPts val="0"/>
              </a:spcBef>
              <a:spcAft>
                <a:spcPts val="0"/>
              </a:spcAft>
              <a:buClr>
                <a:schemeClr val="dk1"/>
              </a:buClr>
              <a:buSzPct val="100000"/>
              <a:buChar char="•"/>
            </a:pPr>
            <a:r>
              <a:rPr lang="es-MX"/>
              <a:t>Realiza Operación de comparación lógica</a:t>
            </a:r>
            <a:endParaRPr/>
          </a:p>
          <a:p>
            <a:pPr indent="-342900" lvl="0" marL="342900" rtl="0" algn="just">
              <a:lnSpc>
                <a:spcPct val="100000"/>
              </a:lnSpc>
              <a:spcBef>
                <a:spcPts val="592"/>
              </a:spcBef>
              <a:spcAft>
                <a:spcPts val="0"/>
              </a:spcAft>
              <a:buClr>
                <a:schemeClr val="dk1"/>
              </a:buClr>
              <a:buSzPct val="100000"/>
              <a:buChar char="•"/>
            </a:pPr>
            <a:r>
              <a:rPr lang="es-MX"/>
              <a:t>La instrucción TEST realiza la operación AND lógica bit a bit de dos operandos. Cada bit del resultado pone a 1 cuando los correspondientes bits de ambos operandos son 1; en cualquier otro caso será cero. El reultado de la instrucción no se utiliza y solamente son modificados los señalizadores apropiados.</a:t>
            </a:r>
            <a:endParaRPr/>
          </a:p>
          <a:p>
            <a:pPr indent="-342900" lvl="0" marL="342900" rtl="0" algn="just">
              <a:lnSpc>
                <a:spcPct val="100000"/>
              </a:lnSpc>
              <a:spcBef>
                <a:spcPts val="592"/>
              </a:spcBef>
              <a:spcAft>
                <a:spcPts val="0"/>
              </a:spcAft>
              <a:buClr>
                <a:schemeClr val="dk1"/>
              </a:buClr>
              <a:buSzPct val="100000"/>
              <a:buChar char="•"/>
            </a:pPr>
            <a:r>
              <a:rPr lang="es-MX"/>
              <a:t>Sintaxis: TEST Destino, fuente</a:t>
            </a:r>
            <a:endParaRPr/>
          </a:p>
          <a:p>
            <a:pPr indent="-342900" lvl="0" marL="342900" rtl="0" algn="just">
              <a:lnSpc>
                <a:spcPct val="100000"/>
              </a:lnSpc>
              <a:spcBef>
                <a:spcPts val="592"/>
              </a:spcBef>
              <a:spcAft>
                <a:spcPts val="0"/>
              </a:spcAft>
              <a:buClr>
                <a:schemeClr val="dk1"/>
              </a:buClr>
              <a:buSzPct val="100000"/>
              <a:buChar char="•"/>
            </a:pPr>
            <a:r>
              <a:rPr lang="es-MX"/>
              <a:t>Señalizadores Afectados O=0, C=0, S, Z,P</a:t>
            </a:r>
            <a:endParaRPr/>
          </a:p>
          <a:p>
            <a:pPr indent="-342900" lvl="0" marL="342900" rtl="0" algn="just">
              <a:lnSpc>
                <a:spcPct val="100000"/>
              </a:lnSpc>
              <a:spcBef>
                <a:spcPts val="592"/>
              </a:spcBef>
              <a:spcAft>
                <a:spcPts val="0"/>
              </a:spcAft>
              <a:buClr>
                <a:schemeClr val="dk1"/>
              </a:buClr>
              <a:buSzPct val="100000"/>
              <a:buChar char="•"/>
            </a:pPr>
            <a:r>
              <a:rPr lang="es-MX"/>
              <a:t>Señalizadores No afectados: A</a:t>
            </a:r>
            <a:endParaRPr/>
          </a:p>
        </p:txBody>
      </p:sp>
      <p:sp>
        <p:nvSpPr>
          <p:cNvPr id="3635" name="Google Shape;3635;p4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636" name="Google Shape;3636;p4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0" name="Shape 3640"/>
        <p:cNvGrpSpPr/>
        <p:nvPr/>
      </p:nvGrpSpPr>
      <p:grpSpPr>
        <a:xfrm>
          <a:off x="0" y="0"/>
          <a:ext cx="0" cy="0"/>
          <a:chOff x="0" y="0"/>
          <a:chExt cx="0" cy="0"/>
        </a:xfrm>
      </p:grpSpPr>
      <p:sp>
        <p:nvSpPr>
          <p:cNvPr id="3641" name="Google Shape;3641;p4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642" name="Google Shape;3642;p4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96"/>
              </a:spcBef>
              <a:spcAft>
                <a:spcPts val="0"/>
              </a:spcAft>
              <a:buClr>
                <a:schemeClr val="dk1"/>
              </a:buClr>
              <a:buSzPct val="100000"/>
              <a:buNone/>
            </a:pPr>
            <a:r>
              <a:t/>
            </a:r>
            <a:endParaRPr/>
          </a:p>
          <a:p>
            <a:pPr indent="0" lvl="0" marL="0" rtl="0" algn="l">
              <a:lnSpc>
                <a:spcPct val="100000"/>
              </a:lnSpc>
              <a:spcBef>
                <a:spcPts val="496"/>
              </a:spcBef>
              <a:spcAft>
                <a:spcPts val="0"/>
              </a:spcAft>
              <a:buClr>
                <a:schemeClr val="dk1"/>
              </a:buClr>
              <a:buSzPct val="100000"/>
              <a:buNone/>
            </a:pPr>
            <a:r>
              <a:rPr lang="es-MX"/>
              <a:t>jmp start</a:t>
            </a:r>
            <a:endParaRPr/>
          </a:p>
          <a:p>
            <a:pPr indent="0" lvl="0" marL="0" rtl="0" algn="l">
              <a:lnSpc>
                <a:spcPct val="100000"/>
              </a:lnSpc>
              <a:spcBef>
                <a:spcPts val="496"/>
              </a:spcBef>
              <a:spcAft>
                <a:spcPts val="0"/>
              </a:spcAft>
              <a:buClr>
                <a:schemeClr val="dk1"/>
              </a:buClr>
              <a:buSzPct val="100000"/>
              <a:buNone/>
            </a:pPr>
            <a:r>
              <a:t/>
            </a:r>
            <a:endParaRPr/>
          </a:p>
          <a:p>
            <a:pPr indent="0" lvl="0" marL="0" rtl="0" algn="l">
              <a:lnSpc>
                <a:spcPct val="100000"/>
              </a:lnSpc>
              <a:spcBef>
                <a:spcPts val="496"/>
              </a:spcBef>
              <a:spcAft>
                <a:spcPts val="0"/>
              </a:spcAft>
              <a:buClr>
                <a:schemeClr val="dk1"/>
              </a:buClr>
              <a:buSzPct val="100000"/>
              <a:buNone/>
            </a:pPr>
            <a:r>
              <a:rPr lang="es-MX"/>
              <a:t>start:  mov     al,06h</a:t>
            </a:r>
            <a:endParaRPr/>
          </a:p>
          <a:p>
            <a:pPr indent="0" lvl="0" marL="0" rtl="0" algn="l">
              <a:lnSpc>
                <a:spcPct val="100000"/>
              </a:lnSpc>
              <a:spcBef>
                <a:spcPts val="496"/>
              </a:spcBef>
              <a:spcAft>
                <a:spcPts val="0"/>
              </a:spcAft>
              <a:buClr>
                <a:schemeClr val="dk1"/>
              </a:buClr>
              <a:buSzPct val="100000"/>
              <a:buNone/>
            </a:pPr>
            <a:r>
              <a:rPr lang="es-MX"/>
              <a:t>        test    al,07h</a:t>
            </a:r>
            <a:endParaRPr/>
          </a:p>
          <a:p>
            <a:pPr indent="0" lvl="0" marL="0" rtl="0" algn="l">
              <a:lnSpc>
                <a:spcPct val="100000"/>
              </a:lnSpc>
              <a:spcBef>
                <a:spcPts val="496"/>
              </a:spcBef>
              <a:spcAft>
                <a:spcPts val="0"/>
              </a:spcAft>
              <a:buClr>
                <a:schemeClr val="dk1"/>
              </a:buClr>
              <a:buSzPct val="100000"/>
              <a:buNone/>
            </a:pPr>
            <a:r>
              <a:rPr lang="es-MX"/>
              <a:t>        </a:t>
            </a:r>
            <a:endParaRPr/>
          </a:p>
          <a:p>
            <a:pPr indent="0" lvl="0" marL="0" rtl="0" algn="l">
              <a:lnSpc>
                <a:spcPct val="100000"/>
              </a:lnSpc>
              <a:spcBef>
                <a:spcPts val="496"/>
              </a:spcBef>
              <a:spcAft>
                <a:spcPts val="0"/>
              </a:spcAft>
              <a:buClr>
                <a:schemeClr val="dk1"/>
              </a:buClr>
              <a:buSzPct val="100000"/>
              <a:buNone/>
            </a:pPr>
            <a:r>
              <a:rPr lang="es-MX"/>
              <a:t>        mov     ah, 0 </a:t>
            </a:r>
            <a:endParaRPr/>
          </a:p>
          <a:p>
            <a:pPr indent="0" lvl="0" marL="0" rtl="0" algn="l">
              <a:lnSpc>
                <a:spcPct val="100000"/>
              </a:lnSpc>
              <a:spcBef>
                <a:spcPts val="496"/>
              </a:spcBef>
              <a:spcAft>
                <a:spcPts val="0"/>
              </a:spcAft>
              <a:buClr>
                <a:schemeClr val="dk1"/>
              </a:buClr>
              <a:buSzPct val="100000"/>
              <a:buNone/>
            </a:pPr>
            <a:r>
              <a:rPr lang="es-MX"/>
              <a:t>        int     16h </a:t>
            </a:r>
            <a:endParaRPr/>
          </a:p>
          <a:p>
            <a:pPr indent="0" lvl="0" marL="0" rtl="0" algn="l">
              <a:lnSpc>
                <a:spcPct val="100000"/>
              </a:lnSpc>
              <a:spcBef>
                <a:spcPts val="496"/>
              </a:spcBef>
              <a:spcAft>
                <a:spcPts val="0"/>
              </a:spcAft>
              <a:buClr>
                <a:schemeClr val="dk1"/>
              </a:buClr>
              <a:buSzPct val="100000"/>
              <a:buNone/>
            </a:pPr>
            <a:r>
              <a:rPr lang="es-MX"/>
              <a:t>        </a:t>
            </a:r>
            <a:endParaRPr/>
          </a:p>
          <a:p>
            <a:pPr indent="0" lvl="0" marL="0" rtl="0" algn="l">
              <a:lnSpc>
                <a:spcPct val="100000"/>
              </a:lnSpc>
              <a:spcBef>
                <a:spcPts val="496"/>
              </a:spcBef>
              <a:spcAft>
                <a:spcPts val="0"/>
              </a:spcAft>
              <a:buClr>
                <a:schemeClr val="dk1"/>
              </a:buClr>
              <a:buSzPct val="100000"/>
              <a:buNone/>
            </a:pPr>
            <a:r>
              <a:rPr lang="es-MX"/>
              <a:t>ret</a:t>
            </a:r>
            <a:endParaRPr/>
          </a:p>
        </p:txBody>
      </p:sp>
      <p:sp>
        <p:nvSpPr>
          <p:cNvPr id="3643" name="Google Shape;3643;p4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644" name="Google Shape;3644;p4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8" name="Shape 3648"/>
        <p:cNvGrpSpPr/>
        <p:nvPr/>
      </p:nvGrpSpPr>
      <p:grpSpPr>
        <a:xfrm>
          <a:off x="0" y="0"/>
          <a:ext cx="0" cy="0"/>
          <a:chOff x="0" y="0"/>
          <a:chExt cx="0" cy="0"/>
        </a:xfrm>
      </p:grpSpPr>
      <p:sp>
        <p:nvSpPr>
          <p:cNvPr id="3649" name="Google Shape;3649;p4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HLT</a:t>
            </a:r>
            <a:endParaRPr/>
          </a:p>
        </p:txBody>
      </p:sp>
      <p:sp>
        <p:nvSpPr>
          <p:cNvPr id="3650" name="Google Shape;3650;p46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l">
              <a:lnSpc>
                <a:spcPct val="100000"/>
              </a:lnSpc>
              <a:spcBef>
                <a:spcPts val="0"/>
              </a:spcBef>
              <a:spcAft>
                <a:spcPts val="0"/>
              </a:spcAft>
              <a:buClr>
                <a:schemeClr val="dk1"/>
              </a:buClr>
              <a:buSzPct val="100000"/>
              <a:buChar char="•"/>
            </a:pPr>
            <a:r>
              <a:rPr lang="es-MX"/>
              <a:t>Detiene el tratamiento</a:t>
            </a:r>
            <a:endParaRPr/>
          </a:p>
          <a:p>
            <a:pPr indent="-342900" lvl="0" marL="342900" rtl="0" algn="just">
              <a:lnSpc>
                <a:spcPct val="100000"/>
              </a:lnSpc>
              <a:spcBef>
                <a:spcPts val="592"/>
              </a:spcBef>
              <a:spcAft>
                <a:spcPts val="0"/>
              </a:spcAft>
              <a:buClr>
                <a:schemeClr val="dk1"/>
              </a:buClr>
              <a:buSzPct val="100000"/>
              <a:buChar char="•"/>
            </a:pPr>
            <a:r>
              <a:rPr lang="es-MX"/>
              <a:t>Operación: La instrucción hace que el programa se detenga su ejecución. La reiniciación de la ejecución se realiza por una interrupción externa o por un reset. No son afectados los registros ni lo señalizadores de estatus. Si se utiliza una interrupción para reanudar la ejecución del programa, el valor guardado de CS:IP apuntara a la instrucción que sigue a HLT</a:t>
            </a:r>
            <a:endParaRPr/>
          </a:p>
        </p:txBody>
      </p:sp>
      <p:sp>
        <p:nvSpPr>
          <p:cNvPr id="3651" name="Google Shape;3651;p4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652" name="Google Shape;3652;p4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6" name="Shape 3656"/>
        <p:cNvGrpSpPr/>
        <p:nvPr/>
      </p:nvGrpSpPr>
      <p:grpSpPr>
        <a:xfrm>
          <a:off x="0" y="0"/>
          <a:ext cx="0" cy="0"/>
          <a:chOff x="0" y="0"/>
          <a:chExt cx="0" cy="0"/>
        </a:xfrm>
      </p:grpSpPr>
      <p:sp>
        <p:nvSpPr>
          <p:cNvPr id="3657" name="Google Shape;3657;p4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658" name="Google Shape;3658;p4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448"/>
              </a:spcBef>
              <a:spcAft>
                <a:spcPts val="0"/>
              </a:spcAft>
              <a:buClr>
                <a:schemeClr val="dk1"/>
              </a:buClr>
              <a:buSzPct val="100000"/>
              <a:buNone/>
            </a:pPr>
            <a:r>
              <a:t/>
            </a:r>
            <a:endParaRPr/>
          </a:p>
          <a:p>
            <a:pPr indent="0" lvl="0" marL="0" rtl="0" algn="l">
              <a:lnSpc>
                <a:spcPct val="100000"/>
              </a:lnSpc>
              <a:spcBef>
                <a:spcPts val="448"/>
              </a:spcBef>
              <a:spcAft>
                <a:spcPts val="0"/>
              </a:spcAft>
              <a:buClr>
                <a:schemeClr val="dk1"/>
              </a:buClr>
              <a:buSzPct val="100000"/>
              <a:buNone/>
            </a:pPr>
            <a:r>
              <a:rPr lang="es-MX"/>
              <a:t>jmp start</a:t>
            </a:r>
            <a:endParaRPr/>
          </a:p>
          <a:p>
            <a:pPr indent="0" lvl="0" marL="0" rtl="0" algn="l">
              <a:lnSpc>
                <a:spcPct val="100000"/>
              </a:lnSpc>
              <a:spcBef>
                <a:spcPts val="448"/>
              </a:spcBef>
              <a:spcAft>
                <a:spcPts val="0"/>
              </a:spcAft>
              <a:buClr>
                <a:schemeClr val="dk1"/>
              </a:buClr>
              <a:buSzPct val="100000"/>
              <a:buNone/>
            </a:pPr>
            <a:r>
              <a:t/>
            </a:r>
            <a:endParaRPr/>
          </a:p>
          <a:p>
            <a:pPr indent="0" lvl="0" marL="0" rtl="0" algn="l">
              <a:lnSpc>
                <a:spcPct val="100000"/>
              </a:lnSpc>
              <a:spcBef>
                <a:spcPts val="448"/>
              </a:spcBef>
              <a:spcAft>
                <a:spcPts val="0"/>
              </a:spcAft>
              <a:buClr>
                <a:schemeClr val="dk1"/>
              </a:buClr>
              <a:buSzPct val="100000"/>
              <a:buNone/>
            </a:pPr>
            <a:r>
              <a:rPr lang="es-MX"/>
              <a:t>start:  mov     al,06h</a:t>
            </a:r>
            <a:endParaRPr/>
          </a:p>
          <a:p>
            <a:pPr indent="0" lvl="0" marL="0" rtl="0" algn="l">
              <a:lnSpc>
                <a:spcPct val="100000"/>
              </a:lnSpc>
              <a:spcBef>
                <a:spcPts val="448"/>
              </a:spcBef>
              <a:spcAft>
                <a:spcPts val="0"/>
              </a:spcAft>
              <a:buClr>
                <a:schemeClr val="dk1"/>
              </a:buClr>
              <a:buSzPct val="100000"/>
              <a:buNone/>
            </a:pPr>
            <a:r>
              <a:rPr lang="es-MX"/>
              <a:t>        test    al,07h   </a:t>
            </a:r>
            <a:endParaRPr/>
          </a:p>
          <a:p>
            <a:pPr indent="0" lvl="0" marL="0" rtl="0" algn="l">
              <a:lnSpc>
                <a:spcPct val="100000"/>
              </a:lnSpc>
              <a:spcBef>
                <a:spcPts val="448"/>
              </a:spcBef>
              <a:spcAft>
                <a:spcPts val="0"/>
              </a:spcAft>
              <a:buClr>
                <a:schemeClr val="dk1"/>
              </a:buClr>
              <a:buSzPct val="100000"/>
              <a:buNone/>
            </a:pPr>
            <a:r>
              <a:rPr lang="es-MX"/>
              <a:t>        hlt</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        mov     ah, 0 </a:t>
            </a:r>
            <a:endParaRPr/>
          </a:p>
          <a:p>
            <a:pPr indent="0" lvl="0" marL="0" rtl="0" algn="l">
              <a:lnSpc>
                <a:spcPct val="100000"/>
              </a:lnSpc>
              <a:spcBef>
                <a:spcPts val="448"/>
              </a:spcBef>
              <a:spcAft>
                <a:spcPts val="0"/>
              </a:spcAft>
              <a:buClr>
                <a:schemeClr val="dk1"/>
              </a:buClr>
              <a:buSzPct val="100000"/>
              <a:buNone/>
            </a:pPr>
            <a:r>
              <a:rPr lang="es-MX"/>
              <a:t>        int     16h </a:t>
            </a:r>
            <a:endParaRPr/>
          </a:p>
          <a:p>
            <a:pPr indent="0" lvl="0" marL="0" rtl="0" algn="l">
              <a:lnSpc>
                <a:spcPct val="100000"/>
              </a:lnSpc>
              <a:spcBef>
                <a:spcPts val="448"/>
              </a:spcBef>
              <a:spcAft>
                <a:spcPts val="0"/>
              </a:spcAft>
              <a:buClr>
                <a:schemeClr val="dk1"/>
              </a:buClr>
              <a:buSzPct val="100000"/>
              <a:buNone/>
            </a:pPr>
            <a:r>
              <a:rPr lang="es-MX"/>
              <a:t>        </a:t>
            </a:r>
            <a:endParaRPr/>
          </a:p>
          <a:p>
            <a:pPr indent="0" lvl="0" marL="0" rtl="0" algn="l">
              <a:lnSpc>
                <a:spcPct val="100000"/>
              </a:lnSpc>
              <a:spcBef>
                <a:spcPts val="448"/>
              </a:spcBef>
              <a:spcAft>
                <a:spcPts val="0"/>
              </a:spcAft>
              <a:buClr>
                <a:schemeClr val="dk1"/>
              </a:buClr>
              <a:buSzPct val="100000"/>
              <a:buNone/>
            </a:pPr>
            <a:r>
              <a:rPr lang="es-MX"/>
              <a:t>ret </a:t>
            </a:r>
            <a:endParaRPr/>
          </a:p>
        </p:txBody>
      </p:sp>
      <p:sp>
        <p:nvSpPr>
          <p:cNvPr id="3659" name="Google Shape;3659;p4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660" name="Google Shape;3660;p4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4" name="Shape 3664"/>
        <p:cNvGrpSpPr/>
        <p:nvPr/>
      </p:nvGrpSpPr>
      <p:grpSpPr>
        <a:xfrm>
          <a:off x="0" y="0"/>
          <a:ext cx="0" cy="0"/>
          <a:chOff x="0" y="0"/>
          <a:chExt cx="0" cy="0"/>
        </a:xfrm>
      </p:grpSpPr>
      <p:sp>
        <p:nvSpPr>
          <p:cNvPr id="3665" name="Google Shape;3665;p4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VARIABLES</a:t>
            </a:r>
            <a:endParaRPr/>
          </a:p>
        </p:txBody>
      </p:sp>
      <p:sp>
        <p:nvSpPr>
          <p:cNvPr id="3666" name="Google Shape;3666;p46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a:t>org 100h</a:t>
            </a:r>
            <a:endParaRPr/>
          </a:p>
          <a:p>
            <a:pPr indent="0" lvl="0" marL="0" rtl="0" algn="l">
              <a:lnSpc>
                <a:spcPct val="100000"/>
              </a:lnSpc>
              <a:spcBef>
                <a:spcPts val="352"/>
              </a:spcBef>
              <a:spcAft>
                <a:spcPts val="0"/>
              </a:spcAft>
              <a:buClr>
                <a:schemeClr val="dk1"/>
              </a:buClr>
              <a:buSzPct val="100000"/>
              <a:buNone/>
            </a:pPr>
            <a:r>
              <a:rPr lang="es-MX"/>
              <a:t>jmp start</a:t>
            </a:r>
            <a:endParaRPr/>
          </a:p>
          <a:p>
            <a:pPr indent="0" lvl="0" marL="0" rtl="0" algn="l">
              <a:lnSpc>
                <a:spcPct val="100000"/>
              </a:lnSpc>
              <a:spcBef>
                <a:spcPts val="352"/>
              </a:spcBef>
              <a:spcAft>
                <a:spcPts val="0"/>
              </a:spcAft>
              <a:buClr>
                <a:schemeClr val="dk1"/>
              </a:buClr>
              <a:buSzPct val="100000"/>
              <a:buNone/>
            </a:pPr>
            <a:r>
              <a:rPr lang="es-MX"/>
              <a:t>VAR1    db      1</a:t>
            </a:r>
            <a:endParaRPr/>
          </a:p>
          <a:p>
            <a:pPr indent="0" lvl="0" marL="0" rtl="0" algn="l">
              <a:lnSpc>
                <a:spcPct val="100000"/>
              </a:lnSpc>
              <a:spcBef>
                <a:spcPts val="352"/>
              </a:spcBef>
              <a:spcAft>
                <a:spcPts val="0"/>
              </a:spcAft>
              <a:buClr>
                <a:schemeClr val="dk1"/>
              </a:buClr>
              <a:buSzPct val="100000"/>
              <a:buNone/>
            </a:pPr>
            <a:r>
              <a:rPr lang="es-MX"/>
              <a:t>VAR2    db      2</a:t>
            </a:r>
            <a:endParaRPr/>
          </a:p>
          <a:p>
            <a:pPr indent="0" lvl="0" marL="0" rtl="0" algn="l">
              <a:lnSpc>
                <a:spcPct val="100000"/>
              </a:lnSpc>
              <a:spcBef>
                <a:spcPts val="352"/>
              </a:spcBef>
              <a:spcAft>
                <a:spcPts val="0"/>
              </a:spcAft>
              <a:buClr>
                <a:schemeClr val="dk1"/>
              </a:buClr>
              <a:buSzPct val="100000"/>
              <a:buNone/>
            </a:pPr>
            <a:r>
              <a:rPr lang="es-MX"/>
              <a:t>VAR3    db     'a'</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msg:    db      "Hello, World!", 0Dh,0Ah, 24h</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start:  mov     dx, msg</a:t>
            </a:r>
            <a:endParaRPr/>
          </a:p>
          <a:p>
            <a:pPr indent="0" lvl="0" marL="0" rtl="0" algn="l">
              <a:lnSpc>
                <a:spcPct val="100000"/>
              </a:lnSpc>
              <a:spcBef>
                <a:spcPts val="352"/>
              </a:spcBef>
              <a:spcAft>
                <a:spcPts val="0"/>
              </a:spcAft>
              <a:buClr>
                <a:schemeClr val="dk1"/>
              </a:buClr>
              <a:buSzPct val="100000"/>
              <a:buNone/>
            </a:pPr>
            <a:r>
              <a:rPr lang="es-MX"/>
              <a:t>        mov     ah, 09h </a:t>
            </a:r>
            <a:endParaRPr/>
          </a:p>
          <a:p>
            <a:pPr indent="0" lvl="0" marL="0" rtl="0" algn="l">
              <a:lnSpc>
                <a:spcPct val="100000"/>
              </a:lnSpc>
              <a:spcBef>
                <a:spcPts val="352"/>
              </a:spcBef>
              <a:spcAft>
                <a:spcPts val="0"/>
              </a:spcAft>
              <a:buClr>
                <a:schemeClr val="dk1"/>
              </a:buClr>
              <a:buSzPct val="100000"/>
              <a:buNone/>
            </a:pPr>
            <a:r>
              <a:rPr lang="es-MX"/>
              <a:t>        int     21h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        mov     ah, 0 </a:t>
            </a:r>
            <a:endParaRPr/>
          </a:p>
          <a:p>
            <a:pPr indent="0" lvl="0" marL="0" rtl="0" algn="l">
              <a:lnSpc>
                <a:spcPct val="100000"/>
              </a:lnSpc>
              <a:spcBef>
                <a:spcPts val="352"/>
              </a:spcBef>
              <a:spcAft>
                <a:spcPts val="0"/>
              </a:spcAft>
              <a:buClr>
                <a:schemeClr val="dk1"/>
              </a:buClr>
              <a:buSzPct val="100000"/>
              <a:buNone/>
            </a:pPr>
            <a:r>
              <a:rPr lang="es-MX"/>
              <a:t>        int     16h </a:t>
            </a:r>
            <a:endParaRPr/>
          </a:p>
          <a:p>
            <a:pPr indent="0" lvl="0" marL="0" rtl="0" algn="l">
              <a:lnSpc>
                <a:spcPct val="100000"/>
              </a:lnSpc>
              <a:spcBef>
                <a:spcPts val="352"/>
              </a:spcBef>
              <a:spcAft>
                <a:spcPts val="0"/>
              </a:spcAft>
              <a:buClr>
                <a:schemeClr val="dk1"/>
              </a:buClr>
              <a:buSzPct val="100000"/>
              <a:buNone/>
            </a:pPr>
            <a:r>
              <a:rPr lang="es-MX"/>
              <a:t>        </a:t>
            </a:r>
            <a:endParaRPr/>
          </a:p>
          <a:p>
            <a:pPr indent="0" lvl="0" marL="0" rtl="0" algn="l">
              <a:lnSpc>
                <a:spcPct val="100000"/>
              </a:lnSpc>
              <a:spcBef>
                <a:spcPts val="352"/>
              </a:spcBef>
              <a:spcAft>
                <a:spcPts val="0"/>
              </a:spcAft>
              <a:buClr>
                <a:schemeClr val="dk1"/>
              </a:buClr>
              <a:buSzPct val="100000"/>
              <a:buNone/>
            </a:pPr>
            <a:r>
              <a:rPr lang="es-MX"/>
              <a:t>ret </a:t>
            </a:r>
            <a:endParaRPr/>
          </a:p>
        </p:txBody>
      </p:sp>
      <p:sp>
        <p:nvSpPr>
          <p:cNvPr id="3667" name="Google Shape;3667;p4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668" name="Google Shape;3668;p4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2" name="Shape 3672"/>
        <p:cNvGrpSpPr/>
        <p:nvPr/>
      </p:nvGrpSpPr>
      <p:grpSpPr>
        <a:xfrm>
          <a:off x="0" y="0"/>
          <a:ext cx="0" cy="0"/>
          <a:chOff x="0" y="0"/>
          <a:chExt cx="0" cy="0"/>
        </a:xfrm>
      </p:grpSpPr>
      <p:sp>
        <p:nvSpPr>
          <p:cNvPr id="3673" name="Google Shape;3673;p4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3674" name="Google Shape;3674;p463"/>
          <p:cNvPicPr preferRelativeResize="0"/>
          <p:nvPr>
            <p:ph idx="1" type="body"/>
          </p:nvPr>
        </p:nvPicPr>
        <p:blipFill rotWithShape="1">
          <a:blip r:embed="rId3">
            <a:alphaModFix/>
          </a:blip>
          <a:srcRect b="0" l="0" r="0" t="0"/>
          <a:stretch/>
        </p:blipFill>
        <p:spPr>
          <a:xfrm>
            <a:off x="457200" y="1688056"/>
            <a:ext cx="8229600" cy="4350251"/>
          </a:xfrm>
          <a:prstGeom prst="rect">
            <a:avLst/>
          </a:prstGeom>
          <a:noFill/>
          <a:ln>
            <a:noFill/>
          </a:ln>
        </p:spPr>
      </p:pic>
      <p:sp>
        <p:nvSpPr>
          <p:cNvPr id="3675" name="Google Shape;3675;p4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676" name="Google Shape;3676;p4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0" name="Shape 3680"/>
        <p:cNvGrpSpPr/>
        <p:nvPr/>
      </p:nvGrpSpPr>
      <p:grpSpPr>
        <a:xfrm>
          <a:off x="0" y="0"/>
          <a:ext cx="0" cy="0"/>
          <a:chOff x="0" y="0"/>
          <a:chExt cx="0" cy="0"/>
        </a:xfrm>
      </p:grpSpPr>
      <p:sp>
        <p:nvSpPr>
          <p:cNvPr id="3681" name="Google Shape;3681;p4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682" name="Google Shape;3682;p46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http://jbwyatt.com/253/emu/asm_tutorial_11.html</a:t>
            </a:r>
            <a:endParaRPr/>
          </a:p>
        </p:txBody>
      </p:sp>
      <p:sp>
        <p:nvSpPr>
          <p:cNvPr id="3683" name="Google Shape;3683;p4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684" name="Google Shape;3684;p4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8" name="Shape 3688"/>
        <p:cNvGrpSpPr/>
        <p:nvPr/>
      </p:nvGrpSpPr>
      <p:grpSpPr>
        <a:xfrm>
          <a:off x="0" y="0"/>
          <a:ext cx="0" cy="0"/>
          <a:chOff x="0" y="0"/>
          <a:chExt cx="0" cy="0"/>
        </a:xfrm>
      </p:grpSpPr>
      <p:sp>
        <p:nvSpPr>
          <p:cNvPr id="3689" name="Google Shape;3689;p4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MOVSB</a:t>
            </a:r>
            <a:endParaRPr/>
          </a:p>
        </p:txBody>
      </p:sp>
      <p:sp>
        <p:nvSpPr>
          <p:cNvPr id="3690" name="Google Shape;3690;p46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496"/>
              </a:spcBef>
              <a:spcAft>
                <a:spcPts val="0"/>
              </a:spcAft>
              <a:buClr>
                <a:schemeClr val="dk1"/>
              </a:buClr>
              <a:buSzPct val="100000"/>
              <a:buNone/>
            </a:pPr>
            <a:r>
              <a:rPr lang="es-MX"/>
              <a:t>jmp inicio </a:t>
            </a:r>
            <a:endParaRPr/>
          </a:p>
          <a:p>
            <a:pPr indent="0" lvl="0" marL="0" rtl="0" algn="l">
              <a:lnSpc>
                <a:spcPct val="100000"/>
              </a:lnSpc>
              <a:spcBef>
                <a:spcPts val="496"/>
              </a:spcBef>
              <a:spcAft>
                <a:spcPts val="0"/>
              </a:spcAft>
              <a:buClr>
                <a:schemeClr val="dk1"/>
              </a:buClr>
              <a:buSzPct val="100000"/>
              <a:buNone/>
            </a:pPr>
            <a:r>
              <a:rPr lang="es-MX"/>
              <a:t>        a1 db 1,2,3,4,5   </a:t>
            </a:r>
            <a:endParaRPr/>
          </a:p>
          <a:p>
            <a:pPr indent="0" lvl="0" marL="0" rtl="0" algn="l">
              <a:lnSpc>
                <a:spcPct val="100000"/>
              </a:lnSpc>
              <a:spcBef>
                <a:spcPts val="496"/>
              </a:spcBef>
              <a:spcAft>
                <a:spcPts val="0"/>
              </a:spcAft>
              <a:buClr>
                <a:schemeClr val="dk1"/>
              </a:buClr>
              <a:buSzPct val="100000"/>
              <a:buNone/>
            </a:pPr>
            <a:r>
              <a:rPr lang="es-MX"/>
              <a:t>        a2 db 6,7,8,9,10</a:t>
            </a:r>
            <a:endParaRPr/>
          </a:p>
          <a:p>
            <a:pPr indent="0" lvl="0" marL="0" rtl="0" algn="l">
              <a:lnSpc>
                <a:spcPct val="100000"/>
              </a:lnSpc>
              <a:spcBef>
                <a:spcPts val="496"/>
              </a:spcBef>
              <a:spcAft>
                <a:spcPts val="0"/>
              </a:spcAft>
              <a:buClr>
                <a:schemeClr val="dk1"/>
              </a:buClr>
              <a:buSzPct val="100000"/>
              <a:buNone/>
            </a:pPr>
            <a:r>
              <a:t/>
            </a:r>
            <a:endParaRPr/>
          </a:p>
          <a:p>
            <a:pPr indent="0" lvl="0" marL="0" rtl="0" algn="l">
              <a:lnSpc>
                <a:spcPct val="100000"/>
              </a:lnSpc>
              <a:spcBef>
                <a:spcPts val="496"/>
              </a:spcBef>
              <a:spcAft>
                <a:spcPts val="0"/>
              </a:spcAft>
              <a:buClr>
                <a:schemeClr val="dk1"/>
              </a:buClr>
              <a:buSzPct val="100000"/>
              <a:buNone/>
            </a:pPr>
            <a:r>
              <a:rPr lang="es-MX"/>
              <a:t>inicio: CLD</a:t>
            </a:r>
            <a:endParaRPr/>
          </a:p>
          <a:p>
            <a:pPr indent="0" lvl="0" marL="0" rtl="0" algn="l">
              <a:lnSpc>
                <a:spcPct val="100000"/>
              </a:lnSpc>
              <a:spcBef>
                <a:spcPts val="496"/>
              </a:spcBef>
              <a:spcAft>
                <a:spcPts val="0"/>
              </a:spcAft>
              <a:buClr>
                <a:schemeClr val="dk1"/>
              </a:buClr>
              <a:buSzPct val="100000"/>
              <a:buNone/>
            </a:pPr>
            <a:r>
              <a:rPr lang="es-MX"/>
              <a:t>        LEA SI, a1</a:t>
            </a:r>
            <a:endParaRPr/>
          </a:p>
          <a:p>
            <a:pPr indent="0" lvl="0" marL="0" rtl="0" algn="l">
              <a:lnSpc>
                <a:spcPct val="100000"/>
              </a:lnSpc>
              <a:spcBef>
                <a:spcPts val="496"/>
              </a:spcBef>
              <a:spcAft>
                <a:spcPts val="0"/>
              </a:spcAft>
              <a:buClr>
                <a:schemeClr val="dk1"/>
              </a:buClr>
              <a:buSzPct val="100000"/>
              <a:buNone/>
            </a:pPr>
            <a:r>
              <a:rPr lang="es-MX"/>
              <a:t>        LEA DI, a2</a:t>
            </a:r>
            <a:endParaRPr/>
          </a:p>
          <a:p>
            <a:pPr indent="0" lvl="0" marL="0" rtl="0" algn="l">
              <a:lnSpc>
                <a:spcPct val="100000"/>
              </a:lnSpc>
              <a:spcBef>
                <a:spcPts val="496"/>
              </a:spcBef>
              <a:spcAft>
                <a:spcPts val="0"/>
              </a:spcAft>
              <a:buClr>
                <a:schemeClr val="dk1"/>
              </a:buClr>
              <a:buSzPct val="100000"/>
              <a:buNone/>
            </a:pPr>
            <a:r>
              <a:rPr lang="es-MX"/>
              <a:t>        MOV CX, 5</a:t>
            </a:r>
            <a:endParaRPr/>
          </a:p>
          <a:p>
            <a:pPr indent="0" lvl="0" marL="0" rtl="0" algn="l">
              <a:lnSpc>
                <a:spcPct val="100000"/>
              </a:lnSpc>
              <a:spcBef>
                <a:spcPts val="496"/>
              </a:spcBef>
              <a:spcAft>
                <a:spcPts val="0"/>
              </a:spcAft>
              <a:buClr>
                <a:schemeClr val="dk1"/>
              </a:buClr>
              <a:buSzPct val="100000"/>
              <a:buNone/>
            </a:pPr>
            <a:r>
              <a:rPr lang="es-MX"/>
              <a:t>        REP MOVSB</a:t>
            </a:r>
            <a:endParaRPr/>
          </a:p>
          <a:p>
            <a:pPr indent="0" lvl="0" marL="0" rtl="0" algn="l">
              <a:lnSpc>
                <a:spcPct val="100000"/>
              </a:lnSpc>
              <a:spcBef>
                <a:spcPts val="496"/>
              </a:spcBef>
              <a:spcAft>
                <a:spcPts val="0"/>
              </a:spcAft>
              <a:buClr>
                <a:schemeClr val="dk1"/>
              </a:buClr>
              <a:buSzPct val="100000"/>
              <a:buNone/>
            </a:pPr>
            <a:r>
              <a:rPr lang="es-MX"/>
              <a:t>RET </a:t>
            </a:r>
            <a:endParaRPr/>
          </a:p>
        </p:txBody>
      </p:sp>
      <p:pic>
        <p:nvPicPr>
          <p:cNvPr id="3691" name="Google Shape;3691;p465"/>
          <p:cNvPicPr preferRelativeResize="0"/>
          <p:nvPr/>
        </p:nvPicPr>
        <p:blipFill rotWithShape="1">
          <a:blip r:embed="rId3">
            <a:alphaModFix/>
          </a:blip>
          <a:srcRect b="0" l="0" r="0" t="0"/>
          <a:stretch/>
        </p:blipFill>
        <p:spPr>
          <a:xfrm>
            <a:off x="4040097" y="2125266"/>
            <a:ext cx="3571875" cy="414338"/>
          </a:xfrm>
          <a:prstGeom prst="rect">
            <a:avLst/>
          </a:prstGeom>
          <a:noFill/>
          <a:ln>
            <a:noFill/>
          </a:ln>
        </p:spPr>
      </p:pic>
      <p:pic>
        <p:nvPicPr>
          <p:cNvPr id="3692" name="Google Shape;3692;p465"/>
          <p:cNvPicPr preferRelativeResize="0"/>
          <p:nvPr/>
        </p:nvPicPr>
        <p:blipFill rotWithShape="1">
          <a:blip r:embed="rId4">
            <a:alphaModFix/>
          </a:blip>
          <a:srcRect b="0" l="0" r="0" t="0"/>
          <a:stretch/>
        </p:blipFill>
        <p:spPr>
          <a:xfrm>
            <a:off x="4040097" y="4409123"/>
            <a:ext cx="3571875" cy="371475"/>
          </a:xfrm>
          <a:prstGeom prst="rect">
            <a:avLst/>
          </a:prstGeom>
          <a:noFill/>
          <a:ln>
            <a:noFill/>
          </a:ln>
        </p:spPr>
      </p:pic>
      <p:sp>
        <p:nvSpPr>
          <p:cNvPr id="3693" name="Google Shape;3693;p4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694" name="Google Shape;3694;p4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8" name="Shape 3698"/>
        <p:cNvGrpSpPr/>
        <p:nvPr/>
      </p:nvGrpSpPr>
      <p:grpSpPr>
        <a:xfrm>
          <a:off x="0" y="0"/>
          <a:ext cx="0" cy="0"/>
          <a:chOff x="0" y="0"/>
          <a:chExt cx="0" cy="0"/>
        </a:xfrm>
      </p:grpSpPr>
      <p:sp>
        <p:nvSpPr>
          <p:cNvPr id="3699" name="Google Shape;3699;p4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MOVSW</a:t>
            </a:r>
            <a:endParaRPr/>
          </a:p>
        </p:txBody>
      </p:sp>
      <p:sp>
        <p:nvSpPr>
          <p:cNvPr id="3700" name="Google Shape;3700;p46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496"/>
              </a:spcBef>
              <a:spcAft>
                <a:spcPts val="0"/>
              </a:spcAft>
              <a:buClr>
                <a:schemeClr val="dk1"/>
              </a:buClr>
              <a:buSzPct val="100000"/>
              <a:buNone/>
            </a:pPr>
            <a:r>
              <a:rPr lang="es-MX"/>
              <a:t>jmp inicio </a:t>
            </a:r>
            <a:endParaRPr/>
          </a:p>
          <a:p>
            <a:pPr indent="0" lvl="0" marL="0" rtl="0" algn="l">
              <a:lnSpc>
                <a:spcPct val="100000"/>
              </a:lnSpc>
              <a:spcBef>
                <a:spcPts val="496"/>
              </a:spcBef>
              <a:spcAft>
                <a:spcPts val="0"/>
              </a:spcAft>
              <a:buClr>
                <a:schemeClr val="dk1"/>
              </a:buClr>
              <a:buSzPct val="100000"/>
              <a:buNone/>
            </a:pPr>
            <a:r>
              <a:rPr lang="es-MX"/>
              <a:t>        a1 db 1,2,3,4,5,7,8,9,10,11   </a:t>
            </a:r>
            <a:endParaRPr/>
          </a:p>
          <a:p>
            <a:pPr indent="0" lvl="0" marL="0" rtl="0" algn="l">
              <a:lnSpc>
                <a:spcPct val="100000"/>
              </a:lnSpc>
              <a:spcBef>
                <a:spcPts val="496"/>
              </a:spcBef>
              <a:spcAft>
                <a:spcPts val="0"/>
              </a:spcAft>
              <a:buClr>
                <a:schemeClr val="dk1"/>
              </a:buClr>
              <a:buSzPct val="100000"/>
              <a:buNone/>
            </a:pPr>
            <a:r>
              <a:rPr lang="es-MX"/>
              <a:t>        a2 db 12,13,14,15,16,17,18,19,20,21</a:t>
            </a:r>
            <a:endParaRPr/>
          </a:p>
          <a:p>
            <a:pPr indent="0" lvl="0" marL="0" rtl="0" algn="l">
              <a:lnSpc>
                <a:spcPct val="100000"/>
              </a:lnSpc>
              <a:spcBef>
                <a:spcPts val="496"/>
              </a:spcBef>
              <a:spcAft>
                <a:spcPts val="0"/>
              </a:spcAft>
              <a:buClr>
                <a:schemeClr val="dk1"/>
              </a:buClr>
              <a:buSzPct val="100000"/>
              <a:buNone/>
            </a:pPr>
            <a:r>
              <a:t/>
            </a:r>
            <a:endParaRPr/>
          </a:p>
          <a:p>
            <a:pPr indent="0" lvl="0" marL="0" rtl="0" algn="l">
              <a:lnSpc>
                <a:spcPct val="100000"/>
              </a:lnSpc>
              <a:spcBef>
                <a:spcPts val="496"/>
              </a:spcBef>
              <a:spcAft>
                <a:spcPts val="0"/>
              </a:spcAft>
              <a:buClr>
                <a:schemeClr val="dk1"/>
              </a:buClr>
              <a:buSzPct val="100000"/>
              <a:buNone/>
            </a:pPr>
            <a:r>
              <a:rPr lang="es-MX"/>
              <a:t>inicio: CLD</a:t>
            </a:r>
            <a:endParaRPr/>
          </a:p>
          <a:p>
            <a:pPr indent="0" lvl="0" marL="0" rtl="0" algn="l">
              <a:lnSpc>
                <a:spcPct val="100000"/>
              </a:lnSpc>
              <a:spcBef>
                <a:spcPts val="496"/>
              </a:spcBef>
              <a:spcAft>
                <a:spcPts val="0"/>
              </a:spcAft>
              <a:buClr>
                <a:schemeClr val="dk1"/>
              </a:buClr>
              <a:buSzPct val="100000"/>
              <a:buNone/>
            </a:pPr>
            <a:r>
              <a:rPr lang="es-MX"/>
              <a:t>        LEA SI, a1</a:t>
            </a:r>
            <a:endParaRPr/>
          </a:p>
          <a:p>
            <a:pPr indent="0" lvl="0" marL="0" rtl="0" algn="l">
              <a:lnSpc>
                <a:spcPct val="100000"/>
              </a:lnSpc>
              <a:spcBef>
                <a:spcPts val="496"/>
              </a:spcBef>
              <a:spcAft>
                <a:spcPts val="0"/>
              </a:spcAft>
              <a:buClr>
                <a:schemeClr val="dk1"/>
              </a:buClr>
              <a:buSzPct val="100000"/>
              <a:buNone/>
            </a:pPr>
            <a:r>
              <a:rPr lang="es-MX"/>
              <a:t>        LEA DI, a2</a:t>
            </a:r>
            <a:endParaRPr/>
          </a:p>
          <a:p>
            <a:pPr indent="0" lvl="0" marL="0" rtl="0" algn="l">
              <a:lnSpc>
                <a:spcPct val="100000"/>
              </a:lnSpc>
              <a:spcBef>
                <a:spcPts val="496"/>
              </a:spcBef>
              <a:spcAft>
                <a:spcPts val="0"/>
              </a:spcAft>
              <a:buClr>
                <a:schemeClr val="dk1"/>
              </a:buClr>
              <a:buSzPct val="100000"/>
              <a:buNone/>
            </a:pPr>
            <a:r>
              <a:rPr lang="es-MX"/>
              <a:t>        MOV CX, 5</a:t>
            </a:r>
            <a:endParaRPr/>
          </a:p>
          <a:p>
            <a:pPr indent="0" lvl="0" marL="0" rtl="0" algn="l">
              <a:lnSpc>
                <a:spcPct val="100000"/>
              </a:lnSpc>
              <a:spcBef>
                <a:spcPts val="496"/>
              </a:spcBef>
              <a:spcAft>
                <a:spcPts val="0"/>
              </a:spcAft>
              <a:buClr>
                <a:schemeClr val="dk1"/>
              </a:buClr>
              <a:buSzPct val="100000"/>
              <a:buNone/>
            </a:pPr>
            <a:r>
              <a:rPr lang="es-MX"/>
              <a:t>        REP MOVSW</a:t>
            </a:r>
            <a:endParaRPr/>
          </a:p>
          <a:p>
            <a:pPr indent="0" lvl="0" marL="0" rtl="0" algn="l">
              <a:lnSpc>
                <a:spcPct val="100000"/>
              </a:lnSpc>
              <a:spcBef>
                <a:spcPts val="496"/>
              </a:spcBef>
              <a:spcAft>
                <a:spcPts val="0"/>
              </a:spcAft>
              <a:buClr>
                <a:schemeClr val="dk1"/>
              </a:buClr>
              <a:buSzPct val="100000"/>
              <a:buNone/>
            </a:pPr>
            <a:r>
              <a:rPr lang="es-MX"/>
              <a:t>RET </a:t>
            </a:r>
            <a:endParaRPr/>
          </a:p>
        </p:txBody>
      </p:sp>
      <p:pic>
        <p:nvPicPr>
          <p:cNvPr id="3701" name="Google Shape;3701;p466"/>
          <p:cNvPicPr preferRelativeResize="0"/>
          <p:nvPr/>
        </p:nvPicPr>
        <p:blipFill rotWithShape="1">
          <a:blip r:embed="rId3">
            <a:alphaModFix/>
          </a:blip>
          <a:srcRect b="0" l="0" r="0" t="0"/>
          <a:stretch/>
        </p:blipFill>
        <p:spPr>
          <a:xfrm>
            <a:off x="3436144" y="1993702"/>
            <a:ext cx="5079206" cy="364331"/>
          </a:xfrm>
          <a:prstGeom prst="rect">
            <a:avLst/>
          </a:prstGeom>
          <a:noFill/>
          <a:ln>
            <a:noFill/>
          </a:ln>
        </p:spPr>
      </p:pic>
      <p:pic>
        <p:nvPicPr>
          <p:cNvPr id="3702" name="Google Shape;3702;p466"/>
          <p:cNvPicPr preferRelativeResize="0"/>
          <p:nvPr/>
        </p:nvPicPr>
        <p:blipFill rotWithShape="1">
          <a:blip r:embed="rId4">
            <a:alphaModFix/>
          </a:blip>
          <a:srcRect b="0" l="0" r="0" t="0"/>
          <a:stretch/>
        </p:blipFill>
        <p:spPr>
          <a:xfrm>
            <a:off x="3457575" y="4123168"/>
            <a:ext cx="5057775" cy="414338"/>
          </a:xfrm>
          <a:prstGeom prst="rect">
            <a:avLst/>
          </a:prstGeom>
          <a:noFill/>
          <a:ln>
            <a:noFill/>
          </a:ln>
        </p:spPr>
      </p:pic>
      <p:sp>
        <p:nvSpPr>
          <p:cNvPr id="3703" name="Google Shape;3703;p4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704" name="Google Shape;3704;p4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8" name="Shape 3708"/>
        <p:cNvGrpSpPr/>
        <p:nvPr/>
      </p:nvGrpSpPr>
      <p:grpSpPr>
        <a:xfrm>
          <a:off x="0" y="0"/>
          <a:ext cx="0" cy="0"/>
          <a:chOff x="0" y="0"/>
          <a:chExt cx="0" cy="0"/>
        </a:xfrm>
      </p:grpSpPr>
      <p:sp>
        <p:nvSpPr>
          <p:cNvPr id="3709" name="Google Shape;3709;p4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XLAT</a:t>
            </a:r>
            <a:endParaRPr/>
          </a:p>
        </p:txBody>
      </p:sp>
      <p:sp>
        <p:nvSpPr>
          <p:cNvPr id="3710" name="Google Shape;3710;p46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Clr>
                <a:schemeClr val="dk1"/>
              </a:buClr>
              <a:buSzPts val="3200"/>
              <a:buNone/>
            </a:pPr>
            <a:r>
              <a:rPr lang="es-MX"/>
              <a:t>ORG    100h    </a:t>
            </a:r>
            <a:endParaRPr/>
          </a:p>
          <a:p>
            <a:pPr indent="0" lvl="0" marL="0" rtl="0" algn="l">
              <a:lnSpc>
                <a:spcPct val="100000"/>
              </a:lnSpc>
              <a:spcBef>
                <a:spcPts val="640"/>
              </a:spcBef>
              <a:spcAft>
                <a:spcPts val="0"/>
              </a:spcAft>
              <a:buClr>
                <a:schemeClr val="dk1"/>
              </a:buClr>
              <a:buSzPts val="3200"/>
              <a:buNone/>
            </a:pPr>
            <a:r>
              <a:rPr lang="es-MX"/>
              <a:t>jmp inicio </a:t>
            </a:r>
            <a:endParaRPr/>
          </a:p>
          <a:p>
            <a:pPr indent="0" lvl="0" marL="0" rtl="0" algn="l">
              <a:lnSpc>
                <a:spcPct val="100000"/>
              </a:lnSpc>
              <a:spcBef>
                <a:spcPts val="640"/>
              </a:spcBef>
              <a:spcAft>
                <a:spcPts val="0"/>
              </a:spcAft>
              <a:buClr>
                <a:schemeClr val="dk1"/>
              </a:buClr>
              <a:buSzPts val="3200"/>
              <a:buNone/>
            </a:pPr>
            <a:r>
              <a:rPr lang="es-MX"/>
              <a:t>        dat DB 11h, 22h, 33h, 44h, 55h</a:t>
            </a:r>
            <a:endParaRPr/>
          </a:p>
          <a:p>
            <a:pPr indent="0" lvl="0" marL="0" rtl="0" algn="l">
              <a:lnSpc>
                <a:spcPct val="100000"/>
              </a:lnSpc>
              <a:spcBef>
                <a:spcPts val="640"/>
              </a:spcBef>
              <a:spcAft>
                <a:spcPts val="0"/>
              </a:spcAft>
              <a:buClr>
                <a:schemeClr val="dk1"/>
              </a:buClr>
              <a:buSzPts val="3200"/>
              <a:buNone/>
            </a:pPr>
            <a:r>
              <a:t/>
            </a:r>
            <a:endParaRPr/>
          </a:p>
          <a:p>
            <a:pPr indent="0" lvl="0" marL="0" rtl="0" algn="l">
              <a:lnSpc>
                <a:spcPct val="100000"/>
              </a:lnSpc>
              <a:spcBef>
                <a:spcPts val="640"/>
              </a:spcBef>
              <a:spcAft>
                <a:spcPts val="0"/>
              </a:spcAft>
              <a:buClr>
                <a:schemeClr val="dk1"/>
              </a:buClr>
              <a:buSzPts val="3200"/>
              <a:buNone/>
            </a:pPr>
            <a:r>
              <a:rPr lang="es-MX"/>
              <a:t>inicio: LEA BX, dat</a:t>
            </a:r>
            <a:endParaRPr/>
          </a:p>
          <a:p>
            <a:pPr indent="0" lvl="0" marL="0" rtl="0" algn="l">
              <a:lnSpc>
                <a:spcPct val="100000"/>
              </a:lnSpc>
              <a:spcBef>
                <a:spcPts val="640"/>
              </a:spcBef>
              <a:spcAft>
                <a:spcPts val="0"/>
              </a:spcAft>
              <a:buClr>
                <a:schemeClr val="dk1"/>
              </a:buClr>
              <a:buSzPts val="3200"/>
              <a:buNone/>
            </a:pPr>
            <a:r>
              <a:rPr lang="es-MX"/>
              <a:t>        MOV AL, 2</a:t>
            </a:r>
            <a:endParaRPr/>
          </a:p>
          <a:p>
            <a:pPr indent="0" lvl="0" marL="0" rtl="0" algn="l">
              <a:lnSpc>
                <a:spcPct val="100000"/>
              </a:lnSpc>
              <a:spcBef>
                <a:spcPts val="640"/>
              </a:spcBef>
              <a:spcAft>
                <a:spcPts val="0"/>
              </a:spcAft>
              <a:buClr>
                <a:schemeClr val="dk1"/>
              </a:buClr>
              <a:buSzPts val="3200"/>
              <a:buNone/>
            </a:pPr>
            <a:r>
              <a:rPr lang="es-MX"/>
              <a:t>        XLAT     ; AL = 33h</a:t>
            </a:r>
            <a:endParaRPr/>
          </a:p>
          <a:p>
            <a:pPr indent="0" lvl="0" marL="0" rtl="0" algn="l">
              <a:lnSpc>
                <a:spcPct val="100000"/>
              </a:lnSpc>
              <a:spcBef>
                <a:spcPts val="640"/>
              </a:spcBef>
              <a:spcAft>
                <a:spcPts val="0"/>
              </a:spcAft>
              <a:buClr>
                <a:schemeClr val="dk1"/>
              </a:buClr>
              <a:buSzPts val="3200"/>
              <a:buNone/>
            </a:pPr>
            <a:r>
              <a:rPr lang="es-MX"/>
              <a:t>RET </a:t>
            </a:r>
            <a:endParaRPr/>
          </a:p>
        </p:txBody>
      </p:sp>
      <p:sp>
        <p:nvSpPr>
          <p:cNvPr id="3711" name="Google Shape;3711;p4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712" name="Google Shape;3712;p4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6" name="Shape 3716"/>
        <p:cNvGrpSpPr/>
        <p:nvPr/>
      </p:nvGrpSpPr>
      <p:grpSpPr>
        <a:xfrm>
          <a:off x="0" y="0"/>
          <a:ext cx="0" cy="0"/>
          <a:chOff x="0" y="0"/>
          <a:chExt cx="0" cy="0"/>
        </a:xfrm>
      </p:grpSpPr>
      <p:sp>
        <p:nvSpPr>
          <p:cNvPr id="3717" name="Google Shape;3717;p4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XLATB</a:t>
            </a:r>
            <a:endParaRPr/>
          </a:p>
        </p:txBody>
      </p:sp>
      <p:sp>
        <p:nvSpPr>
          <p:cNvPr id="3718" name="Google Shape;3718;p46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Clr>
                <a:schemeClr val="dk1"/>
              </a:buClr>
              <a:buSzPts val="3200"/>
              <a:buNone/>
            </a:pPr>
            <a:r>
              <a:rPr lang="es-MX"/>
              <a:t>ORG    100h    </a:t>
            </a:r>
            <a:endParaRPr/>
          </a:p>
          <a:p>
            <a:pPr indent="0" lvl="0" marL="0" rtl="0" algn="l">
              <a:lnSpc>
                <a:spcPct val="100000"/>
              </a:lnSpc>
              <a:spcBef>
                <a:spcPts val="640"/>
              </a:spcBef>
              <a:spcAft>
                <a:spcPts val="0"/>
              </a:spcAft>
              <a:buClr>
                <a:schemeClr val="dk1"/>
              </a:buClr>
              <a:buSzPts val="3200"/>
              <a:buNone/>
            </a:pPr>
            <a:r>
              <a:rPr lang="es-MX"/>
              <a:t>jmp inicio </a:t>
            </a:r>
            <a:endParaRPr/>
          </a:p>
          <a:p>
            <a:pPr indent="0" lvl="0" marL="0" rtl="0" algn="l">
              <a:lnSpc>
                <a:spcPct val="100000"/>
              </a:lnSpc>
              <a:spcBef>
                <a:spcPts val="640"/>
              </a:spcBef>
              <a:spcAft>
                <a:spcPts val="0"/>
              </a:spcAft>
              <a:buClr>
                <a:schemeClr val="dk1"/>
              </a:buClr>
              <a:buSzPts val="3200"/>
              <a:buNone/>
            </a:pPr>
            <a:r>
              <a:rPr lang="es-MX"/>
              <a:t>        dat DB 11h, 22h, 33h, 44h, 55h</a:t>
            </a:r>
            <a:endParaRPr/>
          </a:p>
          <a:p>
            <a:pPr indent="0" lvl="0" marL="0" rtl="0" algn="l">
              <a:lnSpc>
                <a:spcPct val="100000"/>
              </a:lnSpc>
              <a:spcBef>
                <a:spcPts val="640"/>
              </a:spcBef>
              <a:spcAft>
                <a:spcPts val="0"/>
              </a:spcAft>
              <a:buClr>
                <a:schemeClr val="dk1"/>
              </a:buClr>
              <a:buSzPts val="3200"/>
              <a:buNone/>
            </a:pPr>
            <a:r>
              <a:t/>
            </a:r>
            <a:endParaRPr/>
          </a:p>
          <a:p>
            <a:pPr indent="0" lvl="0" marL="0" rtl="0" algn="l">
              <a:lnSpc>
                <a:spcPct val="100000"/>
              </a:lnSpc>
              <a:spcBef>
                <a:spcPts val="640"/>
              </a:spcBef>
              <a:spcAft>
                <a:spcPts val="0"/>
              </a:spcAft>
              <a:buClr>
                <a:schemeClr val="dk1"/>
              </a:buClr>
              <a:buSzPts val="3200"/>
              <a:buNone/>
            </a:pPr>
            <a:r>
              <a:rPr lang="es-MX"/>
              <a:t>inicio: LEA BX, dat</a:t>
            </a:r>
            <a:endParaRPr/>
          </a:p>
          <a:p>
            <a:pPr indent="0" lvl="0" marL="0" rtl="0" algn="l">
              <a:lnSpc>
                <a:spcPct val="100000"/>
              </a:lnSpc>
              <a:spcBef>
                <a:spcPts val="640"/>
              </a:spcBef>
              <a:spcAft>
                <a:spcPts val="0"/>
              </a:spcAft>
              <a:buClr>
                <a:schemeClr val="dk1"/>
              </a:buClr>
              <a:buSzPts val="3200"/>
              <a:buNone/>
            </a:pPr>
            <a:r>
              <a:rPr lang="es-MX"/>
              <a:t>        MOV AL, 2</a:t>
            </a:r>
            <a:endParaRPr/>
          </a:p>
          <a:p>
            <a:pPr indent="0" lvl="0" marL="0" rtl="0" algn="l">
              <a:lnSpc>
                <a:spcPct val="100000"/>
              </a:lnSpc>
              <a:spcBef>
                <a:spcPts val="640"/>
              </a:spcBef>
              <a:spcAft>
                <a:spcPts val="0"/>
              </a:spcAft>
              <a:buClr>
                <a:schemeClr val="dk1"/>
              </a:buClr>
              <a:buSzPts val="3200"/>
              <a:buNone/>
            </a:pPr>
            <a:r>
              <a:rPr lang="es-MX"/>
              <a:t>        XLATB     ; AL = 33h</a:t>
            </a:r>
            <a:endParaRPr/>
          </a:p>
          <a:p>
            <a:pPr indent="0" lvl="0" marL="0" rtl="0" algn="l">
              <a:lnSpc>
                <a:spcPct val="100000"/>
              </a:lnSpc>
              <a:spcBef>
                <a:spcPts val="640"/>
              </a:spcBef>
              <a:spcAft>
                <a:spcPts val="0"/>
              </a:spcAft>
              <a:buClr>
                <a:schemeClr val="dk1"/>
              </a:buClr>
              <a:buSzPts val="3200"/>
              <a:buNone/>
            </a:pPr>
            <a:r>
              <a:rPr lang="es-MX"/>
              <a:t>RET </a:t>
            </a:r>
            <a:endParaRPr/>
          </a:p>
        </p:txBody>
      </p:sp>
      <p:sp>
        <p:nvSpPr>
          <p:cNvPr id="3719" name="Google Shape;3719;p4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720" name="Google Shape;3720;p4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4" name="Shape 3724"/>
        <p:cNvGrpSpPr/>
        <p:nvPr/>
      </p:nvGrpSpPr>
      <p:grpSpPr>
        <a:xfrm>
          <a:off x="0" y="0"/>
          <a:ext cx="0" cy="0"/>
          <a:chOff x="0" y="0"/>
          <a:chExt cx="0" cy="0"/>
        </a:xfrm>
      </p:grpSpPr>
      <p:sp>
        <p:nvSpPr>
          <p:cNvPr id="3725" name="Google Shape;3725;p4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STOSB</a:t>
            </a:r>
            <a:endParaRPr/>
          </a:p>
        </p:txBody>
      </p:sp>
      <p:sp>
        <p:nvSpPr>
          <p:cNvPr id="3726" name="Google Shape;3726;p46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592"/>
              </a:spcBef>
              <a:spcAft>
                <a:spcPts val="0"/>
              </a:spcAft>
              <a:buClr>
                <a:schemeClr val="dk1"/>
              </a:buClr>
              <a:buSzPct val="100000"/>
              <a:buNone/>
            </a:pPr>
            <a:r>
              <a:rPr lang="es-MX"/>
              <a:t>jmp inicio </a:t>
            </a:r>
            <a:endParaRPr/>
          </a:p>
          <a:p>
            <a:pPr indent="0" lvl="0" marL="0" rtl="0" algn="l">
              <a:lnSpc>
                <a:spcPct val="100000"/>
              </a:lnSpc>
              <a:spcBef>
                <a:spcPts val="592"/>
              </a:spcBef>
              <a:spcAft>
                <a:spcPts val="0"/>
              </a:spcAft>
              <a:buClr>
                <a:schemeClr val="dk1"/>
              </a:buClr>
              <a:buSzPct val="100000"/>
              <a:buNone/>
            </a:pPr>
            <a:r>
              <a:rPr lang="es-MX"/>
              <a:t>        a1 DB 5 dup(0)</a:t>
            </a:r>
            <a:endParaRPr/>
          </a:p>
          <a:p>
            <a:pPr indent="0" lvl="0" marL="0" rtl="0" algn="l">
              <a:lnSpc>
                <a:spcPct val="100000"/>
              </a:lnSpc>
              <a:spcBef>
                <a:spcPts val="592"/>
              </a:spcBef>
              <a:spcAft>
                <a:spcPts val="0"/>
              </a:spcAft>
              <a:buClr>
                <a:schemeClr val="dk1"/>
              </a:buClr>
              <a:buSzPct val="100000"/>
              <a:buNone/>
            </a:pPr>
            <a:r>
              <a:t/>
            </a:r>
            <a:endParaRPr/>
          </a:p>
          <a:p>
            <a:pPr indent="0" lvl="0" marL="0" rtl="0" algn="l">
              <a:lnSpc>
                <a:spcPct val="100000"/>
              </a:lnSpc>
              <a:spcBef>
                <a:spcPts val="592"/>
              </a:spcBef>
              <a:spcAft>
                <a:spcPts val="0"/>
              </a:spcAft>
              <a:buClr>
                <a:schemeClr val="dk1"/>
              </a:buClr>
              <a:buSzPct val="100000"/>
              <a:buNone/>
            </a:pPr>
            <a:r>
              <a:rPr lang="es-MX"/>
              <a:t>inicio: LEA DI, a1</a:t>
            </a:r>
            <a:endParaRPr/>
          </a:p>
          <a:p>
            <a:pPr indent="0" lvl="0" marL="0" rtl="0" algn="l">
              <a:lnSpc>
                <a:spcPct val="100000"/>
              </a:lnSpc>
              <a:spcBef>
                <a:spcPts val="592"/>
              </a:spcBef>
              <a:spcAft>
                <a:spcPts val="0"/>
              </a:spcAft>
              <a:buClr>
                <a:schemeClr val="dk1"/>
              </a:buClr>
              <a:buSzPct val="100000"/>
              <a:buNone/>
            </a:pPr>
            <a:r>
              <a:rPr lang="es-MX"/>
              <a:t>        MOV AL, 12h</a:t>
            </a:r>
            <a:endParaRPr/>
          </a:p>
          <a:p>
            <a:pPr indent="0" lvl="0" marL="0" rtl="0" algn="l">
              <a:lnSpc>
                <a:spcPct val="100000"/>
              </a:lnSpc>
              <a:spcBef>
                <a:spcPts val="592"/>
              </a:spcBef>
              <a:spcAft>
                <a:spcPts val="0"/>
              </a:spcAft>
              <a:buClr>
                <a:schemeClr val="dk1"/>
              </a:buClr>
              <a:buSzPct val="100000"/>
              <a:buNone/>
            </a:pPr>
            <a:r>
              <a:rPr lang="es-MX"/>
              <a:t>        MOV CX, 5</a:t>
            </a:r>
            <a:endParaRPr/>
          </a:p>
          <a:p>
            <a:pPr indent="0" lvl="0" marL="0" rtl="0" algn="l">
              <a:lnSpc>
                <a:spcPct val="100000"/>
              </a:lnSpc>
              <a:spcBef>
                <a:spcPts val="592"/>
              </a:spcBef>
              <a:spcAft>
                <a:spcPts val="0"/>
              </a:spcAft>
              <a:buClr>
                <a:schemeClr val="dk1"/>
              </a:buClr>
              <a:buSzPct val="100000"/>
              <a:buNone/>
            </a:pPr>
            <a:r>
              <a:rPr lang="es-MX"/>
              <a:t>        REP STOSB</a:t>
            </a:r>
            <a:endParaRPr/>
          </a:p>
          <a:p>
            <a:pPr indent="0" lvl="0" marL="0" rtl="0" algn="l">
              <a:lnSpc>
                <a:spcPct val="100000"/>
              </a:lnSpc>
              <a:spcBef>
                <a:spcPts val="592"/>
              </a:spcBef>
              <a:spcAft>
                <a:spcPts val="0"/>
              </a:spcAft>
              <a:buClr>
                <a:schemeClr val="dk1"/>
              </a:buClr>
              <a:buSzPct val="100000"/>
              <a:buNone/>
            </a:pPr>
            <a:r>
              <a:rPr lang="es-MX"/>
              <a:t>RET </a:t>
            </a:r>
            <a:endParaRPr/>
          </a:p>
        </p:txBody>
      </p:sp>
      <p:pic>
        <p:nvPicPr>
          <p:cNvPr id="3727" name="Google Shape;3727;p469"/>
          <p:cNvPicPr preferRelativeResize="0"/>
          <p:nvPr/>
        </p:nvPicPr>
        <p:blipFill rotWithShape="1">
          <a:blip r:embed="rId3">
            <a:alphaModFix/>
          </a:blip>
          <a:srcRect b="0" l="0" r="0" t="0"/>
          <a:stretch/>
        </p:blipFill>
        <p:spPr>
          <a:xfrm>
            <a:off x="4742837" y="2125267"/>
            <a:ext cx="3557588" cy="392906"/>
          </a:xfrm>
          <a:prstGeom prst="rect">
            <a:avLst/>
          </a:prstGeom>
          <a:noFill/>
          <a:ln>
            <a:noFill/>
          </a:ln>
        </p:spPr>
      </p:pic>
      <p:pic>
        <p:nvPicPr>
          <p:cNvPr id="3728" name="Google Shape;3728;p469"/>
          <p:cNvPicPr preferRelativeResize="0"/>
          <p:nvPr/>
        </p:nvPicPr>
        <p:blipFill rotWithShape="1">
          <a:blip r:embed="rId4">
            <a:alphaModFix/>
          </a:blip>
          <a:srcRect b="0" l="0" r="0" t="0"/>
          <a:stretch/>
        </p:blipFill>
        <p:spPr>
          <a:xfrm>
            <a:off x="4742838" y="3689747"/>
            <a:ext cx="2778919" cy="314325"/>
          </a:xfrm>
          <a:prstGeom prst="rect">
            <a:avLst/>
          </a:prstGeom>
          <a:noFill/>
          <a:ln>
            <a:noFill/>
          </a:ln>
        </p:spPr>
      </p:pic>
      <p:sp>
        <p:nvSpPr>
          <p:cNvPr id="3729" name="Google Shape;3729;p4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730" name="Google Shape;3730;p4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4" name="Shape 3734"/>
        <p:cNvGrpSpPr/>
        <p:nvPr/>
      </p:nvGrpSpPr>
      <p:grpSpPr>
        <a:xfrm>
          <a:off x="0" y="0"/>
          <a:ext cx="0" cy="0"/>
          <a:chOff x="0" y="0"/>
          <a:chExt cx="0" cy="0"/>
        </a:xfrm>
      </p:grpSpPr>
      <p:sp>
        <p:nvSpPr>
          <p:cNvPr id="3735" name="Google Shape;3735;p4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STOSW</a:t>
            </a:r>
            <a:endParaRPr/>
          </a:p>
        </p:txBody>
      </p:sp>
      <p:sp>
        <p:nvSpPr>
          <p:cNvPr id="3736" name="Google Shape;3736;p47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lang="es-MX"/>
              <a:t>ORG    100h    </a:t>
            </a:r>
            <a:endParaRPr/>
          </a:p>
          <a:p>
            <a:pPr indent="0" lvl="0" marL="0" rtl="0" algn="l">
              <a:lnSpc>
                <a:spcPct val="100000"/>
              </a:lnSpc>
              <a:spcBef>
                <a:spcPts val="592"/>
              </a:spcBef>
              <a:spcAft>
                <a:spcPts val="0"/>
              </a:spcAft>
              <a:buClr>
                <a:schemeClr val="dk1"/>
              </a:buClr>
              <a:buSzPct val="100000"/>
              <a:buNone/>
            </a:pPr>
            <a:r>
              <a:rPr lang="es-MX"/>
              <a:t>jmp inicio </a:t>
            </a:r>
            <a:endParaRPr/>
          </a:p>
          <a:p>
            <a:pPr indent="0" lvl="0" marL="0" rtl="0" algn="l">
              <a:lnSpc>
                <a:spcPct val="100000"/>
              </a:lnSpc>
              <a:spcBef>
                <a:spcPts val="592"/>
              </a:spcBef>
              <a:spcAft>
                <a:spcPts val="0"/>
              </a:spcAft>
              <a:buClr>
                <a:schemeClr val="dk1"/>
              </a:buClr>
              <a:buSzPct val="100000"/>
              <a:buNone/>
            </a:pPr>
            <a:r>
              <a:rPr lang="es-MX"/>
              <a:t>        a1 DB 5 dup(0)</a:t>
            </a:r>
            <a:endParaRPr/>
          </a:p>
          <a:p>
            <a:pPr indent="0" lvl="0" marL="0" rtl="0" algn="l">
              <a:lnSpc>
                <a:spcPct val="100000"/>
              </a:lnSpc>
              <a:spcBef>
                <a:spcPts val="592"/>
              </a:spcBef>
              <a:spcAft>
                <a:spcPts val="0"/>
              </a:spcAft>
              <a:buClr>
                <a:schemeClr val="dk1"/>
              </a:buClr>
              <a:buSzPct val="100000"/>
              <a:buNone/>
            </a:pPr>
            <a:r>
              <a:t/>
            </a:r>
            <a:endParaRPr/>
          </a:p>
          <a:p>
            <a:pPr indent="0" lvl="0" marL="0" rtl="0" algn="l">
              <a:lnSpc>
                <a:spcPct val="100000"/>
              </a:lnSpc>
              <a:spcBef>
                <a:spcPts val="592"/>
              </a:spcBef>
              <a:spcAft>
                <a:spcPts val="0"/>
              </a:spcAft>
              <a:buClr>
                <a:schemeClr val="dk1"/>
              </a:buClr>
              <a:buSzPct val="100000"/>
              <a:buNone/>
            </a:pPr>
            <a:r>
              <a:rPr lang="es-MX"/>
              <a:t>inicio: LEA DI, a1</a:t>
            </a:r>
            <a:endParaRPr/>
          </a:p>
          <a:p>
            <a:pPr indent="0" lvl="0" marL="0" rtl="0" algn="l">
              <a:lnSpc>
                <a:spcPct val="100000"/>
              </a:lnSpc>
              <a:spcBef>
                <a:spcPts val="592"/>
              </a:spcBef>
              <a:spcAft>
                <a:spcPts val="0"/>
              </a:spcAft>
              <a:buClr>
                <a:schemeClr val="dk1"/>
              </a:buClr>
              <a:buSzPct val="100000"/>
              <a:buNone/>
            </a:pPr>
            <a:r>
              <a:rPr lang="es-MX"/>
              <a:t>        MOV AX, 1234h</a:t>
            </a:r>
            <a:endParaRPr/>
          </a:p>
          <a:p>
            <a:pPr indent="0" lvl="0" marL="0" rtl="0" algn="l">
              <a:lnSpc>
                <a:spcPct val="100000"/>
              </a:lnSpc>
              <a:spcBef>
                <a:spcPts val="592"/>
              </a:spcBef>
              <a:spcAft>
                <a:spcPts val="0"/>
              </a:spcAft>
              <a:buClr>
                <a:schemeClr val="dk1"/>
              </a:buClr>
              <a:buSzPct val="100000"/>
              <a:buNone/>
            </a:pPr>
            <a:r>
              <a:rPr lang="es-MX"/>
              <a:t>        MOV CX, 5</a:t>
            </a:r>
            <a:endParaRPr/>
          </a:p>
          <a:p>
            <a:pPr indent="0" lvl="0" marL="0" rtl="0" algn="l">
              <a:lnSpc>
                <a:spcPct val="100000"/>
              </a:lnSpc>
              <a:spcBef>
                <a:spcPts val="592"/>
              </a:spcBef>
              <a:spcAft>
                <a:spcPts val="0"/>
              </a:spcAft>
              <a:buClr>
                <a:schemeClr val="dk1"/>
              </a:buClr>
              <a:buSzPct val="100000"/>
              <a:buNone/>
            </a:pPr>
            <a:r>
              <a:rPr lang="es-MX"/>
              <a:t>        REP STOSW</a:t>
            </a:r>
            <a:endParaRPr/>
          </a:p>
          <a:p>
            <a:pPr indent="0" lvl="0" marL="0" rtl="0" algn="l">
              <a:lnSpc>
                <a:spcPct val="100000"/>
              </a:lnSpc>
              <a:spcBef>
                <a:spcPts val="592"/>
              </a:spcBef>
              <a:spcAft>
                <a:spcPts val="0"/>
              </a:spcAft>
              <a:buClr>
                <a:schemeClr val="dk1"/>
              </a:buClr>
              <a:buSzPct val="100000"/>
              <a:buNone/>
            </a:pPr>
            <a:r>
              <a:rPr lang="es-MX"/>
              <a:t>RET </a:t>
            </a:r>
            <a:endParaRPr/>
          </a:p>
        </p:txBody>
      </p:sp>
      <p:pic>
        <p:nvPicPr>
          <p:cNvPr id="3737" name="Google Shape;3737;p470"/>
          <p:cNvPicPr preferRelativeResize="0"/>
          <p:nvPr/>
        </p:nvPicPr>
        <p:blipFill rotWithShape="1">
          <a:blip r:embed="rId3">
            <a:alphaModFix/>
          </a:blip>
          <a:srcRect b="0" l="0" r="0" t="0"/>
          <a:stretch/>
        </p:blipFill>
        <p:spPr>
          <a:xfrm>
            <a:off x="3949678" y="2125267"/>
            <a:ext cx="3243263" cy="478631"/>
          </a:xfrm>
          <a:prstGeom prst="rect">
            <a:avLst/>
          </a:prstGeom>
          <a:noFill/>
          <a:ln>
            <a:noFill/>
          </a:ln>
        </p:spPr>
      </p:pic>
      <p:pic>
        <p:nvPicPr>
          <p:cNvPr id="3738" name="Google Shape;3738;p470"/>
          <p:cNvPicPr preferRelativeResize="0"/>
          <p:nvPr/>
        </p:nvPicPr>
        <p:blipFill rotWithShape="1">
          <a:blip r:embed="rId4">
            <a:alphaModFix/>
          </a:blip>
          <a:srcRect b="0" l="0" r="0" t="0"/>
          <a:stretch/>
        </p:blipFill>
        <p:spPr>
          <a:xfrm>
            <a:off x="3949678" y="4096430"/>
            <a:ext cx="3471863" cy="428625"/>
          </a:xfrm>
          <a:prstGeom prst="rect">
            <a:avLst/>
          </a:prstGeom>
          <a:noFill/>
          <a:ln>
            <a:noFill/>
          </a:ln>
        </p:spPr>
      </p:pic>
      <p:sp>
        <p:nvSpPr>
          <p:cNvPr id="3739" name="Google Shape;3739;p4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740" name="Google Shape;3740;p4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4" name="Shape 3744"/>
        <p:cNvGrpSpPr/>
        <p:nvPr/>
      </p:nvGrpSpPr>
      <p:grpSpPr>
        <a:xfrm>
          <a:off x="0" y="0"/>
          <a:ext cx="0" cy="0"/>
          <a:chOff x="0" y="0"/>
          <a:chExt cx="0" cy="0"/>
        </a:xfrm>
      </p:grpSpPr>
      <p:sp>
        <p:nvSpPr>
          <p:cNvPr id="3745" name="Google Shape;3745;p4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descr="Resultado de imagen para little endian" id="3746" name="Google Shape;3746;p471"/>
          <p:cNvPicPr preferRelativeResize="0"/>
          <p:nvPr>
            <p:ph idx="1" type="body"/>
          </p:nvPr>
        </p:nvPicPr>
        <p:blipFill rotWithShape="1">
          <a:blip r:embed="rId3">
            <a:alphaModFix/>
          </a:blip>
          <a:srcRect b="0" l="0" r="0" t="0"/>
          <a:stretch/>
        </p:blipFill>
        <p:spPr>
          <a:xfrm>
            <a:off x="628651" y="2333798"/>
            <a:ext cx="7886699" cy="3048845"/>
          </a:xfrm>
          <a:prstGeom prst="rect">
            <a:avLst/>
          </a:prstGeom>
          <a:noFill/>
          <a:ln>
            <a:noFill/>
          </a:ln>
        </p:spPr>
      </p:pic>
      <p:sp>
        <p:nvSpPr>
          <p:cNvPr id="3747" name="Google Shape;3747;p4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748" name="Google Shape;3748;p4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2" name="Shape 3752"/>
        <p:cNvGrpSpPr/>
        <p:nvPr/>
      </p:nvGrpSpPr>
      <p:grpSpPr>
        <a:xfrm>
          <a:off x="0" y="0"/>
          <a:ext cx="0" cy="0"/>
          <a:chOff x="0" y="0"/>
          <a:chExt cx="0" cy="0"/>
        </a:xfrm>
      </p:grpSpPr>
      <p:sp>
        <p:nvSpPr>
          <p:cNvPr id="3753" name="Google Shape;3753;p4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754" name="Google Shape;3754;p47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Tamaño de los datos En el 8086/88 se definen los siguientes tamaños de datos: </a:t>
            </a:r>
            <a:endParaRPr/>
          </a:p>
          <a:p>
            <a:pPr indent="-285750" lvl="1" marL="742950" rtl="0" algn="l">
              <a:lnSpc>
                <a:spcPct val="100000"/>
              </a:lnSpc>
              <a:spcBef>
                <a:spcPts val="560"/>
              </a:spcBef>
              <a:spcAft>
                <a:spcPts val="0"/>
              </a:spcAft>
              <a:buClr>
                <a:schemeClr val="dk1"/>
              </a:buClr>
              <a:buSzPts val="2800"/>
              <a:buChar char="–"/>
            </a:pPr>
            <a:r>
              <a:rPr lang="es-MX"/>
              <a:t>4 bits 🡪 nibble </a:t>
            </a:r>
            <a:endParaRPr/>
          </a:p>
          <a:p>
            <a:pPr indent="-285750" lvl="1" marL="742950" rtl="0" algn="l">
              <a:lnSpc>
                <a:spcPct val="100000"/>
              </a:lnSpc>
              <a:spcBef>
                <a:spcPts val="560"/>
              </a:spcBef>
              <a:spcAft>
                <a:spcPts val="0"/>
              </a:spcAft>
              <a:buClr>
                <a:schemeClr val="dk1"/>
              </a:buClr>
              <a:buSzPts val="2800"/>
              <a:buChar char="–"/>
            </a:pPr>
            <a:r>
              <a:rPr lang="es-MX"/>
              <a:t>8 bits 🡪 byte </a:t>
            </a:r>
            <a:endParaRPr/>
          </a:p>
          <a:p>
            <a:pPr indent="-285750" lvl="1" marL="742950" rtl="0" algn="l">
              <a:lnSpc>
                <a:spcPct val="100000"/>
              </a:lnSpc>
              <a:spcBef>
                <a:spcPts val="560"/>
              </a:spcBef>
              <a:spcAft>
                <a:spcPts val="0"/>
              </a:spcAft>
              <a:buClr>
                <a:schemeClr val="dk1"/>
              </a:buClr>
              <a:buSzPts val="2800"/>
              <a:buChar char="–"/>
            </a:pPr>
            <a:r>
              <a:rPr lang="es-MX"/>
              <a:t>16 bits 🡪 word </a:t>
            </a:r>
            <a:endParaRPr/>
          </a:p>
          <a:p>
            <a:pPr indent="-285750" lvl="1" marL="742950" rtl="0" algn="l">
              <a:lnSpc>
                <a:spcPct val="100000"/>
              </a:lnSpc>
              <a:spcBef>
                <a:spcPts val="560"/>
              </a:spcBef>
              <a:spcAft>
                <a:spcPts val="0"/>
              </a:spcAft>
              <a:buClr>
                <a:schemeClr val="dk1"/>
              </a:buClr>
              <a:buSzPts val="2800"/>
              <a:buChar char="–"/>
            </a:pPr>
            <a:r>
              <a:rPr lang="es-MX"/>
              <a:t>32 bits 🡪 dword</a:t>
            </a:r>
            <a:endParaRPr/>
          </a:p>
        </p:txBody>
      </p:sp>
      <p:sp>
        <p:nvSpPr>
          <p:cNvPr id="3755" name="Google Shape;3755;p4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756" name="Google Shape;3756;p4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0" name="Shape 3760"/>
        <p:cNvGrpSpPr/>
        <p:nvPr/>
      </p:nvGrpSpPr>
      <p:grpSpPr>
        <a:xfrm>
          <a:off x="0" y="0"/>
          <a:ext cx="0" cy="0"/>
          <a:chOff x="0" y="0"/>
          <a:chExt cx="0" cy="0"/>
        </a:xfrm>
      </p:grpSpPr>
      <p:sp>
        <p:nvSpPr>
          <p:cNvPr id="3761" name="Google Shape;3761;p47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s-MX"/>
              <a:t>ORG</a:t>
            </a:r>
            <a:endParaRPr/>
          </a:p>
        </p:txBody>
      </p:sp>
      <p:sp>
        <p:nvSpPr>
          <p:cNvPr id="3762" name="Google Shape;3762;p47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lnSpc>
                <a:spcPct val="100000"/>
              </a:lnSpc>
              <a:spcBef>
                <a:spcPts val="0"/>
              </a:spcBef>
              <a:spcAft>
                <a:spcPts val="0"/>
              </a:spcAft>
              <a:buClr>
                <a:schemeClr val="dk1"/>
              </a:buClr>
              <a:buSzPct val="100000"/>
              <a:buChar char="•"/>
            </a:pPr>
            <a:r>
              <a:rPr lang="es-MX"/>
              <a:t>ORG es una directiva con la que hay que tener especial cuidado, pues en otros ensambladores puede tener un efecto distinto. En </a:t>
            </a:r>
            <a:r>
              <a:rPr i="1" lang="es-MX"/>
              <a:t>nasm</a:t>
            </a:r>
            <a:r>
              <a:rPr lang="es-MX"/>
              <a:t> solamente influye en los offsets de las etiquetas e instrucciones que se refieran a direcciones. Es decir, colocar un org 100h no genera un hueco de 256 bytes donde empieza a colocarnos nuestro programa; simplemente hace que las referencias a offsets se realicen según este desplazamiento inicial. Si ensamblamos el programa "COM" del tema anterior, vemos que no ocupa 256 bytes + el programa propiamente dicho; simplemente el programa está </a:t>
            </a:r>
            <a:r>
              <a:rPr i="1" lang="es-MX"/>
              <a:t>preparado</a:t>
            </a:r>
            <a:r>
              <a:rPr lang="es-MX"/>
              <a:t> para que cuando se copie en memoria a partir de un offset de 256 bytes las direcciones sean correctas.</a:t>
            </a:r>
            <a:endParaRPr/>
          </a:p>
          <a:p>
            <a:pPr indent="-342900" lvl="0" marL="342900" rtl="0" algn="l">
              <a:lnSpc>
                <a:spcPct val="100000"/>
              </a:lnSpc>
              <a:spcBef>
                <a:spcPts val="496"/>
              </a:spcBef>
              <a:spcAft>
                <a:spcPts val="0"/>
              </a:spcAft>
              <a:buClr>
                <a:schemeClr val="dk1"/>
              </a:buClr>
              <a:buSzPct val="100000"/>
              <a:buChar char="•"/>
            </a:pPr>
            <a:r>
              <a:rPr lang="es-MX"/>
              <a:t>El uso es tan simple como </a:t>
            </a:r>
            <a:r>
              <a:rPr b="1" lang="es-MX"/>
              <a:t>org </a:t>
            </a:r>
            <a:r>
              <a:rPr b="1" i="1" lang="es-MX"/>
              <a:t>numero_de_bytes</a:t>
            </a:r>
            <a:endParaRPr/>
          </a:p>
          <a:p>
            <a:pPr indent="-185420" lvl="0" marL="342900" rtl="0" algn="l">
              <a:lnSpc>
                <a:spcPct val="100000"/>
              </a:lnSpc>
              <a:spcBef>
                <a:spcPts val="496"/>
              </a:spcBef>
              <a:spcAft>
                <a:spcPts val="0"/>
              </a:spcAft>
              <a:buClr>
                <a:schemeClr val="dk1"/>
              </a:buClr>
              <a:buSzPct val="100000"/>
              <a:buNone/>
            </a:pPr>
            <a:r>
              <a:t/>
            </a:r>
            <a:endParaRPr/>
          </a:p>
        </p:txBody>
      </p:sp>
      <p:sp>
        <p:nvSpPr>
          <p:cNvPr id="3763" name="Google Shape;3763;p4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764" name="Google Shape;3764;p4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8" name="Shape 3768"/>
        <p:cNvGrpSpPr/>
        <p:nvPr/>
      </p:nvGrpSpPr>
      <p:grpSpPr>
        <a:xfrm>
          <a:off x="0" y="0"/>
          <a:ext cx="0" cy="0"/>
          <a:chOff x="0" y="0"/>
          <a:chExt cx="0" cy="0"/>
        </a:xfrm>
      </p:grpSpPr>
      <p:sp>
        <p:nvSpPr>
          <p:cNvPr id="3769" name="Google Shape;3769;p4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s-MX"/>
              <a:t>DIRECTIVAS (PSEUDO-OPERACIONES)</a:t>
            </a:r>
            <a:endParaRPr/>
          </a:p>
        </p:txBody>
      </p:sp>
      <p:sp>
        <p:nvSpPr>
          <p:cNvPr id="3770" name="Google Shape;3770;p47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s-MX"/>
              <a:t>Las directivas son comandos que afectan al ensamblador, y no al microprocesador, por lo que no generan código objeto. Se utilizan para definir segmentos, símbolos, procedimientos o subrutinas, reservar memoria, etc.</a:t>
            </a:r>
            <a:endParaRPr/>
          </a:p>
        </p:txBody>
      </p:sp>
      <p:sp>
        <p:nvSpPr>
          <p:cNvPr id="3771" name="Google Shape;3771;p4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772" name="Google Shape;3772;p4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6" name="Shape 3776"/>
        <p:cNvGrpSpPr/>
        <p:nvPr/>
      </p:nvGrpSpPr>
      <p:grpSpPr>
        <a:xfrm>
          <a:off x="0" y="0"/>
          <a:ext cx="0" cy="0"/>
          <a:chOff x="0" y="0"/>
          <a:chExt cx="0" cy="0"/>
        </a:xfrm>
      </p:grpSpPr>
      <p:sp>
        <p:nvSpPr>
          <p:cNvPr id="3777" name="Google Shape;3777;p4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Directiva EQU (EQUivalence)</a:t>
            </a:r>
            <a:endParaRPr/>
          </a:p>
        </p:txBody>
      </p:sp>
      <p:sp>
        <p:nvSpPr>
          <p:cNvPr id="3778" name="Google Shape;3778;p47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chemeClr val="dk1"/>
              </a:buClr>
              <a:buSzPct val="100000"/>
              <a:buChar char="•"/>
            </a:pPr>
            <a:r>
              <a:rPr lang="es-MX"/>
              <a:t>Sintaxis: nombre EQU expresión</a:t>
            </a:r>
            <a:endParaRPr/>
          </a:p>
          <a:p>
            <a:pPr indent="-170180" lvl="0" marL="342900" rtl="0" algn="just">
              <a:lnSpc>
                <a:spcPct val="100000"/>
              </a:lnSpc>
              <a:spcBef>
                <a:spcPts val="544"/>
              </a:spcBef>
              <a:spcAft>
                <a:spcPts val="0"/>
              </a:spcAft>
              <a:buClr>
                <a:schemeClr val="dk1"/>
              </a:buClr>
              <a:buSzPct val="100000"/>
              <a:buNone/>
            </a:pPr>
            <a:r>
              <a:t/>
            </a:r>
            <a:endParaRPr/>
          </a:p>
          <a:p>
            <a:pPr indent="-342900" lvl="0" marL="342900" rtl="0" algn="just">
              <a:lnSpc>
                <a:spcPct val="100000"/>
              </a:lnSpc>
              <a:spcBef>
                <a:spcPts val="544"/>
              </a:spcBef>
              <a:spcAft>
                <a:spcPts val="0"/>
              </a:spcAft>
              <a:buClr>
                <a:schemeClr val="dk1"/>
              </a:buClr>
              <a:buSzPct val="100000"/>
              <a:buChar char="•"/>
            </a:pPr>
            <a:r>
              <a:rPr lang="es-MX"/>
              <a:t>La directiva EQU asigna un nombre simbólico al valor de una expresión. El compilador, cuando encuentre en el código dicho nombre simbólico, lo sustituirá por el valor de la expresión. La expresión indicada puede ser: </a:t>
            </a:r>
            <a:endParaRPr/>
          </a:p>
          <a:p>
            <a:pPr indent="-285750" lvl="1" marL="742950" rtl="0" algn="just">
              <a:lnSpc>
                <a:spcPct val="100000"/>
              </a:lnSpc>
              <a:spcBef>
                <a:spcPts val="476"/>
              </a:spcBef>
              <a:spcAft>
                <a:spcPts val="0"/>
              </a:spcAft>
              <a:buClr>
                <a:schemeClr val="dk1"/>
              </a:buClr>
              <a:buSzPct val="100000"/>
              <a:buChar char="–"/>
            </a:pPr>
            <a:r>
              <a:rPr lang="es-MX"/>
              <a:t>Una constante numérica. </a:t>
            </a:r>
            <a:endParaRPr/>
          </a:p>
          <a:p>
            <a:pPr indent="-285750" lvl="1" marL="742950" rtl="0" algn="just">
              <a:lnSpc>
                <a:spcPct val="100000"/>
              </a:lnSpc>
              <a:spcBef>
                <a:spcPts val="476"/>
              </a:spcBef>
              <a:spcAft>
                <a:spcPts val="0"/>
              </a:spcAft>
              <a:buClr>
                <a:schemeClr val="dk1"/>
              </a:buClr>
              <a:buSzPct val="100000"/>
              <a:buChar char="–"/>
            </a:pPr>
            <a:r>
              <a:rPr lang="es-MX"/>
              <a:t>Una referencia de dirección (cualquier modo de direccionamiento). </a:t>
            </a:r>
            <a:endParaRPr/>
          </a:p>
          <a:p>
            <a:pPr indent="-285750" lvl="1" marL="742950" rtl="0" algn="just">
              <a:lnSpc>
                <a:spcPct val="100000"/>
              </a:lnSpc>
              <a:spcBef>
                <a:spcPts val="476"/>
              </a:spcBef>
              <a:spcAft>
                <a:spcPts val="0"/>
              </a:spcAft>
              <a:buClr>
                <a:schemeClr val="dk1"/>
              </a:buClr>
              <a:buSzPct val="100000"/>
              <a:buChar char="–"/>
            </a:pPr>
            <a:r>
              <a:rPr lang="es-MX"/>
              <a:t>Cualquier combinación de símbolos y operaciones que generen un valor numérico.</a:t>
            </a:r>
            <a:endParaRPr/>
          </a:p>
          <a:p>
            <a:pPr indent="-285750" lvl="1" marL="742950" rtl="0" algn="just">
              <a:lnSpc>
                <a:spcPct val="100000"/>
              </a:lnSpc>
              <a:spcBef>
                <a:spcPts val="476"/>
              </a:spcBef>
              <a:spcAft>
                <a:spcPts val="0"/>
              </a:spcAft>
              <a:buClr>
                <a:schemeClr val="dk1"/>
              </a:buClr>
              <a:buSzPct val="100000"/>
              <a:buChar char="–"/>
            </a:pPr>
            <a:r>
              <a:rPr lang="es-MX"/>
              <a:t>Otro nombre simbólico. </a:t>
            </a:r>
            <a:endParaRPr/>
          </a:p>
        </p:txBody>
      </p:sp>
      <p:sp>
        <p:nvSpPr>
          <p:cNvPr id="3779" name="Google Shape;3779;p4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780" name="Google Shape;3780;p4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4" name="Shape 3784"/>
        <p:cNvGrpSpPr/>
        <p:nvPr/>
      </p:nvGrpSpPr>
      <p:grpSpPr>
        <a:xfrm>
          <a:off x="0" y="0"/>
          <a:ext cx="0" cy="0"/>
          <a:chOff x="0" y="0"/>
          <a:chExt cx="0" cy="0"/>
        </a:xfrm>
      </p:grpSpPr>
      <p:sp>
        <p:nvSpPr>
          <p:cNvPr id="3785" name="Google Shape;3785;p4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786" name="Google Shape;3786;p47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Ejemplos: </a:t>
            </a:r>
            <a:endParaRPr/>
          </a:p>
          <a:p>
            <a:pPr indent="-285750" lvl="1" marL="742950" rtl="0" algn="l">
              <a:lnSpc>
                <a:spcPct val="100000"/>
              </a:lnSpc>
              <a:spcBef>
                <a:spcPts val="560"/>
              </a:spcBef>
              <a:spcAft>
                <a:spcPts val="0"/>
              </a:spcAft>
              <a:buClr>
                <a:schemeClr val="dk1"/>
              </a:buClr>
              <a:buSzPts val="2800"/>
              <a:buChar char="–"/>
            </a:pPr>
            <a:r>
              <a:rPr lang="es-MX"/>
              <a:t>COLUMNAS EQU 80 </a:t>
            </a:r>
            <a:endParaRPr/>
          </a:p>
          <a:p>
            <a:pPr indent="-285750" lvl="1" marL="742950" rtl="0" algn="l">
              <a:lnSpc>
                <a:spcPct val="100000"/>
              </a:lnSpc>
              <a:spcBef>
                <a:spcPts val="560"/>
              </a:spcBef>
              <a:spcAft>
                <a:spcPts val="0"/>
              </a:spcAft>
              <a:buClr>
                <a:schemeClr val="dk1"/>
              </a:buClr>
              <a:buSzPts val="2800"/>
              <a:buChar char="–"/>
            </a:pPr>
            <a:r>
              <a:rPr lang="es-MX"/>
              <a:t>FILAS EQU 25 </a:t>
            </a:r>
            <a:endParaRPr/>
          </a:p>
          <a:p>
            <a:pPr indent="-285750" lvl="1" marL="742950" rtl="0" algn="l">
              <a:lnSpc>
                <a:spcPct val="100000"/>
              </a:lnSpc>
              <a:spcBef>
                <a:spcPts val="560"/>
              </a:spcBef>
              <a:spcAft>
                <a:spcPts val="0"/>
              </a:spcAft>
              <a:buClr>
                <a:schemeClr val="dk1"/>
              </a:buClr>
              <a:buSzPts val="2800"/>
              <a:buChar char="–"/>
            </a:pPr>
            <a:r>
              <a:rPr lang="es-MX"/>
              <a:t>PANTALLA EQU FILAS*COLUMNAS </a:t>
            </a:r>
            <a:endParaRPr/>
          </a:p>
          <a:p>
            <a:pPr indent="-285750" lvl="1" marL="742950" rtl="0" algn="l">
              <a:lnSpc>
                <a:spcPct val="100000"/>
              </a:lnSpc>
              <a:spcBef>
                <a:spcPts val="560"/>
              </a:spcBef>
              <a:spcAft>
                <a:spcPts val="0"/>
              </a:spcAft>
              <a:buClr>
                <a:schemeClr val="dk1"/>
              </a:buClr>
              <a:buSzPts val="2800"/>
              <a:buChar char="–"/>
            </a:pPr>
            <a:r>
              <a:rPr lang="es-MX"/>
              <a:t>MOVER EQU MOV </a:t>
            </a:r>
            <a:endParaRPr/>
          </a:p>
          <a:p>
            <a:pPr indent="-285750" lvl="1" marL="742950" rtl="0" algn="l">
              <a:lnSpc>
                <a:spcPct val="100000"/>
              </a:lnSpc>
              <a:spcBef>
                <a:spcPts val="560"/>
              </a:spcBef>
              <a:spcAft>
                <a:spcPts val="0"/>
              </a:spcAft>
              <a:buClr>
                <a:schemeClr val="dk1"/>
              </a:buClr>
              <a:buSzPts val="2800"/>
              <a:buChar char="–"/>
            </a:pPr>
            <a:r>
              <a:rPr lang="es-MX"/>
              <a:t>EDICION EQU "PULSAR TECLA" </a:t>
            </a:r>
            <a:endParaRPr/>
          </a:p>
          <a:p>
            <a:pPr indent="-285750" lvl="1" marL="742950" rtl="0" algn="l">
              <a:lnSpc>
                <a:spcPct val="100000"/>
              </a:lnSpc>
              <a:spcBef>
                <a:spcPts val="560"/>
              </a:spcBef>
              <a:spcAft>
                <a:spcPts val="0"/>
              </a:spcAft>
              <a:buClr>
                <a:schemeClr val="dk1"/>
              </a:buClr>
              <a:buSzPts val="2800"/>
              <a:buChar char="–"/>
            </a:pPr>
            <a:r>
              <a:rPr lang="es-MX"/>
              <a:t>DIRECCION EQU [SI+BX] </a:t>
            </a:r>
            <a:endParaRPr/>
          </a:p>
        </p:txBody>
      </p:sp>
      <p:sp>
        <p:nvSpPr>
          <p:cNvPr id="3787" name="Google Shape;3787;p4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788" name="Google Shape;3788;p4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2" name="Shape 3792"/>
        <p:cNvGrpSpPr/>
        <p:nvPr/>
      </p:nvGrpSpPr>
      <p:grpSpPr>
        <a:xfrm>
          <a:off x="0" y="0"/>
          <a:ext cx="0" cy="0"/>
          <a:chOff x="0" y="0"/>
          <a:chExt cx="0" cy="0"/>
        </a:xfrm>
      </p:grpSpPr>
      <p:sp>
        <p:nvSpPr>
          <p:cNvPr id="3793" name="Google Shape;3793;p4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Directiva DB (Define Byte)</a:t>
            </a:r>
            <a:endParaRPr/>
          </a:p>
        </p:txBody>
      </p:sp>
      <p:sp>
        <p:nvSpPr>
          <p:cNvPr id="3794" name="Google Shape;3794;p47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00000"/>
              </a:lnSpc>
              <a:spcBef>
                <a:spcPts val="0"/>
              </a:spcBef>
              <a:spcAft>
                <a:spcPts val="0"/>
              </a:spcAft>
              <a:buClr>
                <a:schemeClr val="dk1"/>
              </a:buClr>
              <a:buSzPct val="100000"/>
              <a:buChar char="•"/>
            </a:pPr>
            <a:r>
              <a:rPr lang="es-MX"/>
              <a:t>Sintaxis: [nom_variable] EQU expresión</a:t>
            </a:r>
            <a:endParaRPr/>
          </a:p>
          <a:p>
            <a:pPr indent="-285750" lvl="1" marL="742950" rtl="0" algn="just">
              <a:lnSpc>
                <a:spcPct val="100000"/>
              </a:lnSpc>
              <a:spcBef>
                <a:spcPts val="518"/>
              </a:spcBef>
              <a:spcAft>
                <a:spcPts val="0"/>
              </a:spcAft>
              <a:buClr>
                <a:schemeClr val="dk1"/>
              </a:buClr>
              <a:buSzPct val="100000"/>
              <a:buChar char="–"/>
            </a:pPr>
            <a:r>
              <a:rPr lang="es-MX"/>
              <a:t>La directiva DB reserva memoria para datos de tipo byte (8 bits), o para una variable de este tipo, inicializando o no dicho byte y los posteriores. </a:t>
            </a:r>
            <a:endParaRPr/>
          </a:p>
          <a:p>
            <a:pPr indent="-285750" lvl="1" marL="742950" rtl="0" algn="just">
              <a:lnSpc>
                <a:spcPct val="100000"/>
              </a:lnSpc>
              <a:spcBef>
                <a:spcPts val="518"/>
              </a:spcBef>
              <a:spcAft>
                <a:spcPts val="0"/>
              </a:spcAft>
              <a:buClr>
                <a:schemeClr val="dk1"/>
              </a:buClr>
              <a:buSzPct val="100000"/>
              <a:buChar char="–"/>
            </a:pPr>
            <a:r>
              <a:rPr lang="es-MX"/>
              <a:t>La expresión es el valor inicial de la variable, y puede ser: </a:t>
            </a:r>
            <a:endParaRPr/>
          </a:p>
          <a:p>
            <a:pPr indent="-228600" lvl="2" marL="1143000" rtl="0" algn="just">
              <a:lnSpc>
                <a:spcPct val="100000"/>
              </a:lnSpc>
              <a:spcBef>
                <a:spcPts val="444"/>
              </a:spcBef>
              <a:spcAft>
                <a:spcPts val="0"/>
              </a:spcAft>
              <a:buClr>
                <a:schemeClr val="dk1"/>
              </a:buClr>
              <a:buSzPct val="100000"/>
              <a:buChar char="•"/>
            </a:pPr>
            <a:r>
              <a:rPr lang="es-MX"/>
              <a:t>Una constante numérica positiva o negativa con rango de byte (-128 a +127, ó de 0 a 255).</a:t>
            </a:r>
            <a:endParaRPr/>
          </a:p>
          <a:p>
            <a:pPr indent="-228600" lvl="2" marL="1143000" rtl="0" algn="just">
              <a:lnSpc>
                <a:spcPct val="100000"/>
              </a:lnSpc>
              <a:spcBef>
                <a:spcPts val="444"/>
              </a:spcBef>
              <a:spcAft>
                <a:spcPts val="0"/>
              </a:spcAft>
              <a:buClr>
                <a:schemeClr val="dk1"/>
              </a:buClr>
              <a:buSzPct val="100000"/>
              <a:buChar char="•"/>
            </a:pPr>
            <a:r>
              <a:rPr lang="es-MX"/>
              <a:t>Una cadena de caracteres delimitada por comillas simples o dobles.</a:t>
            </a:r>
            <a:endParaRPr/>
          </a:p>
          <a:p>
            <a:pPr indent="-228600" lvl="2" marL="1143000" rtl="0" algn="just">
              <a:lnSpc>
                <a:spcPct val="100000"/>
              </a:lnSpc>
              <a:spcBef>
                <a:spcPts val="444"/>
              </a:spcBef>
              <a:spcAft>
                <a:spcPts val="0"/>
              </a:spcAft>
              <a:buClr>
                <a:schemeClr val="dk1"/>
              </a:buClr>
              <a:buSzPct val="100000"/>
              <a:buChar char="•"/>
            </a:pPr>
            <a:r>
              <a:rPr lang="es-MX"/>
              <a:t>Un signo interrogante (?), que indica valor indefinido. Sólo reserva espacio en la memoria. </a:t>
            </a:r>
            <a:endParaRPr/>
          </a:p>
          <a:p>
            <a:pPr indent="-228600" lvl="2" marL="1143000" rtl="0" algn="just">
              <a:lnSpc>
                <a:spcPct val="100000"/>
              </a:lnSpc>
              <a:spcBef>
                <a:spcPts val="444"/>
              </a:spcBef>
              <a:spcAft>
                <a:spcPts val="0"/>
              </a:spcAft>
              <a:buClr>
                <a:schemeClr val="dk1"/>
              </a:buClr>
              <a:buSzPct val="100000"/>
              <a:buChar char="•"/>
            </a:pPr>
            <a:r>
              <a:rPr lang="es-MX"/>
              <a:t>n DUP(expresión), que repite 'n' veces la 'expresión'. </a:t>
            </a:r>
            <a:endParaRPr/>
          </a:p>
        </p:txBody>
      </p:sp>
      <p:sp>
        <p:nvSpPr>
          <p:cNvPr id="3795" name="Google Shape;3795;p4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796" name="Google Shape;3796;p4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0" name="Shape 3800"/>
        <p:cNvGrpSpPr/>
        <p:nvPr/>
      </p:nvGrpSpPr>
      <p:grpSpPr>
        <a:xfrm>
          <a:off x="0" y="0"/>
          <a:ext cx="0" cy="0"/>
          <a:chOff x="0" y="0"/>
          <a:chExt cx="0" cy="0"/>
        </a:xfrm>
      </p:grpSpPr>
      <p:sp>
        <p:nvSpPr>
          <p:cNvPr id="3801" name="Google Shape;3801;p4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802" name="Google Shape;3802;p47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Ejemplos: </a:t>
            </a:r>
            <a:endParaRPr/>
          </a:p>
          <a:p>
            <a:pPr indent="-285750" lvl="1" marL="742950" rtl="0" algn="l">
              <a:lnSpc>
                <a:spcPct val="100000"/>
              </a:lnSpc>
              <a:spcBef>
                <a:spcPts val="560"/>
              </a:spcBef>
              <a:spcAft>
                <a:spcPts val="0"/>
              </a:spcAft>
              <a:buClr>
                <a:schemeClr val="dk1"/>
              </a:buClr>
              <a:buSzPts val="2800"/>
              <a:buChar char="–"/>
            </a:pPr>
            <a:r>
              <a:rPr lang="es-MX"/>
              <a:t>VALOR DB 111 </a:t>
            </a:r>
            <a:endParaRPr/>
          </a:p>
          <a:p>
            <a:pPr indent="-285750" lvl="1" marL="742950" rtl="0" algn="l">
              <a:lnSpc>
                <a:spcPct val="100000"/>
              </a:lnSpc>
              <a:spcBef>
                <a:spcPts val="560"/>
              </a:spcBef>
              <a:spcAft>
                <a:spcPts val="0"/>
              </a:spcAft>
              <a:buClr>
                <a:schemeClr val="dk1"/>
              </a:buClr>
              <a:buSzPts val="2800"/>
              <a:buChar char="–"/>
            </a:pPr>
            <a:r>
              <a:rPr lang="es-MX"/>
              <a:t>TEXTO DB "HOLA, SOY UN TEXTO" </a:t>
            </a:r>
            <a:endParaRPr/>
          </a:p>
          <a:p>
            <a:pPr indent="-285750" lvl="1" marL="742950" rtl="0" algn="l">
              <a:lnSpc>
                <a:spcPct val="100000"/>
              </a:lnSpc>
              <a:spcBef>
                <a:spcPts val="560"/>
              </a:spcBef>
              <a:spcAft>
                <a:spcPts val="0"/>
              </a:spcAft>
              <a:buClr>
                <a:schemeClr val="dk1"/>
              </a:buClr>
              <a:buSzPts val="2800"/>
              <a:buChar char="–"/>
            </a:pPr>
            <a:r>
              <a:rPr lang="es-MX"/>
              <a:t>CALCULO DB 15*2 </a:t>
            </a:r>
            <a:endParaRPr/>
          </a:p>
          <a:p>
            <a:pPr indent="-285750" lvl="1" marL="742950" rtl="0" algn="l">
              <a:lnSpc>
                <a:spcPct val="100000"/>
              </a:lnSpc>
              <a:spcBef>
                <a:spcPts val="560"/>
              </a:spcBef>
              <a:spcAft>
                <a:spcPts val="0"/>
              </a:spcAft>
              <a:buClr>
                <a:schemeClr val="dk1"/>
              </a:buClr>
              <a:buSzPts val="2800"/>
              <a:buChar char="–"/>
            </a:pPr>
            <a:r>
              <a:rPr lang="es-MX"/>
              <a:t>RESERVA DB 15 DUP(?) </a:t>
            </a:r>
            <a:endParaRPr/>
          </a:p>
          <a:p>
            <a:pPr indent="-285750" lvl="1" marL="742950" rtl="0" algn="l">
              <a:lnSpc>
                <a:spcPct val="100000"/>
              </a:lnSpc>
              <a:spcBef>
                <a:spcPts val="560"/>
              </a:spcBef>
              <a:spcAft>
                <a:spcPts val="0"/>
              </a:spcAft>
              <a:buClr>
                <a:schemeClr val="dk1"/>
              </a:buClr>
              <a:buSzPts val="2800"/>
              <a:buChar char="–"/>
            </a:pPr>
            <a:r>
              <a:rPr lang="es-MX"/>
              <a:t>NODEFIN DB ?</a:t>
            </a:r>
            <a:endParaRPr/>
          </a:p>
        </p:txBody>
      </p:sp>
      <p:sp>
        <p:nvSpPr>
          <p:cNvPr id="3803" name="Google Shape;3803;p4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804" name="Google Shape;3804;p4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8" name="Shape 3808"/>
        <p:cNvGrpSpPr/>
        <p:nvPr/>
      </p:nvGrpSpPr>
      <p:grpSpPr>
        <a:xfrm>
          <a:off x="0" y="0"/>
          <a:ext cx="0" cy="0"/>
          <a:chOff x="0" y="0"/>
          <a:chExt cx="0" cy="0"/>
        </a:xfrm>
      </p:grpSpPr>
      <p:sp>
        <p:nvSpPr>
          <p:cNvPr id="3809" name="Google Shape;3809;p4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810" name="Google Shape;3810;p47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just">
              <a:lnSpc>
                <a:spcPct val="100000"/>
              </a:lnSpc>
              <a:spcBef>
                <a:spcPts val="0"/>
              </a:spcBef>
              <a:spcAft>
                <a:spcPts val="0"/>
              </a:spcAft>
              <a:buClr>
                <a:schemeClr val="dk1"/>
              </a:buClr>
              <a:buSzPct val="100000"/>
              <a:buChar char="•"/>
            </a:pPr>
            <a:r>
              <a:rPr lang="es-MX"/>
              <a:t>De modo similar a DB, se pueden definir otros tipos de variables en lenguaje ensamblador. Lo único que varía es el tamaño de los datos y el nombre de la directiva: </a:t>
            </a:r>
            <a:endParaRPr/>
          </a:p>
          <a:p>
            <a:pPr indent="-285750" lvl="1" marL="742950" rtl="0" algn="just">
              <a:lnSpc>
                <a:spcPct val="100000"/>
              </a:lnSpc>
              <a:spcBef>
                <a:spcPts val="476"/>
              </a:spcBef>
              <a:spcAft>
                <a:spcPts val="0"/>
              </a:spcAft>
              <a:buClr>
                <a:schemeClr val="dk1"/>
              </a:buClr>
              <a:buSzPct val="100000"/>
              <a:buChar char="–"/>
            </a:pPr>
            <a:r>
              <a:rPr lang="es-MX"/>
              <a:t>DB (Define Byte) Reservar datos de tamaño byte (8 bits) </a:t>
            </a:r>
            <a:endParaRPr/>
          </a:p>
          <a:p>
            <a:pPr indent="-285750" lvl="1" marL="742950" rtl="0" algn="just">
              <a:lnSpc>
                <a:spcPct val="100000"/>
              </a:lnSpc>
              <a:spcBef>
                <a:spcPts val="476"/>
              </a:spcBef>
              <a:spcAft>
                <a:spcPts val="0"/>
              </a:spcAft>
              <a:buClr>
                <a:schemeClr val="dk1"/>
              </a:buClr>
              <a:buSzPct val="100000"/>
              <a:buChar char="–"/>
            </a:pPr>
            <a:r>
              <a:rPr lang="es-MX"/>
              <a:t>DW (Define Word) Reservar datos de tipo palabra (16 bits) </a:t>
            </a:r>
            <a:endParaRPr/>
          </a:p>
          <a:p>
            <a:pPr indent="-285750" lvl="1" marL="742950" rtl="0" algn="just">
              <a:lnSpc>
                <a:spcPct val="100000"/>
              </a:lnSpc>
              <a:spcBef>
                <a:spcPts val="476"/>
              </a:spcBef>
              <a:spcAft>
                <a:spcPts val="0"/>
              </a:spcAft>
              <a:buClr>
                <a:schemeClr val="dk1"/>
              </a:buClr>
              <a:buSzPct val="100000"/>
              <a:buChar char="–"/>
            </a:pPr>
            <a:r>
              <a:rPr lang="es-MX"/>
              <a:t>DD (Define Doubleword) Reservar datos de tipo doble palabra (32 bits) </a:t>
            </a:r>
            <a:endParaRPr/>
          </a:p>
          <a:p>
            <a:pPr indent="-285750" lvl="1" marL="742950" rtl="0" algn="just">
              <a:lnSpc>
                <a:spcPct val="100000"/>
              </a:lnSpc>
              <a:spcBef>
                <a:spcPts val="476"/>
              </a:spcBef>
              <a:spcAft>
                <a:spcPts val="0"/>
              </a:spcAft>
              <a:buClr>
                <a:schemeClr val="dk1"/>
              </a:buClr>
              <a:buSzPct val="100000"/>
              <a:buChar char="–"/>
            </a:pPr>
            <a:r>
              <a:rPr lang="es-MX"/>
              <a:t>DQ (Define Quadword) Reservar datos de tipo quádruple palabra (64 bits) </a:t>
            </a:r>
            <a:endParaRPr/>
          </a:p>
          <a:p>
            <a:pPr indent="-285750" lvl="1" marL="742950" rtl="0" algn="just">
              <a:lnSpc>
                <a:spcPct val="100000"/>
              </a:lnSpc>
              <a:spcBef>
                <a:spcPts val="476"/>
              </a:spcBef>
              <a:spcAft>
                <a:spcPts val="0"/>
              </a:spcAft>
              <a:buClr>
                <a:schemeClr val="dk1"/>
              </a:buClr>
              <a:buSzPct val="100000"/>
              <a:buChar char="–"/>
            </a:pPr>
            <a:r>
              <a:rPr lang="es-MX"/>
              <a:t>DT (Define Terabyte) Reservar datos de tipo terabyte (80 bits o 10 bytes) </a:t>
            </a:r>
            <a:endParaRPr/>
          </a:p>
        </p:txBody>
      </p:sp>
      <p:sp>
        <p:nvSpPr>
          <p:cNvPr id="3811" name="Google Shape;3811;p4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812" name="Google Shape;3812;p4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6" name="Shape 3816"/>
        <p:cNvGrpSpPr/>
        <p:nvPr/>
      </p:nvGrpSpPr>
      <p:grpSpPr>
        <a:xfrm>
          <a:off x="0" y="0"/>
          <a:ext cx="0" cy="0"/>
          <a:chOff x="0" y="0"/>
          <a:chExt cx="0" cy="0"/>
        </a:xfrm>
      </p:grpSpPr>
      <p:sp>
        <p:nvSpPr>
          <p:cNvPr id="3817" name="Google Shape;3817;p4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Operador DUP (DUPiclate)</a:t>
            </a:r>
            <a:endParaRPr/>
          </a:p>
        </p:txBody>
      </p:sp>
      <p:sp>
        <p:nvSpPr>
          <p:cNvPr id="3818" name="Google Shape;3818;p48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Sintaxis: num DUP(valor) </a:t>
            </a:r>
            <a:endParaRPr/>
          </a:p>
          <a:p>
            <a:pPr indent="-285750" lvl="1" marL="742950" rtl="0" algn="l">
              <a:lnSpc>
                <a:spcPct val="100000"/>
              </a:lnSpc>
              <a:spcBef>
                <a:spcPts val="560"/>
              </a:spcBef>
              <a:spcAft>
                <a:spcPts val="0"/>
              </a:spcAft>
              <a:buClr>
                <a:schemeClr val="dk1"/>
              </a:buClr>
              <a:buSzPts val="2800"/>
              <a:buChar char="–"/>
            </a:pPr>
            <a:r>
              <a:rPr lang="es-MX"/>
              <a:t>Define en memoria la repetición de 'num' veces de 'valor'. </a:t>
            </a:r>
            <a:endParaRPr/>
          </a:p>
          <a:p>
            <a:pPr indent="-285750" lvl="1" marL="742950" rtl="0" algn="l">
              <a:lnSpc>
                <a:spcPct val="100000"/>
              </a:lnSpc>
              <a:spcBef>
                <a:spcPts val="560"/>
              </a:spcBef>
              <a:spcAft>
                <a:spcPts val="0"/>
              </a:spcAft>
              <a:buClr>
                <a:schemeClr val="dk1"/>
              </a:buClr>
              <a:buSzPts val="2800"/>
              <a:buChar char="–"/>
            </a:pPr>
            <a:r>
              <a:rPr lang="es-MX"/>
              <a:t>El parámetro 'valor' puede ser un valor entero, una cadena de caracteres entrecomillada u otro operador. </a:t>
            </a:r>
            <a:endParaRPr/>
          </a:p>
          <a:p>
            <a:pPr indent="-228600" lvl="2" marL="1143000" rtl="0" algn="l">
              <a:lnSpc>
                <a:spcPct val="100000"/>
              </a:lnSpc>
              <a:spcBef>
                <a:spcPts val="480"/>
              </a:spcBef>
              <a:spcAft>
                <a:spcPts val="0"/>
              </a:spcAft>
              <a:buClr>
                <a:schemeClr val="dk1"/>
              </a:buClr>
              <a:buSzPts val="2400"/>
              <a:buChar char="•"/>
            </a:pPr>
            <a:r>
              <a:rPr lang="es-MX"/>
              <a:t>Ejemplos: </a:t>
            </a:r>
            <a:endParaRPr/>
          </a:p>
          <a:p>
            <a:pPr indent="-228600" lvl="3" marL="1600200" rtl="0" algn="l">
              <a:lnSpc>
                <a:spcPct val="100000"/>
              </a:lnSpc>
              <a:spcBef>
                <a:spcPts val="400"/>
              </a:spcBef>
              <a:spcAft>
                <a:spcPts val="0"/>
              </a:spcAft>
              <a:buClr>
                <a:schemeClr val="dk1"/>
              </a:buClr>
              <a:buSzPts val="2000"/>
              <a:buChar char="–"/>
            </a:pPr>
            <a:r>
              <a:rPr lang="es-MX"/>
              <a:t>DB 20 DUP(100) ;     Repetir 20 veces 100 </a:t>
            </a:r>
            <a:endParaRPr/>
          </a:p>
          <a:p>
            <a:pPr indent="-228600" lvl="3" marL="1600200" rtl="0" algn="l">
              <a:lnSpc>
                <a:spcPct val="100000"/>
              </a:lnSpc>
              <a:spcBef>
                <a:spcPts val="400"/>
              </a:spcBef>
              <a:spcAft>
                <a:spcPts val="0"/>
              </a:spcAft>
              <a:buClr>
                <a:schemeClr val="dk1"/>
              </a:buClr>
              <a:buSzPts val="2000"/>
              <a:buChar char="–"/>
            </a:pPr>
            <a:r>
              <a:rPr lang="es-MX"/>
              <a:t>DB 64 DUP('HOLA') ; Repetir 64 veces 'HOLA' </a:t>
            </a:r>
            <a:endParaRPr/>
          </a:p>
          <a:p>
            <a:pPr indent="-228600" lvl="3" marL="1600200" rtl="0" algn="l">
              <a:lnSpc>
                <a:spcPct val="100000"/>
              </a:lnSpc>
              <a:spcBef>
                <a:spcPts val="400"/>
              </a:spcBef>
              <a:spcAft>
                <a:spcPts val="0"/>
              </a:spcAft>
              <a:buClr>
                <a:schemeClr val="dk1"/>
              </a:buClr>
              <a:buSzPts val="2000"/>
              <a:buChar char="–"/>
            </a:pPr>
            <a:r>
              <a:rPr lang="es-MX"/>
              <a:t>DB 256 DUP(?) ; Asignar 256 bytes indefinidos </a:t>
            </a:r>
            <a:endParaRPr/>
          </a:p>
        </p:txBody>
      </p:sp>
      <p:sp>
        <p:nvSpPr>
          <p:cNvPr id="3819" name="Google Shape;3819;p4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820" name="Google Shape;3820;p4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4" name="Shape 3824"/>
        <p:cNvGrpSpPr/>
        <p:nvPr/>
      </p:nvGrpSpPr>
      <p:grpSpPr>
        <a:xfrm>
          <a:off x="0" y="0"/>
          <a:ext cx="0" cy="0"/>
          <a:chOff x="0" y="0"/>
          <a:chExt cx="0" cy="0"/>
        </a:xfrm>
      </p:grpSpPr>
      <p:sp>
        <p:nvSpPr>
          <p:cNvPr id="3825" name="Google Shape;3825;p4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instrucciones de salto condicional: </a:t>
            </a:r>
            <a:endParaRPr/>
          </a:p>
        </p:txBody>
      </p:sp>
      <p:pic>
        <p:nvPicPr>
          <p:cNvPr id="3826" name="Google Shape;3826;p481"/>
          <p:cNvPicPr preferRelativeResize="0"/>
          <p:nvPr>
            <p:ph idx="1" type="body"/>
          </p:nvPr>
        </p:nvPicPr>
        <p:blipFill rotWithShape="1">
          <a:blip r:embed="rId3">
            <a:alphaModFix/>
          </a:blip>
          <a:srcRect b="0" l="0" r="0" t="0"/>
          <a:stretch/>
        </p:blipFill>
        <p:spPr>
          <a:xfrm>
            <a:off x="611560" y="260648"/>
            <a:ext cx="7920880" cy="5688632"/>
          </a:xfrm>
          <a:prstGeom prst="rect">
            <a:avLst/>
          </a:prstGeom>
          <a:noFill/>
          <a:ln>
            <a:noFill/>
          </a:ln>
        </p:spPr>
      </p:pic>
      <p:sp>
        <p:nvSpPr>
          <p:cNvPr id="3827" name="Google Shape;3827;p4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828" name="Google Shape;3828;p4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2" name="Shape 3832"/>
        <p:cNvGrpSpPr/>
        <p:nvPr/>
      </p:nvGrpSpPr>
      <p:grpSpPr>
        <a:xfrm>
          <a:off x="0" y="0"/>
          <a:ext cx="0" cy="0"/>
          <a:chOff x="0" y="0"/>
          <a:chExt cx="0" cy="0"/>
        </a:xfrm>
      </p:grpSpPr>
      <p:sp>
        <p:nvSpPr>
          <p:cNvPr id="3833" name="Google Shape;3833;p48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3834" name="Google Shape;3834;p482"/>
          <p:cNvPicPr preferRelativeResize="0"/>
          <p:nvPr>
            <p:ph idx="1" type="body"/>
          </p:nvPr>
        </p:nvPicPr>
        <p:blipFill rotWithShape="1">
          <a:blip r:embed="rId3">
            <a:alphaModFix/>
          </a:blip>
          <a:srcRect b="0" l="0" r="0" t="0"/>
          <a:stretch/>
        </p:blipFill>
        <p:spPr>
          <a:xfrm>
            <a:off x="251520" y="260648"/>
            <a:ext cx="8640959" cy="5832648"/>
          </a:xfrm>
          <a:prstGeom prst="rect">
            <a:avLst/>
          </a:prstGeom>
          <a:noFill/>
          <a:ln>
            <a:noFill/>
          </a:ln>
        </p:spPr>
      </p:pic>
      <p:sp>
        <p:nvSpPr>
          <p:cNvPr id="3835" name="Google Shape;3835;p4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836" name="Google Shape;3836;p4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0" name="Shape 3840"/>
        <p:cNvGrpSpPr/>
        <p:nvPr/>
      </p:nvGrpSpPr>
      <p:grpSpPr>
        <a:xfrm>
          <a:off x="0" y="0"/>
          <a:ext cx="0" cy="0"/>
          <a:chOff x="0" y="0"/>
          <a:chExt cx="0" cy="0"/>
        </a:xfrm>
      </p:grpSpPr>
      <p:sp>
        <p:nvSpPr>
          <p:cNvPr id="3841" name="Google Shape;3841;p4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i="1" lang="es-MX"/>
              <a:t>%define</a:t>
            </a:r>
            <a:endParaRPr/>
          </a:p>
        </p:txBody>
      </p:sp>
      <p:sp>
        <p:nvSpPr>
          <p:cNvPr id="3842" name="Google Shape;3842;p48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Clr>
                <a:schemeClr val="dk1"/>
              </a:buClr>
              <a:buSzPct val="100000"/>
              <a:buChar char="•"/>
            </a:pPr>
            <a:r>
              <a:rPr i="1" lang="es-MX"/>
              <a:t>Definición de una macro de una sola línea. Cuando el ensamblador encuentra una referencia a una macro, la sustituye por su definición, incluyendo los argumentos si los hubiera. Por ejemplo</a:t>
            </a:r>
            <a:endParaRPr/>
          </a:p>
          <a:p>
            <a:pPr indent="-285750" lvl="1" marL="742950" rtl="0" algn="l">
              <a:lnSpc>
                <a:spcPct val="100000"/>
              </a:lnSpc>
              <a:spcBef>
                <a:spcPts val="476"/>
              </a:spcBef>
              <a:spcAft>
                <a:spcPts val="0"/>
              </a:spcAft>
              <a:buClr>
                <a:schemeClr val="dk1"/>
              </a:buClr>
              <a:buSzPct val="100000"/>
              <a:buChar char="–"/>
            </a:pPr>
            <a:r>
              <a:rPr i="1" lang="es-MX"/>
              <a:t>%define h2(a,b) ((a*a)+(b*b))</a:t>
            </a:r>
            <a:br>
              <a:rPr i="1" lang="es-MX"/>
            </a:br>
            <a:r>
              <a:rPr i="1" lang="es-MX"/>
              <a:t>mov ax,h2(2,3)</a:t>
            </a:r>
            <a:br>
              <a:rPr i="1" lang="es-MX"/>
            </a:br>
            <a:br>
              <a:rPr i="1" lang="es-MX"/>
            </a:br>
            <a:r>
              <a:rPr i="1" lang="es-MX"/>
              <a:t>es equivalente a</a:t>
            </a:r>
            <a:br>
              <a:rPr i="1" lang="es-MX"/>
            </a:br>
            <a:br>
              <a:rPr i="1" lang="es-MX"/>
            </a:br>
            <a:r>
              <a:rPr i="1" lang="es-MX"/>
              <a:t>mov ax,(2*2)+(3*3)</a:t>
            </a:r>
            <a:br>
              <a:rPr i="1" lang="es-MX"/>
            </a:br>
            <a:br>
              <a:rPr i="1" lang="es-MX"/>
            </a:br>
            <a:r>
              <a:rPr i="1" lang="es-MX"/>
              <a:t>es decir</a:t>
            </a:r>
            <a:br>
              <a:rPr i="1" lang="es-MX"/>
            </a:br>
            <a:br>
              <a:rPr i="1" lang="es-MX"/>
            </a:br>
            <a:r>
              <a:rPr i="1" lang="es-MX"/>
              <a:t>mov ax,13</a:t>
            </a:r>
            <a:endParaRPr/>
          </a:p>
          <a:p>
            <a:pPr indent="-170180" lvl="0" marL="342900" rtl="0" algn="l">
              <a:lnSpc>
                <a:spcPct val="100000"/>
              </a:lnSpc>
              <a:spcBef>
                <a:spcPts val="544"/>
              </a:spcBef>
              <a:spcAft>
                <a:spcPts val="0"/>
              </a:spcAft>
              <a:buClr>
                <a:schemeClr val="dk1"/>
              </a:buClr>
              <a:buSzPct val="100000"/>
              <a:buNone/>
            </a:pPr>
            <a:r>
              <a:t/>
            </a:r>
            <a:endParaRPr/>
          </a:p>
        </p:txBody>
      </p:sp>
      <p:sp>
        <p:nvSpPr>
          <p:cNvPr id="3843" name="Google Shape;3843;p4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844" name="Google Shape;3844;p4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8" name="Shape 3848"/>
        <p:cNvGrpSpPr/>
        <p:nvPr/>
      </p:nvGrpSpPr>
      <p:grpSpPr>
        <a:xfrm>
          <a:off x="0" y="0"/>
          <a:ext cx="0" cy="0"/>
          <a:chOff x="0" y="0"/>
          <a:chExt cx="0" cy="0"/>
        </a:xfrm>
      </p:grpSpPr>
      <p:sp>
        <p:nvSpPr>
          <p:cNvPr id="3849" name="Google Shape;3849;p4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i="1" lang="es-MX"/>
              <a:t>%macro</a:t>
            </a:r>
            <a:endParaRPr/>
          </a:p>
        </p:txBody>
      </p:sp>
      <p:sp>
        <p:nvSpPr>
          <p:cNvPr id="3850" name="Google Shape;3850;p48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342900" lvl="0" marL="342900" rtl="0" algn="l">
              <a:lnSpc>
                <a:spcPct val="100000"/>
              </a:lnSpc>
              <a:spcBef>
                <a:spcPts val="0"/>
              </a:spcBef>
              <a:spcAft>
                <a:spcPts val="0"/>
              </a:spcAft>
              <a:buClr>
                <a:schemeClr val="dk1"/>
              </a:buClr>
              <a:buSzPct val="100000"/>
              <a:buChar char="•"/>
            </a:pPr>
            <a:r>
              <a:rPr i="1" lang="es-MX"/>
              <a:t>Definición de una macro. El funcionamiento es similar, sólo que para fragmentos de código:</a:t>
            </a:r>
            <a:br>
              <a:rPr i="1" lang="es-MX"/>
            </a:br>
            <a:br>
              <a:rPr i="1" lang="es-MX"/>
            </a:br>
            <a:r>
              <a:rPr i="1" lang="es-MX"/>
              <a:t>%macro nom_macro num_arg</a:t>
            </a:r>
            <a:br>
              <a:rPr i="1" lang="es-MX"/>
            </a:br>
            <a:r>
              <a:rPr i="1" lang="es-MX"/>
              <a:t>......</a:t>
            </a:r>
            <a:br>
              <a:rPr i="1" lang="es-MX"/>
            </a:br>
            <a:r>
              <a:rPr i="1" lang="es-MX"/>
              <a:t>%endmacro</a:t>
            </a:r>
            <a:br>
              <a:rPr i="1" lang="es-MX"/>
            </a:br>
            <a:endParaRPr i="1"/>
          </a:p>
          <a:p>
            <a:pPr indent="-342900" lvl="0" marL="342900" rtl="0" algn="l">
              <a:lnSpc>
                <a:spcPct val="100000"/>
              </a:lnSpc>
              <a:spcBef>
                <a:spcPts val="304"/>
              </a:spcBef>
              <a:spcAft>
                <a:spcPts val="0"/>
              </a:spcAft>
              <a:buClr>
                <a:schemeClr val="dk1"/>
              </a:buClr>
              <a:buSzPct val="100000"/>
              <a:buChar char="•"/>
            </a:pPr>
            <a:r>
              <a:rPr i="1" lang="es-MX"/>
              <a:t>En los ejemplos del tema anterior vimos las llamadas al sistema para mostrar una cadena en pantalla. Si tuviéramos que repetir esa llamada varias veces, sería más cómodo y legible usar una macro como la siguiente:</a:t>
            </a:r>
            <a:br>
              <a:rPr i="1" lang="es-MX"/>
            </a:br>
            <a:br>
              <a:rPr i="1" lang="es-MX"/>
            </a:br>
            <a:r>
              <a:rPr i="1" lang="es-MX"/>
              <a:t>%macro imprime 2</a:t>
            </a:r>
            <a:br>
              <a:rPr i="1" lang="es-MX"/>
            </a:br>
            <a:r>
              <a:rPr i="1" lang="es-MX"/>
              <a:t>        mov edx,%1</a:t>
            </a:r>
            <a:br>
              <a:rPr i="1" lang="es-MX"/>
            </a:br>
            <a:r>
              <a:rPr i="1" lang="es-MX"/>
              <a:t>        mov ecx,%2</a:t>
            </a:r>
            <a:br>
              <a:rPr i="1" lang="es-MX"/>
            </a:br>
            <a:r>
              <a:rPr i="1" lang="es-MX"/>
              <a:t>        mov ebx,1</a:t>
            </a:r>
            <a:br>
              <a:rPr i="1" lang="es-MX"/>
            </a:br>
            <a:r>
              <a:rPr i="1" lang="es-MX"/>
              <a:t>        mov eax,4</a:t>
            </a:r>
            <a:br>
              <a:rPr i="1" lang="es-MX"/>
            </a:br>
            <a:r>
              <a:rPr i="1" lang="es-MX"/>
              <a:t>        int 80h</a:t>
            </a:r>
            <a:br>
              <a:rPr i="1" lang="es-MX"/>
            </a:br>
            <a:r>
              <a:rPr i="1" lang="es-MX"/>
              <a:t>%endmacro</a:t>
            </a:r>
            <a:br>
              <a:rPr i="1" lang="es-MX"/>
            </a:br>
            <a:br>
              <a:rPr i="1" lang="es-MX"/>
            </a:br>
            <a:r>
              <a:rPr i="1" lang="es-MX"/>
              <a:t>con lo que cada vez que cada vez que quisiéramos imprimir una cadena sólo tendríamos que escribir</a:t>
            </a:r>
            <a:br>
              <a:rPr i="1" lang="es-MX"/>
            </a:br>
            <a:br>
              <a:rPr i="1" lang="es-MX"/>
            </a:br>
            <a:r>
              <a:rPr i="1" lang="es-MX"/>
              <a:t>imprime longitud,cadena</a:t>
            </a:r>
            <a:endParaRPr i="1"/>
          </a:p>
          <a:p>
            <a:pPr indent="-246380" lvl="0" marL="342900" rtl="0" algn="l">
              <a:lnSpc>
                <a:spcPct val="100000"/>
              </a:lnSpc>
              <a:spcBef>
                <a:spcPts val="304"/>
              </a:spcBef>
              <a:spcAft>
                <a:spcPts val="0"/>
              </a:spcAft>
              <a:buClr>
                <a:schemeClr val="dk1"/>
              </a:buClr>
              <a:buSzPct val="100000"/>
              <a:buNone/>
            </a:pPr>
            <a:r>
              <a:t/>
            </a:r>
            <a:endParaRPr/>
          </a:p>
        </p:txBody>
      </p:sp>
      <p:sp>
        <p:nvSpPr>
          <p:cNvPr id="3851" name="Google Shape;3851;p4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852" name="Google Shape;3852;p4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6" name="Shape 3856"/>
        <p:cNvGrpSpPr/>
        <p:nvPr/>
      </p:nvGrpSpPr>
      <p:grpSpPr>
        <a:xfrm>
          <a:off x="0" y="0"/>
          <a:ext cx="0" cy="0"/>
          <a:chOff x="0" y="0"/>
          <a:chExt cx="0" cy="0"/>
        </a:xfrm>
      </p:grpSpPr>
      <p:sp>
        <p:nvSpPr>
          <p:cNvPr id="3857" name="Google Shape;3857;p4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b="1" lang="es-MX"/>
              <a:t>Macros</a:t>
            </a:r>
            <a:br>
              <a:rPr b="1" lang="es-MX"/>
            </a:br>
            <a:endParaRPr/>
          </a:p>
        </p:txBody>
      </p:sp>
      <p:sp>
        <p:nvSpPr>
          <p:cNvPr id="3858" name="Google Shape;3858;p48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lnSpc>
                <a:spcPct val="100000"/>
              </a:lnSpc>
              <a:spcBef>
                <a:spcPts val="0"/>
              </a:spcBef>
              <a:spcAft>
                <a:spcPts val="0"/>
              </a:spcAft>
              <a:buClr>
                <a:schemeClr val="dk1"/>
              </a:buClr>
              <a:buSzPct val="100000"/>
              <a:buChar char="•"/>
            </a:pPr>
            <a:r>
              <a:rPr b="1" lang="es-MX"/>
              <a:t>PRINT string</a:t>
            </a:r>
            <a:r>
              <a:rPr lang="es-MX"/>
              <a:t> - Macro con un parámetro, imprime una cadena.</a:t>
            </a:r>
            <a:endParaRPr/>
          </a:p>
          <a:p>
            <a:pPr indent="-342900" lvl="0" marL="342900" rtl="0" algn="l">
              <a:lnSpc>
                <a:spcPct val="100000"/>
              </a:lnSpc>
              <a:spcBef>
                <a:spcPts val="496"/>
              </a:spcBef>
              <a:spcAft>
                <a:spcPts val="0"/>
              </a:spcAft>
              <a:buClr>
                <a:schemeClr val="dk1"/>
              </a:buClr>
              <a:buSzPct val="100000"/>
              <a:buChar char="•"/>
            </a:pPr>
            <a:r>
              <a:rPr b="1" lang="es-MX"/>
              <a:t>PRINTN string</a:t>
            </a:r>
            <a:r>
              <a:rPr lang="es-MX"/>
              <a:t> - Macro con un parámetro, imprime una cadena. Igual que un PRINT pero agrega automáticamente un retorno de carro al final de la cadena.</a:t>
            </a:r>
            <a:endParaRPr/>
          </a:p>
          <a:p>
            <a:pPr indent="-342900" lvl="0" marL="342900" rtl="0" algn="l">
              <a:lnSpc>
                <a:spcPct val="100000"/>
              </a:lnSpc>
              <a:spcBef>
                <a:spcPts val="496"/>
              </a:spcBef>
              <a:spcAft>
                <a:spcPts val="0"/>
              </a:spcAft>
              <a:buClr>
                <a:schemeClr val="dk1"/>
              </a:buClr>
              <a:buSzPct val="100000"/>
              <a:buChar char="•"/>
            </a:pPr>
            <a:r>
              <a:rPr b="1" lang="es-MX"/>
              <a:t>PUTC char </a:t>
            </a:r>
            <a:r>
              <a:rPr lang="es-MX"/>
              <a:t>- Macro con un parámetro, imprime un caracter ASCII en la posición actual del cursor.</a:t>
            </a:r>
            <a:endParaRPr/>
          </a:p>
          <a:p>
            <a:pPr indent="-342900" lvl="0" marL="342900" rtl="0" algn="l">
              <a:lnSpc>
                <a:spcPct val="100000"/>
              </a:lnSpc>
              <a:spcBef>
                <a:spcPts val="496"/>
              </a:spcBef>
              <a:spcAft>
                <a:spcPts val="0"/>
              </a:spcAft>
              <a:buClr>
                <a:schemeClr val="dk1"/>
              </a:buClr>
              <a:buSzPct val="100000"/>
              <a:buChar char="•"/>
            </a:pPr>
            <a:r>
              <a:rPr b="1" lang="es-MX"/>
              <a:t>GOTOXY col, row</a:t>
            </a:r>
            <a:r>
              <a:rPr lang="es-MX"/>
              <a:t> - macro with 2 parameters, sets cursor position. Macro con dos parámetros, selecciona la posición del cursor.</a:t>
            </a:r>
            <a:endParaRPr/>
          </a:p>
          <a:p>
            <a:pPr indent="-342900" lvl="0" marL="342900" rtl="0" algn="l">
              <a:lnSpc>
                <a:spcPct val="100000"/>
              </a:lnSpc>
              <a:spcBef>
                <a:spcPts val="496"/>
              </a:spcBef>
              <a:spcAft>
                <a:spcPts val="0"/>
              </a:spcAft>
              <a:buClr>
                <a:schemeClr val="dk1"/>
              </a:buClr>
              <a:buSzPct val="100000"/>
              <a:buChar char="•"/>
            </a:pPr>
            <a:r>
              <a:rPr b="1" lang="es-MX"/>
              <a:t>CURSOROFF </a:t>
            </a:r>
            <a:r>
              <a:rPr lang="es-MX"/>
              <a:t>- Desactiva el cursor de texto.</a:t>
            </a:r>
            <a:endParaRPr/>
          </a:p>
          <a:p>
            <a:pPr indent="-342900" lvl="0" marL="342900" rtl="0" algn="l">
              <a:lnSpc>
                <a:spcPct val="100000"/>
              </a:lnSpc>
              <a:spcBef>
                <a:spcPts val="496"/>
              </a:spcBef>
              <a:spcAft>
                <a:spcPts val="0"/>
              </a:spcAft>
              <a:buClr>
                <a:schemeClr val="dk1"/>
              </a:buClr>
              <a:buSzPct val="100000"/>
              <a:buChar char="•"/>
            </a:pPr>
            <a:r>
              <a:rPr b="1" lang="es-MX"/>
              <a:t>CURSORON </a:t>
            </a:r>
            <a:r>
              <a:rPr lang="es-MX"/>
              <a:t>- Activa el cursor de texto.</a:t>
            </a:r>
            <a:endParaRPr/>
          </a:p>
          <a:p>
            <a:pPr indent="-185420" lvl="0" marL="342900" rtl="0" algn="l">
              <a:lnSpc>
                <a:spcPct val="100000"/>
              </a:lnSpc>
              <a:spcBef>
                <a:spcPts val="496"/>
              </a:spcBef>
              <a:spcAft>
                <a:spcPts val="0"/>
              </a:spcAft>
              <a:buClr>
                <a:schemeClr val="dk1"/>
              </a:buClr>
              <a:buSzPct val="100000"/>
              <a:buNone/>
            </a:pPr>
            <a:r>
              <a:t/>
            </a:r>
            <a:endParaRPr/>
          </a:p>
        </p:txBody>
      </p:sp>
      <p:sp>
        <p:nvSpPr>
          <p:cNvPr id="3859" name="Google Shape;3859;p4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860" name="Google Shape;3860;p4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4" name="Shape 3864"/>
        <p:cNvGrpSpPr/>
        <p:nvPr/>
      </p:nvGrpSpPr>
      <p:grpSpPr>
        <a:xfrm>
          <a:off x="0" y="0"/>
          <a:ext cx="0" cy="0"/>
          <a:chOff x="0" y="0"/>
          <a:chExt cx="0" cy="0"/>
        </a:xfrm>
      </p:grpSpPr>
      <p:sp>
        <p:nvSpPr>
          <p:cNvPr id="3865" name="Google Shape;3865;p4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procedimientos</a:t>
            </a:r>
            <a:endParaRPr/>
          </a:p>
        </p:txBody>
      </p:sp>
      <p:sp>
        <p:nvSpPr>
          <p:cNvPr id="3866" name="Google Shape;3866;p48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0000" lnSpcReduction="20000"/>
          </a:bodyPr>
          <a:lstStyle/>
          <a:p>
            <a:pPr indent="-342900" lvl="0" marL="342900" rtl="0" algn="l">
              <a:lnSpc>
                <a:spcPct val="100000"/>
              </a:lnSpc>
              <a:spcBef>
                <a:spcPts val="0"/>
              </a:spcBef>
              <a:spcAft>
                <a:spcPts val="0"/>
              </a:spcAft>
              <a:buClr>
                <a:schemeClr val="dk1"/>
              </a:buClr>
              <a:buSzPct val="100000"/>
              <a:buChar char="•"/>
            </a:pPr>
            <a:r>
              <a:rPr b="1" lang="es-MX"/>
              <a:t>Procedimientos</a:t>
            </a:r>
            <a:endParaRPr/>
          </a:p>
          <a:p>
            <a:pPr indent="-342900" lvl="0" marL="342900" rtl="0" algn="l">
              <a:lnSpc>
                <a:spcPct val="100000"/>
              </a:lnSpc>
              <a:spcBef>
                <a:spcPts val="256"/>
              </a:spcBef>
              <a:spcAft>
                <a:spcPts val="0"/>
              </a:spcAft>
              <a:buClr>
                <a:schemeClr val="dk1"/>
              </a:buClr>
              <a:buSzPct val="100000"/>
              <a:buChar char="•"/>
            </a:pPr>
            <a:r>
              <a:rPr b="1" lang="es-MX"/>
              <a:t>PRINT_NUM :</a:t>
            </a:r>
            <a:r>
              <a:rPr lang="es-MX"/>
              <a:t> procedimiento que imprime un número firmado en el registro AX . Para usarlo declare: DEFINE_PRINT_NUM y DEFINE_PRINT_NUM_UNS antes de la directiva END .</a:t>
            </a:r>
            <a:br>
              <a:rPr lang="es-MX"/>
            </a:br>
            <a:endParaRPr/>
          </a:p>
          <a:p>
            <a:pPr indent="-342900" lvl="0" marL="342900" rtl="0" algn="l">
              <a:lnSpc>
                <a:spcPct val="100000"/>
              </a:lnSpc>
              <a:spcBef>
                <a:spcPts val="256"/>
              </a:spcBef>
              <a:spcAft>
                <a:spcPts val="0"/>
              </a:spcAft>
              <a:buClr>
                <a:schemeClr val="dk1"/>
              </a:buClr>
              <a:buSzPct val="100000"/>
              <a:buChar char="•"/>
            </a:pPr>
            <a:r>
              <a:rPr b="1" lang="es-MX"/>
              <a:t>PRINT_NUM_UNS</a:t>
            </a:r>
            <a:r>
              <a:rPr lang="es-MX"/>
              <a:t> : procedimiento que imprime un número sin firma en el registro AX . Para usarlo declare: DEFINE_PRINT_NUM_UNS antes de la directiva END .</a:t>
            </a:r>
            <a:br>
              <a:rPr lang="es-MX"/>
            </a:br>
            <a:endParaRPr/>
          </a:p>
          <a:p>
            <a:pPr indent="-342900" lvl="0" marL="342900" rtl="0" algn="l">
              <a:lnSpc>
                <a:spcPct val="100000"/>
              </a:lnSpc>
              <a:spcBef>
                <a:spcPts val="256"/>
              </a:spcBef>
              <a:spcAft>
                <a:spcPts val="0"/>
              </a:spcAft>
              <a:buClr>
                <a:schemeClr val="dk1"/>
              </a:buClr>
              <a:buSzPct val="100000"/>
              <a:buChar char="•"/>
            </a:pPr>
            <a:r>
              <a:rPr b="1" lang="es-MX"/>
              <a:t>GET_STRING</a:t>
            </a:r>
            <a:r>
              <a:rPr lang="es-MX"/>
              <a:t> : procedimiento para obtener una cadena terminada en nulo de un usuario, la cadena recibida se escribe en el búfer en DS: DI , el tamaño del búfer debe estar en DX . El procedimiento detiene la entrada cuando se presiona 'Enter'. Para usarlo declare: DEFINE_GET_STRING antes de la directiva END .</a:t>
            </a:r>
            <a:br>
              <a:rPr lang="es-MX"/>
            </a:br>
            <a:endParaRPr/>
          </a:p>
          <a:p>
            <a:pPr indent="-342900" lvl="0" marL="342900" rtl="0" algn="l">
              <a:lnSpc>
                <a:spcPct val="100000"/>
              </a:lnSpc>
              <a:spcBef>
                <a:spcPts val="256"/>
              </a:spcBef>
              <a:spcAft>
                <a:spcPts val="0"/>
              </a:spcAft>
              <a:buClr>
                <a:schemeClr val="dk1"/>
              </a:buClr>
              <a:buSzPct val="100000"/>
              <a:buChar char="•"/>
            </a:pPr>
            <a:r>
              <a:rPr b="1" lang="es-MX"/>
              <a:t>PRINT_STRING</a:t>
            </a:r>
            <a:r>
              <a:rPr lang="es-MX"/>
              <a:t> : procedimiento para imprimir una cadena terminada en nulo en la posición actual del cursor, recibe la dirección de la cadena en el registro DS: SI . Para usarlo declare: DEFINE_PRINT_STRING antes de la directiva END .</a:t>
            </a:r>
            <a:br>
              <a:rPr lang="es-MX"/>
            </a:br>
            <a:endParaRPr/>
          </a:p>
          <a:p>
            <a:pPr indent="-342900" lvl="0" marL="342900" rtl="0" algn="l">
              <a:lnSpc>
                <a:spcPct val="100000"/>
              </a:lnSpc>
              <a:spcBef>
                <a:spcPts val="256"/>
              </a:spcBef>
              <a:spcAft>
                <a:spcPts val="0"/>
              </a:spcAft>
              <a:buClr>
                <a:schemeClr val="dk1"/>
              </a:buClr>
              <a:buSzPct val="100000"/>
              <a:buChar char="•"/>
            </a:pPr>
            <a:r>
              <a:rPr b="1" lang="es-MX"/>
              <a:t>CLEAR_SCREEN</a:t>
            </a:r>
            <a:r>
              <a:rPr lang="es-MX"/>
              <a:t> : procedimiento para borrar la pantalla (que se realiza al desplazar la ventana completa de la pantalla) y establecer la posición del cursor en la parte superior. Para usarlo declare: DEFINE_CLEAR_SCREEN antes de la directiva END .</a:t>
            </a:r>
            <a:br>
              <a:rPr lang="es-MX"/>
            </a:br>
            <a:r>
              <a:rPr lang="es-MX"/>
              <a:t> </a:t>
            </a:r>
            <a:endParaRPr/>
          </a:p>
          <a:p>
            <a:pPr indent="-342900" lvl="0" marL="342900" rtl="0" algn="l">
              <a:lnSpc>
                <a:spcPct val="100000"/>
              </a:lnSpc>
              <a:spcBef>
                <a:spcPts val="256"/>
              </a:spcBef>
              <a:spcAft>
                <a:spcPts val="0"/>
              </a:spcAft>
              <a:buClr>
                <a:schemeClr val="dk1"/>
              </a:buClr>
              <a:buSzPct val="100000"/>
              <a:buChar char="•"/>
            </a:pPr>
            <a:r>
              <a:rPr b="1" lang="es-MX"/>
              <a:t>PTHIS</a:t>
            </a:r>
            <a:r>
              <a:rPr lang="es-MX"/>
              <a:t> : procedimiento para imprimir una cadena terminada en nulo en la posición actual del cursor (como PRINT_STRING). La cadena CERO TERMINADO debe definirse justo después de la LLAMADA</a:t>
            </a:r>
            <a:endParaRPr/>
          </a:p>
          <a:p>
            <a:pPr indent="-342900" lvl="0" marL="342900" rtl="0" algn="l">
              <a:lnSpc>
                <a:spcPct val="100000"/>
              </a:lnSpc>
              <a:spcBef>
                <a:spcPts val="256"/>
              </a:spcBef>
              <a:spcAft>
                <a:spcPts val="0"/>
              </a:spcAft>
              <a:buClr>
                <a:schemeClr val="dk1"/>
              </a:buClr>
              <a:buSzPct val="100000"/>
              <a:buChar char="•"/>
            </a:pPr>
            <a:r>
              <a:rPr b="1" lang="es-MX"/>
              <a:t>SCAN_NUM</a:t>
            </a:r>
            <a:r>
              <a:rPr lang="es-MX"/>
              <a:t> : procedimiento que obtiene el número FIRMADO de varios dígitos del teclado y almacena el resultado en el registro CX . Para usarlo declare: DEFINE_SCAN_NUM antes de la directiva END</a:t>
            </a:r>
            <a:endParaRPr/>
          </a:p>
        </p:txBody>
      </p:sp>
      <p:sp>
        <p:nvSpPr>
          <p:cNvPr id="3867" name="Google Shape;3867;p4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868" name="Google Shape;3868;p4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2" name="Shape 3872"/>
        <p:cNvGrpSpPr/>
        <p:nvPr/>
      </p:nvGrpSpPr>
      <p:grpSpPr>
        <a:xfrm>
          <a:off x="0" y="0"/>
          <a:ext cx="0" cy="0"/>
          <a:chOff x="0" y="0"/>
          <a:chExt cx="0" cy="0"/>
        </a:xfrm>
      </p:grpSpPr>
      <p:sp>
        <p:nvSpPr>
          <p:cNvPr id="3873" name="Google Shape;3873;p48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874" name="Google Shape;3874;p48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u="sng">
                <a:solidFill>
                  <a:schemeClr val="hlink"/>
                </a:solidFill>
                <a:hlinkClick r:id="rId3"/>
              </a:rPr>
              <a:t>https://fernandoveliz-li.blogspot.com/</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3875" name="Google Shape;3875;p4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876" name="Google Shape;3876;p4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0" name="Shape 3880"/>
        <p:cNvGrpSpPr/>
        <p:nvPr/>
      </p:nvGrpSpPr>
      <p:grpSpPr>
        <a:xfrm>
          <a:off x="0" y="0"/>
          <a:ext cx="0" cy="0"/>
          <a:chOff x="0" y="0"/>
          <a:chExt cx="0" cy="0"/>
        </a:xfrm>
      </p:grpSpPr>
      <p:sp>
        <p:nvSpPr>
          <p:cNvPr id="3881" name="Google Shape;3881;p48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GOTOXY col, fila</a:t>
            </a:r>
            <a:endParaRPr/>
          </a:p>
        </p:txBody>
      </p:sp>
      <p:sp>
        <p:nvSpPr>
          <p:cNvPr id="3882" name="Google Shape;3882;p48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GOTOXY col, fila - macro con 2 parámetros, establece cursor posición</a:t>
            </a:r>
            <a:endParaRPr/>
          </a:p>
          <a:p>
            <a:pPr indent="0" lvl="0" marL="0" rtl="0" algn="l">
              <a:lnSpc>
                <a:spcPct val="100000"/>
              </a:lnSpc>
              <a:spcBef>
                <a:spcPts val="496"/>
              </a:spcBef>
              <a:spcAft>
                <a:spcPts val="0"/>
              </a:spcAft>
              <a:buClr>
                <a:schemeClr val="dk1"/>
              </a:buClr>
              <a:buSzPct val="100000"/>
              <a:buNone/>
            </a:pPr>
            <a:r>
              <a:t/>
            </a:r>
            <a:endParaRPr/>
          </a:p>
          <a:p>
            <a:pPr indent="0" lvl="0" marL="0" rtl="0" algn="l">
              <a:lnSpc>
                <a:spcPct val="100000"/>
              </a:lnSpc>
              <a:spcBef>
                <a:spcPts val="496"/>
              </a:spcBef>
              <a:spcAft>
                <a:spcPts val="0"/>
              </a:spcAft>
              <a:buClr>
                <a:schemeClr val="dk1"/>
              </a:buClr>
              <a:buSzPct val="100000"/>
              <a:buNone/>
            </a:pPr>
            <a:r>
              <a:rPr lang="es-MX"/>
              <a:t>include emu8086.inc</a:t>
            </a:r>
            <a:endParaRPr/>
          </a:p>
          <a:p>
            <a:pPr indent="0" lvl="0" marL="0" rtl="0" algn="l">
              <a:lnSpc>
                <a:spcPct val="100000"/>
              </a:lnSpc>
              <a:spcBef>
                <a:spcPts val="496"/>
              </a:spcBef>
              <a:spcAft>
                <a:spcPts val="0"/>
              </a:spcAft>
              <a:buClr>
                <a:schemeClr val="dk1"/>
              </a:buClr>
              <a:buSzPct val="100000"/>
              <a:buNone/>
            </a:pPr>
            <a:r>
              <a:rPr lang="es-MX"/>
              <a:t>ORG    100h    </a:t>
            </a:r>
            <a:endParaRPr/>
          </a:p>
          <a:p>
            <a:pPr indent="0" lvl="0" marL="0" rtl="0" algn="l">
              <a:lnSpc>
                <a:spcPct val="100000"/>
              </a:lnSpc>
              <a:spcBef>
                <a:spcPts val="496"/>
              </a:spcBef>
              <a:spcAft>
                <a:spcPts val="0"/>
              </a:spcAft>
              <a:buClr>
                <a:schemeClr val="dk1"/>
              </a:buClr>
              <a:buSzPct val="100000"/>
              <a:buNone/>
            </a:pPr>
            <a:r>
              <a:rPr lang="es-MX"/>
              <a:t>jmp inicio </a:t>
            </a:r>
            <a:endParaRPr/>
          </a:p>
          <a:p>
            <a:pPr indent="0" lvl="0" marL="0" rtl="0" algn="l">
              <a:lnSpc>
                <a:spcPct val="100000"/>
              </a:lnSpc>
              <a:spcBef>
                <a:spcPts val="496"/>
              </a:spcBef>
              <a:spcAft>
                <a:spcPts val="0"/>
              </a:spcAft>
              <a:buClr>
                <a:schemeClr val="dk1"/>
              </a:buClr>
              <a:buSzPct val="100000"/>
              <a:buNone/>
            </a:pPr>
            <a:r>
              <a:rPr lang="es-MX"/>
              <a:t>        PRINT 'Hello World!'</a:t>
            </a:r>
            <a:endParaRPr/>
          </a:p>
          <a:p>
            <a:pPr indent="0" lvl="0" marL="0" rtl="0" algn="l">
              <a:lnSpc>
                <a:spcPct val="100000"/>
              </a:lnSpc>
              <a:spcBef>
                <a:spcPts val="496"/>
              </a:spcBef>
              <a:spcAft>
                <a:spcPts val="0"/>
              </a:spcAft>
              <a:buClr>
                <a:schemeClr val="dk1"/>
              </a:buClr>
              <a:buSzPct val="100000"/>
              <a:buNone/>
            </a:pPr>
            <a:r>
              <a:t/>
            </a:r>
            <a:endParaRPr/>
          </a:p>
          <a:p>
            <a:pPr indent="0" lvl="0" marL="0" rtl="0" algn="l">
              <a:lnSpc>
                <a:spcPct val="100000"/>
              </a:lnSpc>
              <a:spcBef>
                <a:spcPts val="496"/>
              </a:spcBef>
              <a:spcAft>
                <a:spcPts val="0"/>
              </a:spcAft>
              <a:buClr>
                <a:schemeClr val="dk1"/>
              </a:buClr>
              <a:buSzPct val="100000"/>
              <a:buNone/>
            </a:pPr>
            <a:r>
              <a:rPr lang="es-MX"/>
              <a:t>inicio: GOTOXY 10, 5</a:t>
            </a:r>
            <a:endParaRPr/>
          </a:p>
          <a:p>
            <a:pPr indent="0" lvl="0" marL="0" rtl="0" algn="l">
              <a:lnSpc>
                <a:spcPct val="100000"/>
              </a:lnSpc>
              <a:spcBef>
                <a:spcPts val="496"/>
              </a:spcBef>
              <a:spcAft>
                <a:spcPts val="0"/>
              </a:spcAft>
              <a:buClr>
                <a:schemeClr val="dk1"/>
              </a:buClr>
              <a:buSzPct val="100000"/>
              <a:buNone/>
            </a:pPr>
            <a:r>
              <a:rPr lang="es-MX"/>
              <a:t>        PUTC 65 ; 65 - es un código ASCII para 'A'</a:t>
            </a:r>
            <a:endParaRPr/>
          </a:p>
          <a:p>
            <a:pPr indent="0" lvl="0" marL="0" rtl="0" algn="l">
              <a:lnSpc>
                <a:spcPct val="100000"/>
              </a:lnSpc>
              <a:spcBef>
                <a:spcPts val="496"/>
              </a:spcBef>
              <a:spcAft>
                <a:spcPts val="0"/>
              </a:spcAft>
              <a:buClr>
                <a:schemeClr val="dk1"/>
              </a:buClr>
              <a:buSzPct val="100000"/>
              <a:buNone/>
            </a:pPr>
            <a:r>
              <a:rPr lang="es-MX"/>
              <a:t>        PUTC 'B'</a:t>
            </a:r>
            <a:endParaRPr/>
          </a:p>
          <a:p>
            <a:pPr indent="0" lvl="0" marL="0" rtl="0" algn="l">
              <a:lnSpc>
                <a:spcPct val="100000"/>
              </a:lnSpc>
              <a:spcBef>
                <a:spcPts val="496"/>
              </a:spcBef>
              <a:spcAft>
                <a:spcPts val="0"/>
              </a:spcAft>
              <a:buClr>
                <a:schemeClr val="dk1"/>
              </a:buClr>
              <a:buSzPct val="100000"/>
              <a:buNone/>
            </a:pPr>
            <a:r>
              <a:rPr lang="es-MX"/>
              <a:t>RET </a:t>
            </a:r>
            <a:endParaRPr/>
          </a:p>
        </p:txBody>
      </p:sp>
      <p:sp>
        <p:nvSpPr>
          <p:cNvPr id="3883" name="Google Shape;3883;p4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884" name="Google Shape;3884;p4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8" name="Shape 3888"/>
        <p:cNvGrpSpPr/>
        <p:nvPr/>
      </p:nvGrpSpPr>
      <p:grpSpPr>
        <a:xfrm>
          <a:off x="0" y="0"/>
          <a:ext cx="0" cy="0"/>
          <a:chOff x="0" y="0"/>
          <a:chExt cx="0" cy="0"/>
        </a:xfrm>
      </p:grpSpPr>
      <p:sp>
        <p:nvSpPr>
          <p:cNvPr id="3889" name="Google Shape;3889;p48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890" name="Google Shape;3890;p48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include emu8086.inc</a:t>
            </a:r>
            <a:endParaRPr/>
          </a:p>
          <a:p>
            <a:pPr indent="0" lvl="0" marL="0" rtl="0" algn="l">
              <a:lnSpc>
                <a:spcPct val="100000"/>
              </a:lnSpc>
              <a:spcBef>
                <a:spcPts val="448"/>
              </a:spcBef>
              <a:spcAft>
                <a:spcPts val="0"/>
              </a:spcAft>
              <a:buClr>
                <a:schemeClr val="dk1"/>
              </a:buClr>
              <a:buSzPct val="100000"/>
              <a:buNone/>
            </a:pPr>
            <a:r>
              <a:rPr lang="es-MX"/>
              <a:t>ORG    100h    </a:t>
            </a:r>
            <a:endParaRPr/>
          </a:p>
          <a:p>
            <a:pPr indent="0" lvl="0" marL="0" rtl="0" algn="l">
              <a:lnSpc>
                <a:spcPct val="100000"/>
              </a:lnSpc>
              <a:spcBef>
                <a:spcPts val="448"/>
              </a:spcBef>
              <a:spcAft>
                <a:spcPts val="0"/>
              </a:spcAft>
              <a:buClr>
                <a:schemeClr val="dk1"/>
              </a:buClr>
              <a:buSzPct val="100000"/>
              <a:buNone/>
            </a:pPr>
            <a:r>
              <a:rPr lang="es-MX"/>
              <a:t>jmp inicio     </a:t>
            </a:r>
            <a:endParaRPr/>
          </a:p>
          <a:p>
            <a:pPr indent="0" lvl="0" marL="0" rtl="0" algn="l">
              <a:lnSpc>
                <a:spcPct val="100000"/>
              </a:lnSpc>
              <a:spcBef>
                <a:spcPts val="448"/>
              </a:spcBef>
              <a:spcAft>
                <a:spcPts val="0"/>
              </a:spcAft>
              <a:buClr>
                <a:schemeClr val="dk1"/>
              </a:buClr>
              <a:buSzPct val="100000"/>
              <a:buNone/>
            </a:pPr>
            <a:r>
              <a:rPr lang="es-MX"/>
              <a:t>        msg1   DB  'Ingresa un numero: ', 0</a:t>
            </a:r>
            <a:endParaRPr/>
          </a:p>
          <a:p>
            <a:pPr indent="0" lvl="0" marL="0" rtl="0" algn="l">
              <a:lnSpc>
                <a:spcPct val="100000"/>
              </a:lnSpc>
              <a:spcBef>
                <a:spcPts val="448"/>
              </a:spcBef>
              <a:spcAft>
                <a:spcPts val="0"/>
              </a:spcAft>
              <a:buClr>
                <a:schemeClr val="dk1"/>
              </a:buClr>
              <a:buSzPct val="100000"/>
              <a:buNone/>
            </a:pPr>
            <a:r>
              <a:rPr lang="es-MX"/>
              <a:t>        DEFINE_SCAN_NUM</a:t>
            </a:r>
            <a:endParaRPr/>
          </a:p>
          <a:p>
            <a:pPr indent="0" lvl="0" marL="0" rtl="0" algn="l">
              <a:lnSpc>
                <a:spcPct val="100000"/>
              </a:lnSpc>
              <a:spcBef>
                <a:spcPts val="448"/>
              </a:spcBef>
              <a:spcAft>
                <a:spcPts val="0"/>
              </a:spcAft>
              <a:buClr>
                <a:schemeClr val="dk1"/>
              </a:buClr>
              <a:buSzPct val="100000"/>
              <a:buNone/>
            </a:pPr>
            <a:r>
              <a:rPr lang="es-MX"/>
              <a:t>        DEFINE_PRINT_STRING</a:t>
            </a:r>
            <a:endParaRPr/>
          </a:p>
          <a:p>
            <a:pPr indent="0" lvl="0" marL="0" rtl="0" algn="l">
              <a:lnSpc>
                <a:spcPct val="100000"/>
              </a:lnSpc>
              <a:spcBef>
                <a:spcPts val="448"/>
              </a:spcBef>
              <a:spcAft>
                <a:spcPts val="0"/>
              </a:spcAft>
              <a:buClr>
                <a:schemeClr val="dk1"/>
              </a:buClr>
              <a:buSzPct val="100000"/>
              <a:buNone/>
            </a:pPr>
            <a:r>
              <a:rPr lang="es-MX"/>
              <a:t>        DEFINE_PRINT_NUM</a:t>
            </a:r>
            <a:endParaRPr/>
          </a:p>
          <a:p>
            <a:pPr indent="0" lvl="0" marL="0" rtl="0" algn="l">
              <a:lnSpc>
                <a:spcPct val="100000"/>
              </a:lnSpc>
              <a:spcBef>
                <a:spcPts val="448"/>
              </a:spcBef>
              <a:spcAft>
                <a:spcPts val="0"/>
              </a:spcAft>
              <a:buClr>
                <a:schemeClr val="dk1"/>
              </a:buClr>
              <a:buSzPct val="100000"/>
              <a:buNone/>
            </a:pPr>
            <a:r>
              <a:rPr lang="es-MX"/>
              <a:t>        DEFINE_PRINT_NUM_UNS  ; requerido para print_num</a:t>
            </a:r>
            <a:endParaRPr/>
          </a:p>
          <a:p>
            <a:pPr indent="0" lvl="0" marL="0" rtl="0" algn="l">
              <a:lnSpc>
                <a:spcPct val="100000"/>
              </a:lnSpc>
              <a:spcBef>
                <a:spcPts val="448"/>
              </a:spcBef>
              <a:spcAft>
                <a:spcPts val="0"/>
              </a:spcAft>
              <a:buClr>
                <a:schemeClr val="dk1"/>
              </a:buClr>
              <a:buSzPct val="100000"/>
              <a:buNone/>
            </a:pPr>
            <a:r>
              <a:rPr lang="es-MX"/>
              <a:t>        DEFINE_PTHIS</a:t>
            </a:r>
            <a:endParaRPr/>
          </a:p>
          <a:p>
            <a:pPr indent="0" lvl="0" marL="0" rtl="0" algn="l">
              <a:lnSpc>
                <a:spcPct val="100000"/>
              </a:lnSpc>
              <a:spcBef>
                <a:spcPts val="448"/>
              </a:spcBef>
              <a:spcAft>
                <a:spcPts val="0"/>
              </a:spcAft>
              <a:buClr>
                <a:schemeClr val="dk1"/>
              </a:buClr>
              <a:buSzPct val="100000"/>
              <a:buNone/>
            </a:pPr>
            <a:r>
              <a:t/>
            </a:r>
            <a:endParaRPr/>
          </a:p>
          <a:p>
            <a:pPr indent="0" lvl="0" marL="0" rtl="0" algn="l">
              <a:lnSpc>
                <a:spcPct val="100000"/>
              </a:lnSpc>
              <a:spcBef>
                <a:spcPts val="448"/>
              </a:spcBef>
              <a:spcAft>
                <a:spcPts val="0"/>
              </a:spcAft>
              <a:buClr>
                <a:schemeClr val="dk1"/>
              </a:buClr>
              <a:buSzPct val="100000"/>
              <a:buNone/>
            </a:pPr>
            <a:r>
              <a:rPr lang="es-MX"/>
              <a:t>inicio: LEA    SI, msg1       ; pregunta por el numero</a:t>
            </a:r>
            <a:endParaRPr/>
          </a:p>
          <a:p>
            <a:pPr indent="0" lvl="0" marL="0" rtl="0" algn="l">
              <a:lnSpc>
                <a:spcPct val="100000"/>
              </a:lnSpc>
              <a:spcBef>
                <a:spcPts val="448"/>
              </a:spcBef>
              <a:spcAft>
                <a:spcPts val="0"/>
              </a:spcAft>
              <a:buClr>
                <a:schemeClr val="dk1"/>
              </a:buClr>
              <a:buSzPct val="100000"/>
              <a:buNone/>
            </a:pPr>
            <a:r>
              <a:rPr lang="es-MX"/>
              <a:t>        CALL   print_string   ;</a:t>
            </a:r>
            <a:endParaRPr/>
          </a:p>
          <a:p>
            <a:pPr indent="0" lvl="0" marL="0" rtl="0" algn="l">
              <a:lnSpc>
                <a:spcPct val="100000"/>
              </a:lnSpc>
              <a:spcBef>
                <a:spcPts val="448"/>
              </a:spcBef>
              <a:spcAft>
                <a:spcPts val="0"/>
              </a:spcAft>
              <a:buClr>
                <a:schemeClr val="dk1"/>
              </a:buClr>
              <a:buSzPct val="100000"/>
              <a:buNone/>
            </a:pPr>
            <a:r>
              <a:rPr lang="es-MX"/>
              <a:t>RET</a:t>
            </a:r>
            <a:endParaRPr/>
          </a:p>
        </p:txBody>
      </p:sp>
      <p:pic>
        <p:nvPicPr>
          <p:cNvPr id="3891" name="Google Shape;3891;p489"/>
          <p:cNvPicPr preferRelativeResize="0"/>
          <p:nvPr/>
        </p:nvPicPr>
        <p:blipFill rotWithShape="1">
          <a:blip r:embed="rId3">
            <a:alphaModFix/>
          </a:blip>
          <a:srcRect b="0" l="0" r="0" t="0"/>
          <a:stretch/>
        </p:blipFill>
        <p:spPr>
          <a:xfrm>
            <a:off x="5792867" y="2570423"/>
            <a:ext cx="2221706" cy="678656"/>
          </a:xfrm>
          <a:prstGeom prst="rect">
            <a:avLst/>
          </a:prstGeom>
          <a:noFill/>
          <a:ln>
            <a:noFill/>
          </a:ln>
        </p:spPr>
      </p:pic>
      <p:sp>
        <p:nvSpPr>
          <p:cNvPr id="3892" name="Google Shape;3892;p4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893" name="Google Shape;3893;p4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7" name="Shape 3897"/>
        <p:cNvGrpSpPr/>
        <p:nvPr/>
      </p:nvGrpSpPr>
      <p:grpSpPr>
        <a:xfrm>
          <a:off x="0" y="0"/>
          <a:ext cx="0" cy="0"/>
          <a:chOff x="0" y="0"/>
          <a:chExt cx="0" cy="0"/>
        </a:xfrm>
      </p:grpSpPr>
      <p:sp>
        <p:nvSpPr>
          <p:cNvPr id="3898" name="Google Shape;3898;p4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899" name="Google Shape;3899;p49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Clr>
                <a:schemeClr val="dk1"/>
              </a:buClr>
              <a:buSzPct val="100000"/>
              <a:buNone/>
            </a:pPr>
            <a:r>
              <a:rPr lang="es-MX"/>
              <a:t>include emu8086.inc</a:t>
            </a:r>
            <a:endParaRPr/>
          </a:p>
          <a:p>
            <a:pPr indent="0" lvl="0" marL="0" rtl="0" algn="l">
              <a:lnSpc>
                <a:spcPct val="100000"/>
              </a:lnSpc>
              <a:spcBef>
                <a:spcPts val="352"/>
              </a:spcBef>
              <a:spcAft>
                <a:spcPts val="0"/>
              </a:spcAft>
              <a:buClr>
                <a:schemeClr val="dk1"/>
              </a:buClr>
              <a:buSzPct val="100000"/>
              <a:buNone/>
            </a:pPr>
            <a:r>
              <a:rPr lang="es-MX"/>
              <a:t>ORG    100h    </a:t>
            </a:r>
            <a:endParaRPr/>
          </a:p>
          <a:p>
            <a:pPr indent="0" lvl="0" marL="0" rtl="0" algn="l">
              <a:lnSpc>
                <a:spcPct val="100000"/>
              </a:lnSpc>
              <a:spcBef>
                <a:spcPts val="352"/>
              </a:spcBef>
              <a:spcAft>
                <a:spcPts val="0"/>
              </a:spcAft>
              <a:buClr>
                <a:schemeClr val="dk1"/>
              </a:buClr>
              <a:buSzPct val="100000"/>
              <a:buNone/>
            </a:pPr>
            <a:r>
              <a:rPr lang="es-MX"/>
              <a:t>jmp inicio     </a:t>
            </a:r>
            <a:endParaRPr/>
          </a:p>
          <a:p>
            <a:pPr indent="0" lvl="0" marL="0" rtl="0" algn="l">
              <a:lnSpc>
                <a:spcPct val="100000"/>
              </a:lnSpc>
              <a:spcBef>
                <a:spcPts val="352"/>
              </a:spcBef>
              <a:spcAft>
                <a:spcPts val="0"/>
              </a:spcAft>
              <a:buClr>
                <a:schemeClr val="dk1"/>
              </a:buClr>
              <a:buSzPct val="100000"/>
              <a:buNone/>
            </a:pPr>
            <a:r>
              <a:rPr lang="es-MX"/>
              <a:t>        msg1   DB  'Ingresa un numero: ', 0</a:t>
            </a:r>
            <a:endParaRPr/>
          </a:p>
          <a:p>
            <a:pPr indent="0" lvl="0" marL="0" rtl="0" algn="l">
              <a:lnSpc>
                <a:spcPct val="100000"/>
              </a:lnSpc>
              <a:spcBef>
                <a:spcPts val="352"/>
              </a:spcBef>
              <a:spcAft>
                <a:spcPts val="0"/>
              </a:spcAft>
              <a:buClr>
                <a:schemeClr val="dk1"/>
              </a:buClr>
              <a:buSzPct val="100000"/>
              <a:buNone/>
            </a:pPr>
            <a:r>
              <a:rPr lang="es-MX"/>
              <a:t>        DEFINE_SCAN_NUM</a:t>
            </a:r>
            <a:endParaRPr/>
          </a:p>
          <a:p>
            <a:pPr indent="0" lvl="0" marL="0" rtl="0" algn="l">
              <a:lnSpc>
                <a:spcPct val="100000"/>
              </a:lnSpc>
              <a:spcBef>
                <a:spcPts val="352"/>
              </a:spcBef>
              <a:spcAft>
                <a:spcPts val="0"/>
              </a:spcAft>
              <a:buClr>
                <a:schemeClr val="dk1"/>
              </a:buClr>
              <a:buSzPct val="100000"/>
              <a:buNone/>
            </a:pPr>
            <a:r>
              <a:rPr lang="es-MX"/>
              <a:t>        DEFINE_PRINT_STRING</a:t>
            </a:r>
            <a:endParaRPr/>
          </a:p>
          <a:p>
            <a:pPr indent="0" lvl="0" marL="0" rtl="0" algn="l">
              <a:lnSpc>
                <a:spcPct val="100000"/>
              </a:lnSpc>
              <a:spcBef>
                <a:spcPts val="352"/>
              </a:spcBef>
              <a:spcAft>
                <a:spcPts val="0"/>
              </a:spcAft>
              <a:buClr>
                <a:schemeClr val="dk1"/>
              </a:buClr>
              <a:buSzPct val="100000"/>
              <a:buNone/>
            </a:pPr>
            <a:r>
              <a:rPr lang="es-MX"/>
              <a:t>        DEFINE_PRINT_NUM</a:t>
            </a:r>
            <a:endParaRPr/>
          </a:p>
          <a:p>
            <a:pPr indent="0" lvl="0" marL="0" rtl="0" algn="l">
              <a:lnSpc>
                <a:spcPct val="100000"/>
              </a:lnSpc>
              <a:spcBef>
                <a:spcPts val="352"/>
              </a:spcBef>
              <a:spcAft>
                <a:spcPts val="0"/>
              </a:spcAft>
              <a:buClr>
                <a:schemeClr val="dk1"/>
              </a:buClr>
              <a:buSzPct val="100000"/>
              <a:buNone/>
            </a:pPr>
            <a:r>
              <a:rPr lang="es-MX"/>
              <a:t>        DEFINE_PRINT_NUM_UNS  ; requerido para print_num</a:t>
            </a:r>
            <a:endParaRPr/>
          </a:p>
          <a:p>
            <a:pPr indent="0" lvl="0" marL="0" rtl="0" algn="l">
              <a:lnSpc>
                <a:spcPct val="100000"/>
              </a:lnSpc>
              <a:spcBef>
                <a:spcPts val="352"/>
              </a:spcBef>
              <a:spcAft>
                <a:spcPts val="0"/>
              </a:spcAft>
              <a:buClr>
                <a:schemeClr val="dk1"/>
              </a:buClr>
              <a:buSzPct val="100000"/>
              <a:buNone/>
            </a:pPr>
            <a:r>
              <a:rPr lang="es-MX"/>
              <a:t>        DEFINE_PTHIS</a:t>
            </a:r>
            <a:endParaRPr/>
          </a:p>
          <a:p>
            <a:pPr indent="0" lvl="0" marL="0" rtl="0" algn="l">
              <a:lnSpc>
                <a:spcPct val="100000"/>
              </a:lnSpc>
              <a:spcBef>
                <a:spcPts val="352"/>
              </a:spcBef>
              <a:spcAft>
                <a:spcPts val="0"/>
              </a:spcAft>
              <a:buClr>
                <a:schemeClr val="dk1"/>
              </a:buClr>
              <a:buSzPct val="100000"/>
              <a:buNone/>
            </a:pPr>
            <a:r>
              <a:t/>
            </a:r>
            <a:endParaRPr/>
          </a:p>
          <a:p>
            <a:pPr indent="0" lvl="0" marL="0" rtl="0" algn="l">
              <a:lnSpc>
                <a:spcPct val="100000"/>
              </a:lnSpc>
              <a:spcBef>
                <a:spcPts val="352"/>
              </a:spcBef>
              <a:spcAft>
                <a:spcPts val="0"/>
              </a:spcAft>
              <a:buClr>
                <a:schemeClr val="dk1"/>
              </a:buClr>
              <a:buSzPct val="100000"/>
              <a:buNone/>
            </a:pPr>
            <a:r>
              <a:rPr lang="es-MX"/>
              <a:t>inicio: LEA    SI, msg1       ; pregunta por el numero</a:t>
            </a:r>
            <a:endParaRPr/>
          </a:p>
          <a:p>
            <a:pPr indent="0" lvl="0" marL="0" rtl="0" algn="l">
              <a:lnSpc>
                <a:spcPct val="100000"/>
              </a:lnSpc>
              <a:spcBef>
                <a:spcPts val="352"/>
              </a:spcBef>
              <a:spcAft>
                <a:spcPts val="0"/>
              </a:spcAft>
              <a:buClr>
                <a:schemeClr val="dk1"/>
              </a:buClr>
              <a:buSzPct val="100000"/>
              <a:buNone/>
            </a:pPr>
            <a:r>
              <a:rPr lang="es-MX"/>
              <a:t>        CALL   print_string   ;   </a:t>
            </a:r>
            <a:endParaRPr/>
          </a:p>
          <a:p>
            <a:pPr indent="0" lvl="0" marL="0" rtl="0" algn="l">
              <a:lnSpc>
                <a:spcPct val="100000"/>
              </a:lnSpc>
              <a:spcBef>
                <a:spcPts val="352"/>
              </a:spcBef>
              <a:spcAft>
                <a:spcPts val="0"/>
              </a:spcAft>
              <a:buClr>
                <a:schemeClr val="dk1"/>
              </a:buClr>
              <a:buSzPct val="100000"/>
              <a:buNone/>
            </a:pPr>
            <a:r>
              <a:rPr lang="es-MX"/>
              <a:t>        CALL   scan_num       ; obtiene el numero de CX.</a:t>
            </a:r>
            <a:endParaRPr/>
          </a:p>
          <a:p>
            <a:pPr indent="0" lvl="0" marL="0" rtl="0" algn="l">
              <a:lnSpc>
                <a:spcPct val="100000"/>
              </a:lnSpc>
              <a:spcBef>
                <a:spcPts val="352"/>
              </a:spcBef>
              <a:spcAft>
                <a:spcPts val="0"/>
              </a:spcAft>
              <a:buClr>
                <a:schemeClr val="dk1"/>
              </a:buClr>
              <a:buSzPct val="100000"/>
              <a:buNone/>
            </a:pPr>
            <a:r>
              <a:rPr lang="es-MX"/>
              <a:t>        MOV    AX, CX         ; copia el numero a AX.</a:t>
            </a:r>
            <a:endParaRPr/>
          </a:p>
          <a:p>
            <a:pPr indent="0" lvl="0" marL="0" rtl="0" algn="l">
              <a:lnSpc>
                <a:spcPct val="100000"/>
              </a:lnSpc>
              <a:spcBef>
                <a:spcPts val="352"/>
              </a:spcBef>
              <a:spcAft>
                <a:spcPts val="0"/>
              </a:spcAft>
              <a:buClr>
                <a:schemeClr val="dk1"/>
              </a:buClr>
              <a:buSzPct val="100000"/>
              <a:buNone/>
            </a:pPr>
            <a:r>
              <a:rPr lang="es-MX"/>
              <a:t>RET</a:t>
            </a:r>
            <a:endParaRPr/>
          </a:p>
        </p:txBody>
      </p:sp>
      <p:pic>
        <p:nvPicPr>
          <p:cNvPr id="3900" name="Google Shape;3900;p490"/>
          <p:cNvPicPr preferRelativeResize="0"/>
          <p:nvPr/>
        </p:nvPicPr>
        <p:blipFill rotWithShape="1">
          <a:blip r:embed="rId3">
            <a:alphaModFix/>
          </a:blip>
          <a:srcRect b="0" l="0" r="0" t="0"/>
          <a:stretch/>
        </p:blipFill>
        <p:spPr>
          <a:xfrm>
            <a:off x="4796722" y="2957716"/>
            <a:ext cx="3214688" cy="1471613"/>
          </a:xfrm>
          <a:prstGeom prst="rect">
            <a:avLst/>
          </a:prstGeom>
          <a:noFill/>
          <a:ln>
            <a:noFill/>
          </a:ln>
        </p:spPr>
      </p:pic>
      <p:sp>
        <p:nvSpPr>
          <p:cNvPr id="3901" name="Google Shape;3901;p4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02" name="Google Shape;3902;p4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6" name="Shape 3906"/>
        <p:cNvGrpSpPr/>
        <p:nvPr/>
      </p:nvGrpSpPr>
      <p:grpSpPr>
        <a:xfrm>
          <a:off x="0" y="0"/>
          <a:ext cx="0" cy="0"/>
          <a:chOff x="0" y="0"/>
          <a:chExt cx="0" cy="0"/>
        </a:xfrm>
      </p:grpSpPr>
      <p:sp>
        <p:nvSpPr>
          <p:cNvPr id="3907" name="Google Shape;3907;p491"/>
          <p:cNvSpPr txBox="1"/>
          <p:nvPr>
            <p:ph idx="1" type="body"/>
          </p:nvPr>
        </p:nvSpPr>
        <p:spPr>
          <a:xfrm>
            <a:off x="628650" y="1072787"/>
            <a:ext cx="7886700" cy="4417185"/>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include emu8086.inc</a:t>
            </a:r>
            <a:endParaRPr/>
          </a:p>
          <a:p>
            <a:pPr indent="0" lvl="0" marL="0" rtl="0" algn="l">
              <a:lnSpc>
                <a:spcPct val="100000"/>
              </a:lnSpc>
              <a:spcBef>
                <a:spcPts val="304"/>
              </a:spcBef>
              <a:spcAft>
                <a:spcPts val="0"/>
              </a:spcAft>
              <a:buClr>
                <a:schemeClr val="dk1"/>
              </a:buClr>
              <a:buSzPct val="100000"/>
              <a:buNone/>
            </a:pPr>
            <a:r>
              <a:rPr lang="es-MX"/>
              <a:t>ORG    100h    </a:t>
            </a:r>
            <a:endParaRPr/>
          </a:p>
          <a:p>
            <a:pPr indent="0" lvl="0" marL="0" rtl="0" algn="l">
              <a:lnSpc>
                <a:spcPct val="100000"/>
              </a:lnSpc>
              <a:spcBef>
                <a:spcPts val="304"/>
              </a:spcBef>
              <a:spcAft>
                <a:spcPts val="0"/>
              </a:spcAft>
              <a:buClr>
                <a:schemeClr val="dk1"/>
              </a:buClr>
              <a:buSzPct val="100000"/>
              <a:buNone/>
            </a:pPr>
            <a:r>
              <a:rPr lang="es-MX"/>
              <a:t>jmp inicio     </a:t>
            </a:r>
            <a:endParaRPr/>
          </a:p>
          <a:p>
            <a:pPr indent="0" lvl="0" marL="0" rtl="0" algn="l">
              <a:lnSpc>
                <a:spcPct val="100000"/>
              </a:lnSpc>
              <a:spcBef>
                <a:spcPts val="304"/>
              </a:spcBef>
              <a:spcAft>
                <a:spcPts val="0"/>
              </a:spcAft>
              <a:buClr>
                <a:schemeClr val="dk1"/>
              </a:buClr>
              <a:buSzPct val="100000"/>
              <a:buNone/>
            </a:pPr>
            <a:r>
              <a:rPr lang="es-MX"/>
              <a:t>        msg1   DB  'Ingresa un numero: ', 0</a:t>
            </a:r>
            <a:endParaRPr/>
          </a:p>
          <a:p>
            <a:pPr indent="0" lvl="0" marL="0" rtl="0" algn="l">
              <a:lnSpc>
                <a:spcPct val="100000"/>
              </a:lnSpc>
              <a:spcBef>
                <a:spcPts val="304"/>
              </a:spcBef>
              <a:spcAft>
                <a:spcPts val="0"/>
              </a:spcAft>
              <a:buClr>
                <a:schemeClr val="dk1"/>
              </a:buClr>
              <a:buSzPct val="100000"/>
              <a:buNone/>
            </a:pPr>
            <a:r>
              <a:rPr lang="es-MX"/>
              <a:t>        DEFINE_SCAN_NUM</a:t>
            </a:r>
            <a:endParaRPr/>
          </a:p>
          <a:p>
            <a:pPr indent="0" lvl="0" marL="0" rtl="0" algn="l">
              <a:lnSpc>
                <a:spcPct val="100000"/>
              </a:lnSpc>
              <a:spcBef>
                <a:spcPts val="304"/>
              </a:spcBef>
              <a:spcAft>
                <a:spcPts val="0"/>
              </a:spcAft>
              <a:buClr>
                <a:schemeClr val="dk1"/>
              </a:buClr>
              <a:buSzPct val="100000"/>
              <a:buNone/>
            </a:pPr>
            <a:r>
              <a:rPr lang="es-MX"/>
              <a:t>        DEFINE_PRINT_STRING</a:t>
            </a:r>
            <a:endParaRPr/>
          </a:p>
          <a:p>
            <a:pPr indent="0" lvl="0" marL="0" rtl="0" algn="l">
              <a:lnSpc>
                <a:spcPct val="100000"/>
              </a:lnSpc>
              <a:spcBef>
                <a:spcPts val="304"/>
              </a:spcBef>
              <a:spcAft>
                <a:spcPts val="0"/>
              </a:spcAft>
              <a:buClr>
                <a:schemeClr val="dk1"/>
              </a:buClr>
              <a:buSzPct val="100000"/>
              <a:buNone/>
            </a:pPr>
            <a:r>
              <a:rPr lang="es-MX"/>
              <a:t>        DEFINE_PRINT_NUM</a:t>
            </a:r>
            <a:endParaRPr/>
          </a:p>
          <a:p>
            <a:pPr indent="0" lvl="0" marL="0" rtl="0" algn="l">
              <a:lnSpc>
                <a:spcPct val="100000"/>
              </a:lnSpc>
              <a:spcBef>
                <a:spcPts val="304"/>
              </a:spcBef>
              <a:spcAft>
                <a:spcPts val="0"/>
              </a:spcAft>
              <a:buClr>
                <a:schemeClr val="dk1"/>
              </a:buClr>
              <a:buSzPct val="100000"/>
              <a:buNone/>
            </a:pPr>
            <a:r>
              <a:rPr lang="es-MX"/>
              <a:t>        DEFINE_PRINT_NUM_UNS  ; requerido para print_num</a:t>
            </a:r>
            <a:endParaRPr/>
          </a:p>
          <a:p>
            <a:pPr indent="0" lvl="0" marL="0" rtl="0" algn="l">
              <a:lnSpc>
                <a:spcPct val="100000"/>
              </a:lnSpc>
              <a:spcBef>
                <a:spcPts val="304"/>
              </a:spcBef>
              <a:spcAft>
                <a:spcPts val="0"/>
              </a:spcAft>
              <a:buClr>
                <a:schemeClr val="dk1"/>
              </a:buClr>
              <a:buSzPct val="100000"/>
              <a:buNone/>
            </a:pPr>
            <a:r>
              <a:rPr lang="es-MX"/>
              <a:t>        DEFINE_PTHIS</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inicio: LEA    SI, msg1       ; pregunta por el numero</a:t>
            </a:r>
            <a:endParaRPr/>
          </a:p>
          <a:p>
            <a:pPr indent="0" lvl="0" marL="0" rtl="0" algn="l">
              <a:lnSpc>
                <a:spcPct val="100000"/>
              </a:lnSpc>
              <a:spcBef>
                <a:spcPts val="304"/>
              </a:spcBef>
              <a:spcAft>
                <a:spcPts val="0"/>
              </a:spcAft>
              <a:buClr>
                <a:schemeClr val="dk1"/>
              </a:buClr>
              <a:buSzPct val="100000"/>
              <a:buNone/>
            </a:pPr>
            <a:r>
              <a:rPr lang="es-MX"/>
              <a:t>        CALL   print_string   ;   </a:t>
            </a:r>
            <a:endParaRPr/>
          </a:p>
          <a:p>
            <a:pPr indent="0" lvl="0" marL="0" rtl="0" algn="l">
              <a:lnSpc>
                <a:spcPct val="100000"/>
              </a:lnSpc>
              <a:spcBef>
                <a:spcPts val="304"/>
              </a:spcBef>
              <a:spcAft>
                <a:spcPts val="0"/>
              </a:spcAft>
              <a:buClr>
                <a:schemeClr val="dk1"/>
              </a:buClr>
              <a:buSzPct val="100000"/>
              <a:buNone/>
            </a:pPr>
            <a:r>
              <a:rPr lang="es-MX"/>
              <a:t>        CALL   scan_num       ; obtiene el numero de CX.</a:t>
            </a:r>
            <a:endParaRPr/>
          </a:p>
          <a:p>
            <a:pPr indent="0" lvl="0" marL="0" rtl="0" algn="l">
              <a:lnSpc>
                <a:spcPct val="100000"/>
              </a:lnSpc>
              <a:spcBef>
                <a:spcPts val="304"/>
              </a:spcBef>
              <a:spcAft>
                <a:spcPts val="0"/>
              </a:spcAft>
              <a:buClr>
                <a:schemeClr val="dk1"/>
              </a:buClr>
              <a:buSzPct val="100000"/>
              <a:buNone/>
            </a:pPr>
            <a:r>
              <a:rPr lang="es-MX"/>
              <a:t>        MOV    AX, CX         ; copia el numero a AX.   </a:t>
            </a:r>
            <a:endParaRPr/>
          </a:p>
          <a:p>
            <a:pPr indent="0" lvl="0" marL="0" rtl="0" algn="l">
              <a:lnSpc>
                <a:spcPct val="100000"/>
              </a:lnSpc>
              <a:spcBef>
                <a:spcPts val="304"/>
              </a:spcBef>
              <a:spcAft>
                <a:spcPts val="0"/>
              </a:spcAft>
              <a:buClr>
                <a:schemeClr val="dk1"/>
              </a:buClr>
              <a:buSzPct val="100000"/>
              <a:buNone/>
            </a:pPr>
            <a:r>
              <a:rPr lang="es-MX"/>
              <a:t>        ; imprime la siguiente cadena</a:t>
            </a:r>
            <a:endParaRPr/>
          </a:p>
          <a:p>
            <a:pPr indent="0" lvl="0" marL="0" rtl="0" algn="l">
              <a:lnSpc>
                <a:spcPct val="100000"/>
              </a:lnSpc>
              <a:spcBef>
                <a:spcPts val="304"/>
              </a:spcBef>
              <a:spcAft>
                <a:spcPts val="0"/>
              </a:spcAft>
              <a:buClr>
                <a:schemeClr val="dk1"/>
              </a:buClr>
              <a:buSzPct val="100000"/>
              <a:buNone/>
            </a:pPr>
            <a:r>
              <a:rPr lang="es-MX"/>
              <a:t>        CALL   pthis</a:t>
            </a:r>
            <a:endParaRPr/>
          </a:p>
          <a:p>
            <a:pPr indent="0" lvl="0" marL="0" rtl="0" algn="l">
              <a:lnSpc>
                <a:spcPct val="100000"/>
              </a:lnSpc>
              <a:spcBef>
                <a:spcPts val="304"/>
              </a:spcBef>
              <a:spcAft>
                <a:spcPts val="0"/>
              </a:spcAft>
              <a:buClr>
                <a:schemeClr val="dk1"/>
              </a:buClr>
              <a:buSzPct val="100000"/>
              <a:buNone/>
            </a:pPr>
            <a:r>
              <a:rPr lang="es-MX"/>
              <a:t>        DB  13, 10, 'Has ingresado: ', 0</a:t>
            </a:r>
            <a:endParaRPr/>
          </a:p>
          <a:p>
            <a:pPr indent="0" lvl="0" marL="0" rtl="0" algn="l">
              <a:lnSpc>
                <a:spcPct val="100000"/>
              </a:lnSpc>
              <a:spcBef>
                <a:spcPts val="304"/>
              </a:spcBef>
              <a:spcAft>
                <a:spcPts val="0"/>
              </a:spcAft>
              <a:buClr>
                <a:schemeClr val="dk1"/>
              </a:buClr>
              <a:buSzPct val="100000"/>
              <a:buNone/>
            </a:pPr>
            <a:r>
              <a:rPr lang="es-MX"/>
              <a:t>RET</a:t>
            </a:r>
            <a:endParaRPr/>
          </a:p>
        </p:txBody>
      </p:sp>
      <p:pic>
        <p:nvPicPr>
          <p:cNvPr id="3908" name="Google Shape;3908;p491"/>
          <p:cNvPicPr preferRelativeResize="0"/>
          <p:nvPr/>
        </p:nvPicPr>
        <p:blipFill rotWithShape="1">
          <a:blip r:embed="rId3">
            <a:alphaModFix/>
          </a:blip>
          <a:srcRect b="0" l="0" r="0" t="0"/>
          <a:stretch/>
        </p:blipFill>
        <p:spPr>
          <a:xfrm>
            <a:off x="5438742" y="4508013"/>
            <a:ext cx="1950244" cy="350044"/>
          </a:xfrm>
          <a:prstGeom prst="rect">
            <a:avLst/>
          </a:prstGeom>
          <a:noFill/>
          <a:ln>
            <a:noFill/>
          </a:ln>
        </p:spPr>
      </p:pic>
      <p:sp>
        <p:nvSpPr>
          <p:cNvPr id="3909" name="Google Shape;3909;p4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10" name="Google Shape;3910;p4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4" name="Shape 3914"/>
        <p:cNvGrpSpPr/>
        <p:nvPr/>
      </p:nvGrpSpPr>
      <p:grpSpPr>
        <a:xfrm>
          <a:off x="0" y="0"/>
          <a:ext cx="0" cy="0"/>
          <a:chOff x="0" y="0"/>
          <a:chExt cx="0" cy="0"/>
        </a:xfrm>
      </p:grpSpPr>
      <p:sp>
        <p:nvSpPr>
          <p:cNvPr id="3915" name="Google Shape;3915;p492"/>
          <p:cNvSpPr txBox="1"/>
          <p:nvPr>
            <p:ph idx="1" type="body"/>
          </p:nvPr>
        </p:nvSpPr>
        <p:spPr>
          <a:xfrm>
            <a:off x="628650" y="974816"/>
            <a:ext cx="7886700" cy="4515157"/>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Clr>
                <a:schemeClr val="dk1"/>
              </a:buClr>
              <a:buSzPct val="100000"/>
              <a:buNone/>
            </a:pPr>
            <a:r>
              <a:rPr lang="es-MX"/>
              <a:t>include emu8086.inc</a:t>
            </a:r>
            <a:endParaRPr/>
          </a:p>
          <a:p>
            <a:pPr indent="0" lvl="0" marL="0" rtl="0" algn="l">
              <a:lnSpc>
                <a:spcPct val="100000"/>
              </a:lnSpc>
              <a:spcBef>
                <a:spcPts val="304"/>
              </a:spcBef>
              <a:spcAft>
                <a:spcPts val="0"/>
              </a:spcAft>
              <a:buClr>
                <a:schemeClr val="dk1"/>
              </a:buClr>
              <a:buSzPct val="100000"/>
              <a:buNone/>
            </a:pPr>
            <a:r>
              <a:rPr lang="es-MX"/>
              <a:t>ORG    100h    </a:t>
            </a:r>
            <a:endParaRPr/>
          </a:p>
          <a:p>
            <a:pPr indent="0" lvl="0" marL="0" rtl="0" algn="l">
              <a:lnSpc>
                <a:spcPct val="100000"/>
              </a:lnSpc>
              <a:spcBef>
                <a:spcPts val="304"/>
              </a:spcBef>
              <a:spcAft>
                <a:spcPts val="0"/>
              </a:spcAft>
              <a:buClr>
                <a:schemeClr val="dk1"/>
              </a:buClr>
              <a:buSzPct val="100000"/>
              <a:buNone/>
            </a:pPr>
            <a:r>
              <a:rPr lang="es-MX"/>
              <a:t>jmp inicio     </a:t>
            </a:r>
            <a:endParaRPr/>
          </a:p>
          <a:p>
            <a:pPr indent="0" lvl="0" marL="0" rtl="0" algn="l">
              <a:lnSpc>
                <a:spcPct val="100000"/>
              </a:lnSpc>
              <a:spcBef>
                <a:spcPts val="304"/>
              </a:spcBef>
              <a:spcAft>
                <a:spcPts val="0"/>
              </a:spcAft>
              <a:buClr>
                <a:schemeClr val="dk1"/>
              </a:buClr>
              <a:buSzPct val="100000"/>
              <a:buNone/>
            </a:pPr>
            <a:r>
              <a:rPr lang="es-MX"/>
              <a:t>        msg1   DB  'Ingresa un numero: ', 0</a:t>
            </a:r>
            <a:endParaRPr/>
          </a:p>
          <a:p>
            <a:pPr indent="0" lvl="0" marL="0" rtl="0" algn="l">
              <a:lnSpc>
                <a:spcPct val="100000"/>
              </a:lnSpc>
              <a:spcBef>
                <a:spcPts val="304"/>
              </a:spcBef>
              <a:spcAft>
                <a:spcPts val="0"/>
              </a:spcAft>
              <a:buClr>
                <a:schemeClr val="dk1"/>
              </a:buClr>
              <a:buSzPct val="100000"/>
              <a:buNone/>
            </a:pPr>
            <a:r>
              <a:rPr lang="es-MX"/>
              <a:t>        DEFINE_SCAN_NUM</a:t>
            </a:r>
            <a:endParaRPr/>
          </a:p>
          <a:p>
            <a:pPr indent="0" lvl="0" marL="0" rtl="0" algn="l">
              <a:lnSpc>
                <a:spcPct val="100000"/>
              </a:lnSpc>
              <a:spcBef>
                <a:spcPts val="304"/>
              </a:spcBef>
              <a:spcAft>
                <a:spcPts val="0"/>
              </a:spcAft>
              <a:buClr>
                <a:schemeClr val="dk1"/>
              </a:buClr>
              <a:buSzPct val="100000"/>
              <a:buNone/>
            </a:pPr>
            <a:r>
              <a:rPr lang="es-MX"/>
              <a:t>        DEFINE_PRINT_STRING</a:t>
            </a:r>
            <a:endParaRPr/>
          </a:p>
          <a:p>
            <a:pPr indent="0" lvl="0" marL="0" rtl="0" algn="l">
              <a:lnSpc>
                <a:spcPct val="100000"/>
              </a:lnSpc>
              <a:spcBef>
                <a:spcPts val="304"/>
              </a:spcBef>
              <a:spcAft>
                <a:spcPts val="0"/>
              </a:spcAft>
              <a:buClr>
                <a:schemeClr val="dk1"/>
              </a:buClr>
              <a:buSzPct val="100000"/>
              <a:buNone/>
            </a:pPr>
            <a:r>
              <a:rPr lang="es-MX"/>
              <a:t>        DEFINE_PRINT_NUM</a:t>
            </a:r>
            <a:endParaRPr/>
          </a:p>
          <a:p>
            <a:pPr indent="0" lvl="0" marL="0" rtl="0" algn="l">
              <a:lnSpc>
                <a:spcPct val="100000"/>
              </a:lnSpc>
              <a:spcBef>
                <a:spcPts val="304"/>
              </a:spcBef>
              <a:spcAft>
                <a:spcPts val="0"/>
              </a:spcAft>
              <a:buClr>
                <a:schemeClr val="dk1"/>
              </a:buClr>
              <a:buSzPct val="100000"/>
              <a:buNone/>
            </a:pPr>
            <a:r>
              <a:rPr lang="es-MX"/>
              <a:t>        DEFINE_PRINT_NUM_UNS  ; requerido para print_num</a:t>
            </a:r>
            <a:endParaRPr/>
          </a:p>
          <a:p>
            <a:pPr indent="0" lvl="0" marL="0" rtl="0" algn="l">
              <a:lnSpc>
                <a:spcPct val="100000"/>
              </a:lnSpc>
              <a:spcBef>
                <a:spcPts val="304"/>
              </a:spcBef>
              <a:spcAft>
                <a:spcPts val="0"/>
              </a:spcAft>
              <a:buClr>
                <a:schemeClr val="dk1"/>
              </a:buClr>
              <a:buSzPct val="100000"/>
              <a:buNone/>
            </a:pPr>
            <a:r>
              <a:rPr lang="es-MX"/>
              <a:t>        DEFINE_PTHIS</a:t>
            </a:r>
            <a:endParaRPr/>
          </a:p>
          <a:p>
            <a:pPr indent="0" lvl="0" marL="0" rtl="0" algn="l">
              <a:lnSpc>
                <a:spcPct val="100000"/>
              </a:lnSpc>
              <a:spcBef>
                <a:spcPts val="304"/>
              </a:spcBef>
              <a:spcAft>
                <a:spcPts val="0"/>
              </a:spcAft>
              <a:buClr>
                <a:schemeClr val="dk1"/>
              </a:buClr>
              <a:buSzPct val="100000"/>
              <a:buNone/>
            </a:pPr>
            <a:r>
              <a:t/>
            </a:r>
            <a:endParaRPr/>
          </a:p>
          <a:p>
            <a:pPr indent="0" lvl="0" marL="0" rtl="0" algn="l">
              <a:lnSpc>
                <a:spcPct val="100000"/>
              </a:lnSpc>
              <a:spcBef>
                <a:spcPts val="304"/>
              </a:spcBef>
              <a:spcAft>
                <a:spcPts val="0"/>
              </a:spcAft>
              <a:buClr>
                <a:schemeClr val="dk1"/>
              </a:buClr>
              <a:buSzPct val="100000"/>
              <a:buNone/>
            </a:pPr>
            <a:r>
              <a:rPr lang="es-MX"/>
              <a:t>inicio: LEA    SI, msg1       ; pregunta por el numero</a:t>
            </a:r>
            <a:endParaRPr/>
          </a:p>
          <a:p>
            <a:pPr indent="0" lvl="0" marL="0" rtl="0" algn="l">
              <a:lnSpc>
                <a:spcPct val="100000"/>
              </a:lnSpc>
              <a:spcBef>
                <a:spcPts val="304"/>
              </a:spcBef>
              <a:spcAft>
                <a:spcPts val="0"/>
              </a:spcAft>
              <a:buClr>
                <a:schemeClr val="dk1"/>
              </a:buClr>
              <a:buSzPct val="100000"/>
              <a:buNone/>
            </a:pPr>
            <a:r>
              <a:rPr lang="es-MX"/>
              <a:t>        CALL   print_string   ;   </a:t>
            </a:r>
            <a:endParaRPr/>
          </a:p>
          <a:p>
            <a:pPr indent="0" lvl="0" marL="0" rtl="0" algn="l">
              <a:lnSpc>
                <a:spcPct val="100000"/>
              </a:lnSpc>
              <a:spcBef>
                <a:spcPts val="304"/>
              </a:spcBef>
              <a:spcAft>
                <a:spcPts val="0"/>
              </a:spcAft>
              <a:buClr>
                <a:schemeClr val="dk1"/>
              </a:buClr>
              <a:buSzPct val="100000"/>
              <a:buNone/>
            </a:pPr>
            <a:r>
              <a:rPr lang="es-MX"/>
              <a:t>        CALL   scan_num       ; obtiene el numero de CX.</a:t>
            </a:r>
            <a:endParaRPr/>
          </a:p>
          <a:p>
            <a:pPr indent="0" lvl="0" marL="0" rtl="0" algn="l">
              <a:lnSpc>
                <a:spcPct val="100000"/>
              </a:lnSpc>
              <a:spcBef>
                <a:spcPts val="304"/>
              </a:spcBef>
              <a:spcAft>
                <a:spcPts val="0"/>
              </a:spcAft>
              <a:buClr>
                <a:schemeClr val="dk1"/>
              </a:buClr>
              <a:buSzPct val="100000"/>
              <a:buNone/>
            </a:pPr>
            <a:r>
              <a:rPr lang="es-MX"/>
              <a:t>        MOV    AX, CX         ; copia el numero a AX.   </a:t>
            </a:r>
            <a:endParaRPr/>
          </a:p>
          <a:p>
            <a:pPr indent="0" lvl="0" marL="0" rtl="0" algn="l">
              <a:lnSpc>
                <a:spcPct val="100000"/>
              </a:lnSpc>
              <a:spcBef>
                <a:spcPts val="304"/>
              </a:spcBef>
              <a:spcAft>
                <a:spcPts val="0"/>
              </a:spcAft>
              <a:buClr>
                <a:schemeClr val="dk1"/>
              </a:buClr>
              <a:buSzPct val="100000"/>
              <a:buNone/>
            </a:pPr>
            <a:r>
              <a:rPr lang="es-MX"/>
              <a:t>        ; imprime la siguiente cadena</a:t>
            </a:r>
            <a:endParaRPr/>
          </a:p>
          <a:p>
            <a:pPr indent="0" lvl="0" marL="0" rtl="0" algn="l">
              <a:lnSpc>
                <a:spcPct val="100000"/>
              </a:lnSpc>
              <a:spcBef>
                <a:spcPts val="304"/>
              </a:spcBef>
              <a:spcAft>
                <a:spcPts val="0"/>
              </a:spcAft>
              <a:buClr>
                <a:schemeClr val="dk1"/>
              </a:buClr>
              <a:buSzPct val="100000"/>
              <a:buNone/>
            </a:pPr>
            <a:r>
              <a:rPr lang="es-MX"/>
              <a:t>        CALL   pthis</a:t>
            </a:r>
            <a:endParaRPr/>
          </a:p>
          <a:p>
            <a:pPr indent="0" lvl="0" marL="0" rtl="0" algn="l">
              <a:lnSpc>
                <a:spcPct val="100000"/>
              </a:lnSpc>
              <a:spcBef>
                <a:spcPts val="304"/>
              </a:spcBef>
              <a:spcAft>
                <a:spcPts val="0"/>
              </a:spcAft>
              <a:buClr>
                <a:schemeClr val="dk1"/>
              </a:buClr>
              <a:buSzPct val="100000"/>
              <a:buNone/>
            </a:pPr>
            <a:r>
              <a:rPr lang="es-MX"/>
              <a:t>        DB  13, 10, 'Has ingresado: ', 0   </a:t>
            </a:r>
            <a:endParaRPr/>
          </a:p>
          <a:p>
            <a:pPr indent="0" lvl="0" marL="0" rtl="0" algn="l">
              <a:lnSpc>
                <a:spcPct val="100000"/>
              </a:lnSpc>
              <a:spcBef>
                <a:spcPts val="304"/>
              </a:spcBef>
              <a:spcAft>
                <a:spcPts val="0"/>
              </a:spcAft>
              <a:buClr>
                <a:schemeClr val="dk1"/>
              </a:buClr>
              <a:buSzPct val="100000"/>
              <a:buNone/>
            </a:pPr>
            <a:r>
              <a:rPr lang="es-MX"/>
              <a:t>        CALL   print_num      ; imprime el numero en AX</a:t>
            </a:r>
            <a:endParaRPr/>
          </a:p>
          <a:p>
            <a:pPr indent="0" lvl="0" marL="0" rtl="0" algn="l">
              <a:lnSpc>
                <a:spcPct val="100000"/>
              </a:lnSpc>
              <a:spcBef>
                <a:spcPts val="304"/>
              </a:spcBef>
              <a:spcAft>
                <a:spcPts val="0"/>
              </a:spcAft>
              <a:buClr>
                <a:schemeClr val="dk1"/>
              </a:buClr>
              <a:buSzPct val="100000"/>
              <a:buNone/>
            </a:pPr>
            <a:r>
              <a:rPr lang="es-MX"/>
              <a:t>RET</a:t>
            </a:r>
            <a:endParaRPr/>
          </a:p>
        </p:txBody>
      </p:sp>
      <p:pic>
        <p:nvPicPr>
          <p:cNvPr id="3916" name="Google Shape;3916;p492"/>
          <p:cNvPicPr preferRelativeResize="0"/>
          <p:nvPr/>
        </p:nvPicPr>
        <p:blipFill rotWithShape="1">
          <a:blip r:embed="rId3">
            <a:alphaModFix/>
          </a:blip>
          <a:srcRect b="0" l="0" r="0" t="0"/>
          <a:stretch/>
        </p:blipFill>
        <p:spPr>
          <a:xfrm>
            <a:off x="6521019" y="2391830"/>
            <a:ext cx="1843088" cy="350044"/>
          </a:xfrm>
          <a:prstGeom prst="rect">
            <a:avLst/>
          </a:prstGeom>
          <a:noFill/>
          <a:ln>
            <a:noFill/>
          </a:ln>
        </p:spPr>
      </p:pic>
      <p:pic>
        <p:nvPicPr>
          <p:cNvPr id="3917" name="Google Shape;3917;p492"/>
          <p:cNvPicPr preferRelativeResize="0"/>
          <p:nvPr/>
        </p:nvPicPr>
        <p:blipFill rotWithShape="1">
          <a:blip r:embed="rId4">
            <a:alphaModFix/>
          </a:blip>
          <a:srcRect b="0" l="0" r="0" t="0"/>
          <a:stretch/>
        </p:blipFill>
        <p:spPr>
          <a:xfrm>
            <a:off x="6428150" y="3040176"/>
            <a:ext cx="2028825" cy="385763"/>
          </a:xfrm>
          <a:prstGeom prst="rect">
            <a:avLst/>
          </a:prstGeom>
          <a:noFill/>
          <a:ln>
            <a:noFill/>
          </a:ln>
        </p:spPr>
      </p:pic>
      <p:pic>
        <p:nvPicPr>
          <p:cNvPr id="3918" name="Google Shape;3918;p492"/>
          <p:cNvPicPr preferRelativeResize="0"/>
          <p:nvPr/>
        </p:nvPicPr>
        <p:blipFill rotWithShape="1">
          <a:blip r:embed="rId5">
            <a:alphaModFix/>
          </a:blip>
          <a:srcRect b="0" l="0" r="0" t="0"/>
          <a:stretch/>
        </p:blipFill>
        <p:spPr>
          <a:xfrm>
            <a:off x="6478157" y="4290078"/>
            <a:ext cx="1978819" cy="335756"/>
          </a:xfrm>
          <a:prstGeom prst="rect">
            <a:avLst/>
          </a:prstGeom>
          <a:noFill/>
          <a:ln>
            <a:noFill/>
          </a:ln>
        </p:spPr>
      </p:pic>
      <p:sp>
        <p:nvSpPr>
          <p:cNvPr id="3919" name="Google Shape;3919;p4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20" name="Google Shape;3920;p4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4" name="Shape 3924"/>
        <p:cNvGrpSpPr/>
        <p:nvPr/>
      </p:nvGrpSpPr>
      <p:grpSpPr>
        <a:xfrm>
          <a:off x="0" y="0"/>
          <a:ext cx="0" cy="0"/>
          <a:chOff x="0" y="0"/>
          <a:chExt cx="0" cy="0"/>
        </a:xfrm>
      </p:grpSpPr>
      <p:sp>
        <p:nvSpPr>
          <p:cNvPr id="3925" name="Google Shape;3925;p493"/>
          <p:cNvSpPr txBox="1"/>
          <p:nvPr>
            <p:ph idx="1" type="body"/>
          </p:nvPr>
        </p:nvSpPr>
        <p:spPr>
          <a:xfrm>
            <a:off x="628650" y="965018"/>
            <a:ext cx="7886700" cy="4524954"/>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100000"/>
              <a:buNone/>
            </a:pPr>
            <a:r>
              <a:rPr lang="es-MX"/>
              <a:t>include emu8086.inc</a:t>
            </a:r>
            <a:endParaRPr/>
          </a:p>
          <a:p>
            <a:pPr indent="0" lvl="0" marL="0" rtl="0" algn="l">
              <a:lnSpc>
                <a:spcPct val="100000"/>
              </a:lnSpc>
              <a:spcBef>
                <a:spcPts val="208"/>
              </a:spcBef>
              <a:spcAft>
                <a:spcPts val="0"/>
              </a:spcAft>
              <a:buClr>
                <a:schemeClr val="dk1"/>
              </a:buClr>
              <a:buSzPct val="100000"/>
              <a:buNone/>
            </a:pPr>
            <a:r>
              <a:rPr lang="es-MX"/>
              <a:t>ORG    100h    </a:t>
            </a:r>
            <a:endParaRPr/>
          </a:p>
          <a:p>
            <a:pPr indent="0" lvl="0" marL="0" rtl="0" algn="l">
              <a:lnSpc>
                <a:spcPct val="100000"/>
              </a:lnSpc>
              <a:spcBef>
                <a:spcPts val="208"/>
              </a:spcBef>
              <a:spcAft>
                <a:spcPts val="0"/>
              </a:spcAft>
              <a:buClr>
                <a:schemeClr val="dk1"/>
              </a:buClr>
              <a:buSzPct val="100000"/>
              <a:buNone/>
            </a:pPr>
            <a:r>
              <a:rPr lang="es-MX"/>
              <a:t>jmp inicio     </a:t>
            </a:r>
            <a:endParaRPr/>
          </a:p>
          <a:p>
            <a:pPr indent="0" lvl="0" marL="0" rtl="0" algn="l">
              <a:lnSpc>
                <a:spcPct val="100000"/>
              </a:lnSpc>
              <a:spcBef>
                <a:spcPts val="208"/>
              </a:spcBef>
              <a:spcAft>
                <a:spcPts val="0"/>
              </a:spcAft>
              <a:buClr>
                <a:schemeClr val="dk1"/>
              </a:buClr>
              <a:buSzPct val="100000"/>
              <a:buNone/>
            </a:pPr>
            <a:r>
              <a:rPr lang="es-MX"/>
              <a:t>        suma db 2 dup (?)</a:t>
            </a:r>
            <a:endParaRPr/>
          </a:p>
          <a:p>
            <a:pPr indent="0" lvl="0" marL="0" rtl="0" algn="l">
              <a:lnSpc>
                <a:spcPct val="100000"/>
              </a:lnSpc>
              <a:spcBef>
                <a:spcPts val="208"/>
              </a:spcBef>
              <a:spcAft>
                <a:spcPts val="0"/>
              </a:spcAft>
              <a:buClr>
                <a:schemeClr val="dk1"/>
              </a:buClr>
              <a:buSzPct val="100000"/>
              <a:buNone/>
            </a:pPr>
            <a:r>
              <a:rPr lang="es-MX"/>
              <a:t>        DEFINE_SCAN_NUM</a:t>
            </a:r>
            <a:endParaRPr/>
          </a:p>
          <a:p>
            <a:pPr indent="0" lvl="0" marL="0" rtl="0" algn="l">
              <a:lnSpc>
                <a:spcPct val="100000"/>
              </a:lnSpc>
              <a:spcBef>
                <a:spcPts val="208"/>
              </a:spcBef>
              <a:spcAft>
                <a:spcPts val="0"/>
              </a:spcAft>
              <a:buClr>
                <a:schemeClr val="dk1"/>
              </a:buClr>
              <a:buSzPct val="100000"/>
              <a:buNone/>
            </a:pPr>
            <a:r>
              <a:rPr lang="es-MX"/>
              <a:t>        DEFINE_PRINT_STRING</a:t>
            </a:r>
            <a:endParaRPr/>
          </a:p>
          <a:p>
            <a:pPr indent="0" lvl="0" marL="0" rtl="0" algn="l">
              <a:lnSpc>
                <a:spcPct val="100000"/>
              </a:lnSpc>
              <a:spcBef>
                <a:spcPts val="208"/>
              </a:spcBef>
              <a:spcAft>
                <a:spcPts val="0"/>
              </a:spcAft>
              <a:buClr>
                <a:schemeClr val="dk1"/>
              </a:buClr>
              <a:buSzPct val="100000"/>
              <a:buNone/>
            </a:pPr>
            <a:r>
              <a:rPr lang="es-MX"/>
              <a:t>        DEFINE_PRINT_NUM</a:t>
            </a:r>
            <a:endParaRPr/>
          </a:p>
          <a:p>
            <a:pPr indent="0" lvl="0" marL="0" rtl="0" algn="l">
              <a:lnSpc>
                <a:spcPct val="100000"/>
              </a:lnSpc>
              <a:spcBef>
                <a:spcPts val="208"/>
              </a:spcBef>
              <a:spcAft>
                <a:spcPts val="0"/>
              </a:spcAft>
              <a:buClr>
                <a:schemeClr val="dk1"/>
              </a:buClr>
              <a:buSzPct val="100000"/>
              <a:buNone/>
            </a:pPr>
            <a:r>
              <a:rPr lang="es-MX"/>
              <a:t>        DEFINE_PRINT_NUM_UNS  ; requerido para print_num</a:t>
            </a:r>
            <a:endParaRPr/>
          </a:p>
          <a:p>
            <a:pPr indent="0" lvl="0" marL="0" rtl="0" algn="l">
              <a:lnSpc>
                <a:spcPct val="100000"/>
              </a:lnSpc>
              <a:spcBef>
                <a:spcPts val="208"/>
              </a:spcBef>
              <a:spcAft>
                <a:spcPts val="0"/>
              </a:spcAft>
              <a:buClr>
                <a:schemeClr val="dk1"/>
              </a:buClr>
              <a:buSzPct val="100000"/>
              <a:buNone/>
            </a:pPr>
            <a:r>
              <a:rPr lang="es-MX"/>
              <a:t>        DEFINE_PTHIS</a:t>
            </a:r>
            <a:endParaRPr/>
          </a:p>
          <a:p>
            <a:pPr indent="0" lvl="0" marL="0" rtl="0" algn="l">
              <a:lnSpc>
                <a:spcPct val="100000"/>
              </a:lnSpc>
              <a:spcBef>
                <a:spcPts val="208"/>
              </a:spcBef>
              <a:spcAft>
                <a:spcPts val="0"/>
              </a:spcAft>
              <a:buClr>
                <a:schemeClr val="dk1"/>
              </a:buClr>
              <a:buSzPct val="100000"/>
              <a:buNone/>
            </a:pPr>
            <a:r>
              <a:rPr lang="es-MX"/>
              <a:t>inicio: print " Introduce el primer numero: "</a:t>
            </a:r>
            <a:endParaRPr/>
          </a:p>
          <a:p>
            <a:pPr indent="0" lvl="0" marL="0" rtl="0" algn="l">
              <a:lnSpc>
                <a:spcPct val="100000"/>
              </a:lnSpc>
              <a:spcBef>
                <a:spcPts val="208"/>
              </a:spcBef>
              <a:spcAft>
                <a:spcPts val="0"/>
              </a:spcAft>
              <a:buClr>
                <a:schemeClr val="dk1"/>
              </a:buClr>
              <a:buSzPct val="100000"/>
              <a:buNone/>
            </a:pPr>
            <a:r>
              <a:rPr lang="es-MX"/>
              <a:t>    call scan_num</a:t>
            </a:r>
            <a:endParaRPr/>
          </a:p>
          <a:p>
            <a:pPr indent="0" lvl="0" marL="0" rtl="0" algn="l">
              <a:lnSpc>
                <a:spcPct val="100000"/>
              </a:lnSpc>
              <a:spcBef>
                <a:spcPts val="208"/>
              </a:spcBef>
              <a:spcAft>
                <a:spcPts val="0"/>
              </a:spcAft>
              <a:buClr>
                <a:schemeClr val="dk1"/>
              </a:buClr>
              <a:buSzPct val="100000"/>
              <a:buNone/>
            </a:pPr>
            <a:r>
              <a:rPr lang="es-MX"/>
              <a:t>    mov suma[0],cl </a:t>
            </a:r>
            <a:endParaRPr/>
          </a:p>
          <a:p>
            <a:pPr indent="0" lvl="0" marL="0" rtl="0" algn="l">
              <a:lnSpc>
                <a:spcPct val="100000"/>
              </a:lnSpc>
              <a:spcBef>
                <a:spcPts val="208"/>
              </a:spcBef>
              <a:spcAft>
                <a:spcPts val="0"/>
              </a:spcAft>
              <a:buClr>
                <a:schemeClr val="dk1"/>
              </a:buClr>
              <a:buSzPct val="100000"/>
              <a:buNone/>
            </a:pPr>
            <a:r>
              <a:rPr lang="es-MX"/>
              <a:t>    printn " " </a:t>
            </a:r>
            <a:endParaRPr/>
          </a:p>
          <a:p>
            <a:pPr indent="0" lvl="0" marL="0" rtl="0" algn="l">
              <a:lnSpc>
                <a:spcPct val="100000"/>
              </a:lnSpc>
              <a:spcBef>
                <a:spcPts val="208"/>
              </a:spcBef>
              <a:spcAft>
                <a:spcPts val="0"/>
              </a:spcAft>
              <a:buClr>
                <a:schemeClr val="dk1"/>
              </a:buClr>
              <a:buSzPct val="100000"/>
              <a:buNone/>
            </a:pPr>
            <a:r>
              <a:rPr lang="es-MX"/>
              <a:t>    print " Introduce el segundo numero: "</a:t>
            </a:r>
            <a:endParaRPr/>
          </a:p>
          <a:p>
            <a:pPr indent="0" lvl="0" marL="0" rtl="0" algn="l">
              <a:lnSpc>
                <a:spcPct val="100000"/>
              </a:lnSpc>
              <a:spcBef>
                <a:spcPts val="208"/>
              </a:spcBef>
              <a:spcAft>
                <a:spcPts val="0"/>
              </a:spcAft>
              <a:buClr>
                <a:schemeClr val="dk1"/>
              </a:buClr>
              <a:buSzPct val="100000"/>
              <a:buNone/>
            </a:pPr>
            <a:r>
              <a:rPr lang="es-MX"/>
              <a:t>    call scan_num</a:t>
            </a:r>
            <a:endParaRPr/>
          </a:p>
          <a:p>
            <a:pPr indent="0" lvl="0" marL="0" rtl="0" algn="l">
              <a:lnSpc>
                <a:spcPct val="100000"/>
              </a:lnSpc>
              <a:spcBef>
                <a:spcPts val="208"/>
              </a:spcBef>
              <a:spcAft>
                <a:spcPts val="0"/>
              </a:spcAft>
              <a:buClr>
                <a:schemeClr val="dk1"/>
              </a:buClr>
              <a:buSzPct val="100000"/>
              <a:buNone/>
            </a:pPr>
            <a:r>
              <a:rPr lang="es-MX"/>
              <a:t>    mov suma[1],cl</a:t>
            </a:r>
            <a:endParaRPr/>
          </a:p>
          <a:p>
            <a:pPr indent="0" lvl="0" marL="0" rtl="0" algn="l">
              <a:lnSpc>
                <a:spcPct val="100000"/>
              </a:lnSpc>
              <a:spcBef>
                <a:spcPts val="208"/>
              </a:spcBef>
              <a:spcAft>
                <a:spcPts val="0"/>
              </a:spcAft>
              <a:buClr>
                <a:schemeClr val="dk1"/>
              </a:buClr>
              <a:buSzPct val="100000"/>
              <a:buNone/>
            </a:pPr>
            <a:r>
              <a:rPr lang="es-MX"/>
              <a:t>    xor ax,ax</a:t>
            </a:r>
            <a:endParaRPr/>
          </a:p>
          <a:p>
            <a:pPr indent="0" lvl="0" marL="0" rtl="0" algn="l">
              <a:lnSpc>
                <a:spcPct val="100000"/>
              </a:lnSpc>
              <a:spcBef>
                <a:spcPts val="208"/>
              </a:spcBef>
              <a:spcAft>
                <a:spcPts val="0"/>
              </a:spcAft>
              <a:buClr>
                <a:schemeClr val="dk1"/>
              </a:buClr>
              <a:buSzPct val="100000"/>
              <a:buNone/>
            </a:pPr>
            <a:r>
              <a:rPr lang="es-MX"/>
              <a:t>    add al,suma[0]</a:t>
            </a:r>
            <a:endParaRPr/>
          </a:p>
          <a:p>
            <a:pPr indent="0" lvl="0" marL="0" rtl="0" algn="l">
              <a:lnSpc>
                <a:spcPct val="100000"/>
              </a:lnSpc>
              <a:spcBef>
                <a:spcPts val="208"/>
              </a:spcBef>
              <a:spcAft>
                <a:spcPts val="0"/>
              </a:spcAft>
              <a:buClr>
                <a:schemeClr val="dk1"/>
              </a:buClr>
              <a:buSzPct val="100000"/>
              <a:buNone/>
            </a:pPr>
            <a:r>
              <a:rPr lang="es-MX"/>
              <a:t>    add al,suma[1]</a:t>
            </a:r>
            <a:endParaRPr/>
          </a:p>
          <a:p>
            <a:pPr indent="0" lvl="0" marL="0" rtl="0" algn="l">
              <a:lnSpc>
                <a:spcPct val="100000"/>
              </a:lnSpc>
              <a:spcBef>
                <a:spcPts val="208"/>
              </a:spcBef>
              <a:spcAft>
                <a:spcPts val="0"/>
              </a:spcAft>
              <a:buClr>
                <a:schemeClr val="dk1"/>
              </a:buClr>
              <a:buSzPct val="100000"/>
              <a:buNone/>
            </a:pPr>
            <a:r>
              <a:rPr lang="es-MX"/>
              <a:t>    printn " "</a:t>
            </a:r>
            <a:endParaRPr/>
          </a:p>
          <a:p>
            <a:pPr indent="0" lvl="0" marL="0" rtl="0" algn="l">
              <a:lnSpc>
                <a:spcPct val="100000"/>
              </a:lnSpc>
              <a:spcBef>
                <a:spcPts val="208"/>
              </a:spcBef>
              <a:spcAft>
                <a:spcPts val="0"/>
              </a:spcAft>
              <a:buClr>
                <a:schemeClr val="dk1"/>
              </a:buClr>
              <a:buSzPct val="100000"/>
              <a:buNone/>
            </a:pPr>
            <a:r>
              <a:rPr lang="es-MX"/>
              <a:t>    print " La suma es: "</a:t>
            </a:r>
            <a:endParaRPr/>
          </a:p>
          <a:p>
            <a:pPr indent="0" lvl="0" marL="0" rtl="0" algn="l">
              <a:lnSpc>
                <a:spcPct val="100000"/>
              </a:lnSpc>
              <a:spcBef>
                <a:spcPts val="208"/>
              </a:spcBef>
              <a:spcAft>
                <a:spcPts val="0"/>
              </a:spcAft>
              <a:buClr>
                <a:schemeClr val="dk1"/>
              </a:buClr>
              <a:buSzPct val="100000"/>
              <a:buNone/>
            </a:pPr>
            <a:r>
              <a:rPr lang="es-MX"/>
              <a:t>    call print_num</a:t>
            </a:r>
            <a:endParaRPr/>
          </a:p>
          <a:p>
            <a:pPr indent="0" lvl="0" marL="0" rtl="0" algn="l">
              <a:lnSpc>
                <a:spcPct val="100000"/>
              </a:lnSpc>
              <a:spcBef>
                <a:spcPts val="208"/>
              </a:spcBef>
              <a:spcAft>
                <a:spcPts val="0"/>
              </a:spcAft>
              <a:buClr>
                <a:schemeClr val="dk1"/>
              </a:buClr>
              <a:buSzPct val="100000"/>
              <a:buNone/>
            </a:pPr>
            <a:r>
              <a:rPr lang="es-MX"/>
              <a:t>RET</a:t>
            </a:r>
            <a:endParaRPr/>
          </a:p>
        </p:txBody>
      </p:sp>
      <p:pic>
        <p:nvPicPr>
          <p:cNvPr id="3926" name="Google Shape;3926;p493"/>
          <p:cNvPicPr preferRelativeResize="0"/>
          <p:nvPr/>
        </p:nvPicPr>
        <p:blipFill rotWithShape="1">
          <a:blip r:embed="rId3">
            <a:alphaModFix/>
          </a:blip>
          <a:srcRect b="0" l="0" r="0" t="0"/>
          <a:stretch/>
        </p:blipFill>
        <p:spPr>
          <a:xfrm>
            <a:off x="4758044" y="2252730"/>
            <a:ext cx="2821781" cy="471488"/>
          </a:xfrm>
          <a:prstGeom prst="rect">
            <a:avLst/>
          </a:prstGeom>
          <a:noFill/>
          <a:ln>
            <a:noFill/>
          </a:ln>
        </p:spPr>
      </p:pic>
      <p:sp>
        <p:nvSpPr>
          <p:cNvPr id="3927" name="Google Shape;3927;p4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28" name="Google Shape;3928;p4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2" name="Shape 3932"/>
        <p:cNvGrpSpPr/>
        <p:nvPr/>
      </p:nvGrpSpPr>
      <p:grpSpPr>
        <a:xfrm>
          <a:off x="0" y="0"/>
          <a:ext cx="0" cy="0"/>
          <a:chOff x="0" y="0"/>
          <a:chExt cx="0" cy="0"/>
        </a:xfrm>
      </p:grpSpPr>
      <p:pic>
        <p:nvPicPr>
          <p:cNvPr id="3933" name="Google Shape;3933;p494"/>
          <p:cNvPicPr preferRelativeResize="0"/>
          <p:nvPr>
            <p:ph idx="1" type="body"/>
          </p:nvPr>
        </p:nvPicPr>
        <p:blipFill rotWithShape="1">
          <a:blip r:embed="rId3">
            <a:alphaModFix/>
          </a:blip>
          <a:srcRect b="0" l="0" r="0" t="0"/>
          <a:stretch/>
        </p:blipFill>
        <p:spPr>
          <a:xfrm>
            <a:off x="611560" y="476672"/>
            <a:ext cx="8136904" cy="5649491"/>
          </a:xfrm>
          <a:prstGeom prst="rect">
            <a:avLst/>
          </a:prstGeom>
          <a:noFill/>
          <a:ln>
            <a:noFill/>
          </a:ln>
        </p:spPr>
      </p:pic>
      <p:sp>
        <p:nvSpPr>
          <p:cNvPr id="3934" name="Google Shape;3934;p4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35" name="Google Shape;3935;p4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9" name="Shape 3939"/>
        <p:cNvGrpSpPr/>
        <p:nvPr/>
      </p:nvGrpSpPr>
      <p:grpSpPr>
        <a:xfrm>
          <a:off x="0" y="0"/>
          <a:ext cx="0" cy="0"/>
          <a:chOff x="0" y="0"/>
          <a:chExt cx="0" cy="0"/>
        </a:xfrm>
      </p:grpSpPr>
      <p:pic>
        <p:nvPicPr>
          <p:cNvPr id="3940" name="Google Shape;3940;p495"/>
          <p:cNvPicPr preferRelativeResize="0"/>
          <p:nvPr>
            <p:ph idx="1" type="body"/>
          </p:nvPr>
        </p:nvPicPr>
        <p:blipFill rotWithShape="1">
          <a:blip r:embed="rId3">
            <a:alphaModFix/>
          </a:blip>
          <a:srcRect b="0" l="0" r="0" t="0"/>
          <a:stretch/>
        </p:blipFill>
        <p:spPr>
          <a:xfrm>
            <a:off x="395536" y="620688"/>
            <a:ext cx="8424936" cy="4752528"/>
          </a:xfrm>
          <a:prstGeom prst="rect">
            <a:avLst/>
          </a:prstGeom>
          <a:noFill/>
          <a:ln>
            <a:noFill/>
          </a:ln>
        </p:spPr>
      </p:pic>
      <p:sp>
        <p:nvSpPr>
          <p:cNvPr id="3941" name="Google Shape;3941;p4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42" name="Google Shape;3942;p4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6" name="Shape 3946"/>
        <p:cNvGrpSpPr/>
        <p:nvPr/>
      </p:nvGrpSpPr>
      <p:grpSpPr>
        <a:xfrm>
          <a:off x="0" y="0"/>
          <a:ext cx="0" cy="0"/>
          <a:chOff x="0" y="0"/>
          <a:chExt cx="0" cy="0"/>
        </a:xfrm>
      </p:grpSpPr>
      <p:pic>
        <p:nvPicPr>
          <p:cNvPr id="3947" name="Google Shape;3947;p496"/>
          <p:cNvPicPr preferRelativeResize="0"/>
          <p:nvPr>
            <p:ph idx="1" type="body"/>
          </p:nvPr>
        </p:nvPicPr>
        <p:blipFill rotWithShape="1">
          <a:blip r:embed="rId3">
            <a:alphaModFix/>
          </a:blip>
          <a:srcRect b="0" l="0" r="0" t="0"/>
          <a:stretch/>
        </p:blipFill>
        <p:spPr>
          <a:xfrm>
            <a:off x="323528" y="404664"/>
            <a:ext cx="8568952" cy="4032448"/>
          </a:xfrm>
          <a:prstGeom prst="rect">
            <a:avLst/>
          </a:prstGeom>
          <a:noFill/>
          <a:ln>
            <a:noFill/>
          </a:ln>
        </p:spPr>
      </p:pic>
      <p:sp>
        <p:nvSpPr>
          <p:cNvPr id="3948" name="Google Shape;3948;p4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49" name="Google Shape;3949;p4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3" name="Shape 3953"/>
        <p:cNvGrpSpPr/>
        <p:nvPr/>
      </p:nvGrpSpPr>
      <p:grpSpPr>
        <a:xfrm>
          <a:off x="0" y="0"/>
          <a:ext cx="0" cy="0"/>
          <a:chOff x="0" y="0"/>
          <a:chExt cx="0" cy="0"/>
        </a:xfrm>
      </p:grpSpPr>
      <p:pic>
        <p:nvPicPr>
          <p:cNvPr id="3954" name="Google Shape;3954;p497"/>
          <p:cNvPicPr preferRelativeResize="0"/>
          <p:nvPr>
            <p:ph idx="1" type="body"/>
          </p:nvPr>
        </p:nvPicPr>
        <p:blipFill rotWithShape="1">
          <a:blip r:embed="rId3">
            <a:alphaModFix/>
          </a:blip>
          <a:srcRect b="0" l="0" r="0" t="0"/>
          <a:stretch/>
        </p:blipFill>
        <p:spPr>
          <a:xfrm>
            <a:off x="395536" y="404664"/>
            <a:ext cx="8136904" cy="3240360"/>
          </a:xfrm>
          <a:prstGeom prst="rect">
            <a:avLst/>
          </a:prstGeom>
          <a:noFill/>
          <a:ln>
            <a:noFill/>
          </a:ln>
        </p:spPr>
      </p:pic>
      <p:sp>
        <p:nvSpPr>
          <p:cNvPr id="3955" name="Google Shape;3955;p4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56" name="Google Shape;3956;p4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0" name="Shape 3960"/>
        <p:cNvGrpSpPr/>
        <p:nvPr/>
      </p:nvGrpSpPr>
      <p:grpSpPr>
        <a:xfrm>
          <a:off x="0" y="0"/>
          <a:ext cx="0" cy="0"/>
          <a:chOff x="0" y="0"/>
          <a:chExt cx="0" cy="0"/>
        </a:xfrm>
      </p:grpSpPr>
      <p:pic>
        <p:nvPicPr>
          <p:cNvPr id="3961" name="Google Shape;3961;p498"/>
          <p:cNvPicPr preferRelativeResize="0"/>
          <p:nvPr>
            <p:ph idx="1" type="body"/>
          </p:nvPr>
        </p:nvPicPr>
        <p:blipFill rotWithShape="1">
          <a:blip r:embed="rId3">
            <a:alphaModFix/>
          </a:blip>
          <a:srcRect b="0" l="0" r="0" t="0"/>
          <a:stretch/>
        </p:blipFill>
        <p:spPr>
          <a:xfrm>
            <a:off x="467544" y="332656"/>
            <a:ext cx="8208912" cy="5793507"/>
          </a:xfrm>
          <a:prstGeom prst="rect">
            <a:avLst/>
          </a:prstGeom>
          <a:noFill/>
          <a:ln>
            <a:noFill/>
          </a:ln>
        </p:spPr>
      </p:pic>
      <p:sp>
        <p:nvSpPr>
          <p:cNvPr id="3962" name="Google Shape;3962;p4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63" name="Google Shape;3963;p4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7" name="Shape 3967"/>
        <p:cNvGrpSpPr/>
        <p:nvPr/>
      </p:nvGrpSpPr>
      <p:grpSpPr>
        <a:xfrm>
          <a:off x="0" y="0"/>
          <a:ext cx="0" cy="0"/>
          <a:chOff x="0" y="0"/>
          <a:chExt cx="0" cy="0"/>
        </a:xfrm>
      </p:grpSpPr>
      <p:pic>
        <p:nvPicPr>
          <p:cNvPr id="3968" name="Google Shape;3968;p499"/>
          <p:cNvPicPr preferRelativeResize="0"/>
          <p:nvPr>
            <p:ph idx="1" type="body"/>
          </p:nvPr>
        </p:nvPicPr>
        <p:blipFill rotWithShape="1">
          <a:blip r:embed="rId3">
            <a:alphaModFix/>
          </a:blip>
          <a:srcRect b="0" l="0" r="0" t="0"/>
          <a:stretch/>
        </p:blipFill>
        <p:spPr>
          <a:xfrm>
            <a:off x="251520" y="476672"/>
            <a:ext cx="8496944" cy="5832648"/>
          </a:xfrm>
          <a:prstGeom prst="rect">
            <a:avLst/>
          </a:prstGeom>
          <a:noFill/>
          <a:ln>
            <a:noFill/>
          </a:ln>
        </p:spPr>
      </p:pic>
      <p:sp>
        <p:nvSpPr>
          <p:cNvPr id="3969" name="Google Shape;3969;p4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70" name="Google Shape;3970;p4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4" name="Shape 3974"/>
        <p:cNvGrpSpPr/>
        <p:nvPr/>
      </p:nvGrpSpPr>
      <p:grpSpPr>
        <a:xfrm>
          <a:off x="0" y="0"/>
          <a:ext cx="0" cy="0"/>
          <a:chOff x="0" y="0"/>
          <a:chExt cx="0" cy="0"/>
        </a:xfrm>
      </p:grpSpPr>
      <p:pic>
        <p:nvPicPr>
          <p:cNvPr id="3975" name="Google Shape;3975;p500"/>
          <p:cNvPicPr preferRelativeResize="0"/>
          <p:nvPr>
            <p:ph idx="1" type="body"/>
          </p:nvPr>
        </p:nvPicPr>
        <p:blipFill rotWithShape="1">
          <a:blip r:embed="rId3">
            <a:alphaModFix/>
          </a:blip>
          <a:srcRect b="0" l="0" r="0" t="0"/>
          <a:stretch/>
        </p:blipFill>
        <p:spPr>
          <a:xfrm>
            <a:off x="755576" y="548680"/>
            <a:ext cx="7848872" cy="3240360"/>
          </a:xfrm>
          <a:prstGeom prst="rect">
            <a:avLst/>
          </a:prstGeom>
          <a:noFill/>
          <a:ln>
            <a:noFill/>
          </a:ln>
        </p:spPr>
      </p:pic>
      <p:sp>
        <p:nvSpPr>
          <p:cNvPr id="3976" name="Google Shape;3976;p5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77" name="Google Shape;3977;p5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1" name="Shape 3981"/>
        <p:cNvGrpSpPr/>
        <p:nvPr/>
      </p:nvGrpSpPr>
      <p:grpSpPr>
        <a:xfrm>
          <a:off x="0" y="0"/>
          <a:ext cx="0" cy="0"/>
          <a:chOff x="0" y="0"/>
          <a:chExt cx="0" cy="0"/>
        </a:xfrm>
      </p:grpSpPr>
      <p:pic>
        <p:nvPicPr>
          <p:cNvPr id="3982" name="Google Shape;3982;p501"/>
          <p:cNvPicPr preferRelativeResize="0"/>
          <p:nvPr>
            <p:ph idx="1" type="body"/>
          </p:nvPr>
        </p:nvPicPr>
        <p:blipFill rotWithShape="1">
          <a:blip r:embed="rId3">
            <a:alphaModFix/>
          </a:blip>
          <a:srcRect b="0" l="0" r="0" t="0"/>
          <a:stretch/>
        </p:blipFill>
        <p:spPr>
          <a:xfrm>
            <a:off x="251520" y="476672"/>
            <a:ext cx="8424936" cy="5904656"/>
          </a:xfrm>
          <a:prstGeom prst="rect">
            <a:avLst/>
          </a:prstGeom>
          <a:noFill/>
          <a:ln>
            <a:noFill/>
          </a:ln>
        </p:spPr>
      </p:pic>
      <p:sp>
        <p:nvSpPr>
          <p:cNvPr id="3983" name="Google Shape;3983;p5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84" name="Google Shape;3984;p5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8" name="Shape 3988"/>
        <p:cNvGrpSpPr/>
        <p:nvPr/>
      </p:nvGrpSpPr>
      <p:grpSpPr>
        <a:xfrm>
          <a:off x="0" y="0"/>
          <a:ext cx="0" cy="0"/>
          <a:chOff x="0" y="0"/>
          <a:chExt cx="0" cy="0"/>
        </a:xfrm>
      </p:grpSpPr>
      <p:pic>
        <p:nvPicPr>
          <p:cNvPr id="3989" name="Google Shape;3989;p502"/>
          <p:cNvPicPr preferRelativeResize="0"/>
          <p:nvPr>
            <p:ph idx="1" type="body"/>
          </p:nvPr>
        </p:nvPicPr>
        <p:blipFill rotWithShape="1">
          <a:blip r:embed="rId3">
            <a:alphaModFix/>
          </a:blip>
          <a:srcRect b="0" l="0" r="0" t="0"/>
          <a:stretch/>
        </p:blipFill>
        <p:spPr>
          <a:xfrm>
            <a:off x="395536" y="476672"/>
            <a:ext cx="8496944" cy="5976664"/>
          </a:xfrm>
          <a:prstGeom prst="rect">
            <a:avLst/>
          </a:prstGeom>
          <a:noFill/>
          <a:ln>
            <a:noFill/>
          </a:ln>
        </p:spPr>
      </p:pic>
      <p:sp>
        <p:nvSpPr>
          <p:cNvPr id="3990" name="Google Shape;3990;p5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91" name="Google Shape;3991;p5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5" name="Shape 3995"/>
        <p:cNvGrpSpPr/>
        <p:nvPr/>
      </p:nvGrpSpPr>
      <p:grpSpPr>
        <a:xfrm>
          <a:off x="0" y="0"/>
          <a:ext cx="0" cy="0"/>
          <a:chOff x="0" y="0"/>
          <a:chExt cx="0" cy="0"/>
        </a:xfrm>
      </p:grpSpPr>
      <p:sp>
        <p:nvSpPr>
          <p:cNvPr id="3996" name="Google Shape;3996;p50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Ensamblador y C</a:t>
            </a:r>
            <a:endParaRPr/>
          </a:p>
        </p:txBody>
      </p:sp>
      <p:sp>
        <p:nvSpPr>
          <p:cNvPr id="3997" name="Google Shape;3997;p50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t/>
            </a:r>
            <a:endParaRPr/>
          </a:p>
        </p:txBody>
      </p:sp>
      <p:sp>
        <p:nvSpPr>
          <p:cNvPr id="3998" name="Google Shape;3998;p5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3999" name="Google Shape;3999;p5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3" name="Shape 4003"/>
        <p:cNvGrpSpPr/>
        <p:nvPr/>
      </p:nvGrpSpPr>
      <p:grpSpPr>
        <a:xfrm>
          <a:off x="0" y="0"/>
          <a:ext cx="0" cy="0"/>
          <a:chOff x="0" y="0"/>
          <a:chExt cx="0" cy="0"/>
        </a:xfrm>
      </p:grpSpPr>
      <p:sp>
        <p:nvSpPr>
          <p:cNvPr id="4004" name="Google Shape;4004;p5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Calibri"/>
              <a:buNone/>
            </a:pPr>
            <a:r>
              <a:rPr lang="es-MX" sz="3600"/>
              <a:t>Lenguaje ensamblador con el lenguaje C (1)</a:t>
            </a:r>
            <a:endParaRPr sz="3600"/>
          </a:p>
        </p:txBody>
      </p:sp>
      <p:sp>
        <p:nvSpPr>
          <p:cNvPr id="4005" name="Google Shape;4005;p50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lnSpc>
                <a:spcPct val="100000"/>
              </a:lnSpc>
              <a:spcBef>
                <a:spcPts val="0"/>
              </a:spcBef>
              <a:spcAft>
                <a:spcPts val="0"/>
              </a:spcAft>
              <a:buClr>
                <a:schemeClr val="dk1"/>
              </a:buClr>
              <a:buSzPct val="100000"/>
              <a:buChar char="•"/>
            </a:pPr>
            <a:r>
              <a:rPr lang="es-MX"/>
              <a:t>Combinar el lenguaje ensamblador con el lenguaje C puede ser beneficioso por varias razones:</a:t>
            </a:r>
            <a:endParaRPr/>
          </a:p>
          <a:p>
            <a:pPr indent="-285750" lvl="1" marL="742950" rtl="0" algn="l">
              <a:lnSpc>
                <a:spcPct val="100000"/>
              </a:lnSpc>
              <a:spcBef>
                <a:spcPts val="350"/>
              </a:spcBef>
              <a:spcAft>
                <a:spcPts val="0"/>
              </a:spcAft>
              <a:buClr>
                <a:schemeClr val="dk1"/>
              </a:buClr>
              <a:buSzPct val="100000"/>
              <a:buChar char="–"/>
            </a:pPr>
            <a:r>
              <a:rPr b="1" lang="es-MX"/>
              <a:t>Optimización de código:</a:t>
            </a:r>
            <a:r>
              <a:rPr lang="es-MX"/>
              <a:t> </a:t>
            </a:r>
            <a:endParaRPr/>
          </a:p>
          <a:p>
            <a:pPr indent="-228600" lvl="2" marL="1143000" rtl="0" algn="l">
              <a:lnSpc>
                <a:spcPct val="100000"/>
              </a:lnSpc>
              <a:spcBef>
                <a:spcPts val="300"/>
              </a:spcBef>
              <a:spcAft>
                <a:spcPts val="0"/>
              </a:spcAft>
              <a:buClr>
                <a:schemeClr val="dk1"/>
              </a:buClr>
              <a:buSzPct val="100000"/>
              <a:buChar char="•"/>
            </a:pPr>
            <a:r>
              <a:rPr lang="es-MX"/>
              <a:t>El lenguaje ensamblador permite optimizar secciones críticas del código C, ya que proporciona un control más directo sobre el hardware. Integrar código ensamblador en funciones clave puede mejorar significativamente el rendimiento de la aplicación en C.</a:t>
            </a:r>
            <a:endParaRPr/>
          </a:p>
          <a:p>
            <a:pPr indent="-133350" lvl="2" marL="1143000" rtl="0" algn="l">
              <a:lnSpc>
                <a:spcPct val="100000"/>
              </a:lnSpc>
              <a:spcBef>
                <a:spcPts val="300"/>
              </a:spcBef>
              <a:spcAft>
                <a:spcPts val="0"/>
              </a:spcAft>
              <a:buClr>
                <a:schemeClr val="dk1"/>
              </a:buClr>
              <a:buSzPct val="100000"/>
              <a:buNone/>
            </a:pPr>
            <a:r>
              <a:t/>
            </a:r>
            <a:endParaRPr/>
          </a:p>
          <a:p>
            <a:pPr indent="-285750" lvl="1" marL="742950" rtl="0" algn="l">
              <a:lnSpc>
                <a:spcPct val="100000"/>
              </a:lnSpc>
              <a:spcBef>
                <a:spcPts val="350"/>
              </a:spcBef>
              <a:spcAft>
                <a:spcPts val="0"/>
              </a:spcAft>
              <a:buClr>
                <a:schemeClr val="dk1"/>
              </a:buClr>
              <a:buSzPct val="100000"/>
              <a:buChar char="–"/>
            </a:pPr>
            <a:r>
              <a:rPr b="1" lang="es-MX"/>
              <a:t>Acceso directo al hardware:</a:t>
            </a:r>
            <a:r>
              <a:rPr lang="es-MX"/>
              <a:t> </a:t>
            </a:r>
            <a:endParaRPr/>
          </a:p>
          <a:p>
            <a:pPr indent="-228600" lvl="2" marL="1143000" rtl="0" algn="l">
              <a:lnSpc>
                <a:spcPct val="100000"/>
              </a:lnSpc>
              <a:spcBef>
                <a:spcPts val="300"/>
              </a:spcBef>
              <a:spcAft>
                <a:spcPts val="0"/>
              </a:spcAft>
              <a:buClr>
                <a:schemeClr val="dk1"/>
              </a:buClr>
              <a:buSzPct val="100000"/>
              <a:buChar char="•"/>
            </a:pPr>
            <a:r>
              <a:rPr lang="es-MX"/>
              <a:t>Mientras que C es un lenguaje de alto nivel y portable, el ensamblador proporciona un nivel más bajo de abstracción, lo que permite un acceso más directo al hardware. Combinar ambos lenguajes es útil para tareas que requieren interacción directa con dispositivos de hardware específicos.</a:t>
            </a:r>
            <a:endParaRPr/>
          </a:p>
          <a:p>
            <a:pPr indent="-133350" lvl="2" marL="1143000" rtl="0" algn="l">
              <a:lnSpc>
                <a:spcPct val="100000"/>
              </a:lnSpc>
              <a:spcBef>
                <a:spcPts val="300"/>
              </a:spcBef>
              <a:spcAft>
                <a:spcPts val="0"/>
              </a:spcAft>
              <a:buClr>
                <a:schemeClr val="dk1"/>
              </a:buClr>
              <a:buSzPct val="100000"/>
              <a:buNone/>
            </a:pPr>
            <a:r>
              <a:t/>
            </a:r>
            <a:endParaRPr/>
          </a:p>
          <a:p>
            <a:pPr indent="-285750" lvl="1" marL="742950" rtl="0" algn="l">
              <a:lnSpc>
                <a:spcPct val="100000"/>
              </a:lnSpc>
              <a:spcBef>
                <a:spcPts val="350"/>
              </a:spcBef>
              <a:spcAft>
                <a:spcPts val="0"/>
              </a:spcAft>
              <a:buClr>
                <a:schemeClr val="dk1"/>
              </a:buClr>
              <a:buSzPct val="100000"/>
              <a:buChar char="–"/>
            </a:pPr>
            <a:r>
              <a:rPr b="1" lang="es-MX"/>
              <a:t>Comprensión del funcionamiento interno:</a:t>
            </a:r>
            <a:r>
              <a:rPr lang="es-MX"/>
              <a:t> </a:t>
            </a:r>
            <a:endParaRPr/>
          </a:p>
          <a:p>
            <a:pPr indent="-228600" lvl="2" marL="1143000" rtl="0" algn="l">
              <a:lnSpc>
                <a:spcPct val="100000"/>
              </a:lnSpc>
              <a:spcBef>
                <a:spcPts val="300"/>
              </a:spcBef>
              <a:spcAft>
                <a:spcPts val="0"/>
              </a:spcAft>
              <a:buClr>
                <a:schemeClr val="dk1"/>
              </a:buClr>
              <a:buSzPct val="100000"/>
              <a:buChar char="•"/>
            </a:pPr>
            <a:r>
              <a:rPr lang="es-MX"/>
              <a:t>La combinación de ensamblador con C ayuda a comprender mejor cómo funcionan los programas a nivel de máquina. Esto es útil para depurar problemas complejos, entender mejor el funcionamiento de las estructuras de datos y optimizar algoritmos.</a:t>
            </a:r>
            <a:endParaRPr/>
          </a:p>
          <a:p>
            <a:pPr indent="-174625" lvl="1" marL="742950" rtl="0" algn="l">
              <a:lnSpc>
                <a:spcPct val="100000"/>
              </a:lnSpc>
              <a:spcBef>
                <a:spcPts val="350"/>
              </a:spcBef>
              <a:spcAft>
                <a:spcPts val="0"/>
              </a:spcAft>
              <a:buClr>
                <a:schemeClr val="dk1"/>
              </a:buClr>
              <a:buSzPct val="100000"/>
              <a:buNone/>
            </a:pPr>
            <a:r>
              <a:t/>
            </a:r>
            <a:endParaRPr/>
          </a:p>
        </p:txBody>
      </p:sp>
      <p:sp>
        <p:nvSpPr>
          <p:cNvPr id="4006" name="Google Shape;4006;p50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07" name="Google Shape;4007;p5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1" name="Shape 4011"/>
        <p:cNvGrpSpPr/>
        <p:nvPr/>
      </p:nvGrpSpPr>
      <p:grpSpPr>
        <a:xfrm>
          <a:off x="0" y="0"/>
          <a:ext cx="0" cy="0"/>
          <a:chOff x="0" y="0"/>
          <a:chExt cx="0" cy="0"/>
        </a:xfrm>
      </p:grpSpPr>
      <p:sp>
        <p:nvSpPr>
          <p:cNvPr id="4012" name="Google Shape;4012;p50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Calibri"/>
              <a:buNone/>
            </a:pPr>
            <a:r>
              <a:rPr lang="es-MX" sz="3600"/>
              <a:t>Lenguaje ensamblador con el lenguaje C (2)</a:t>
            </a:r>
            <a:endParaRPr sz="3600"/>
          </a:p>
        </p:txBody>
      </p:sp>
      <p:sp>
        <p:nvSpPr>
          <p:cNvPr id="4013" name="Google Shape;4013;p50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just">
              <a:lnSpc>
                <a:spcPct val="100000"/>
              </a:lnSpc>
              <a:spcBef>
                <a:spcPts val="0"/>
              </a:spcBef>
              <a:spcAft>
                <a:spcPts val="0"/>
              </a:spcAft>
              <a:buClr>
                <a:schemeClr val="dk1"/>
              </a:buClr>
              <a:buSzPct val="100000"/>
              <a:buChar char="•"/>
            </a:pPr>
            <a:r>
              <a:rPr lang="es-MX"/>
              <a:t>Combinar el lenguaje ensamblador con el lenguaje C puede ser beneficioso por varias razones:</a:t>
            </a:r>
            <a:endParaRPr/>
          </a:p>
          <a:p>
            <a:pPr indent="-285750" lvl="1" marL="742950" rtl="0" algn="just">
              <a:lnSpc>
                <a:spcPct val="100000"/>
              </a:lnSpc>
              <a:spcBef>
                <a:spcPts val="476"/>
              </a:spcBef>
              <a:spcAft>
                <a:spcPts val="0"/>
              </a:spcAft>
              <a:buClr>
                <a:schemeClr val="dk1"/>
              </a:buClr>
              <a:buSzPct val="100000"/>
              <a:buChar char="–"/>
            </a:pPr>
            <a:r>
              <a:rPr b="1" lang="es-MX"/>
              <a:t>Desarrollo de sistemas embebidos:</a:t>
            </a:r>
            <a:endParaRPr/>
          </a:p>
          <a:p>
            <a:pPr indent="-228600" lvl="2" marL="1143000" rtl="0" algn="just">
              <a:lnSpc>
                <a:spcPct val="100000"/>
              </a:lnSpc>
              <a:spcBef>
                <a:spcPts val="408"/>
              </a:spcBef>
              <a:spcAft>
                <a:spcPts val="0"/>
              </a:spcAft>
              <a:buClr>
                <a:schemeClr val="dk1"/>
              </a:buClr>
              <a:buSzPct val="100000"/>
              <a:buChar char="•"/>
            </a:pPr>
            <a:r>
              <a:rPr lang="es-MX"/>
              <a:t>En entornos donde se utilizan sistemas embebidos, el lenguaje ensamblador es valioso para el control preciso del hardware. Al combinarlo con C, se logra un equilibrio entre la portabilidad del código y el control específico del hardware.</a:t>
            </a:r>
            <a:endParaRPr/>
          </a:p>
          <a:p>
            <a:pPr indent="-99060" lvl="2" marL="1143000" rtl="0" algn="just">
              <a:lnSpc>
                <a:spcPct val="100000"/>
              </a:lnSpc>
              <a:spcBef>
                <a:spcPts val="408"/>
              </a:spcBef>
              <a:spcAft>
                <a:spcPts val="0"/>
              </a:spcAft>
              <a:buClr>
                <a:schemeClr val="dk1"/>
              </a:buClr>
              <a:buSzPct val="100000"/>
              <a:buNone/>
            </a:pPr>
            <a:r>
              <a:t/>
            </a:r>
            <a:endParaRPr/>
          </a:p>
          <a:p>
            <a:pPr indent="-285750" lvl="1" marL="742950" rtl="0" algn="just">
              <a:lnSpc>
                <a:spcPct val="100000"/>
              </a:lnSpc>
              <a:spcBef>
                <a:spcPts val="476"/>
              </a:spcBef>
              <a:spcAft>
                <a:spcPts val="0"/>
              </a:spcAft>
              <a:buClr>
                <a:schemeClr val="dk1"/>
              </a:buClr>
              <a:buSzPct val="100000"/>
              <a:buChar char="–"/>
            </a:pPr>
            <a:r>
              <a:rPr b="1" lang="es-MX"/>
              <a:t>Aprovechamiento de las fortalezas de cada lenguaje:</a:t>
            </a:r>
            <a:r>
              <a:rPr lang="es-MX"/>
              <a:t> </a:t>
            </a:r>
            <a:endParaRPr/>
          </a:p>
          <a:p>
            <a:pPr indent="-228600" lvl="2" marL="1143000" rtl="0" algn="just">
              <a:lnSpc>
                <a:spcPct val="100000"/>
              </a:lnSpc>
              <a:spcBef>
                <a:spcPts val="408"/>
              </a:spcBef>
              <a:spcAft>
                <a:spcPts val="0"/>
              </a:spcAft>
              <a:buClr>
                <a:schemeClr val="dk1"/>
              </a:buClr>
              <a:buSzPct val="100000"/>
              <a:buChar char="•"/>
            </a:pPr>
            <a:r>
              <a:rPr lang="es-MX"/>
              <a:t>C es conocido por su portabilidad y facilidad de uso, mientras que el ensamblador ofrece un control detallado del hardware. Al combinar ambos, se aprovechan las fortalezas de cada uno para desarrollar aplicaciones eficientes y potentes.</a:t>
            </a:r>
            <a:endParaRPr/>
          </a:p>
          <a:p>
            <a:pPr indent="-134619" lvl="1" marL="742950" rtl="0" algn="l">
              <a:lnSpc>
                <a:spcPct val="100000"/>
              </a:lnSpc>
              <a:spcBef>
                <a:spcPts val="476"/>
              </a:spcBef>
              <a:spcAft>
                <a:spcPts val="0"/>
              </a:spcAft>
              <a:buClr>
                <a:schemeClr val="dk1"/>
              </a:buClr>
              <a:buSzPct val="100000"/>
              <a:buNone/>
            </a:pPr>
            <a:r>
              <a:t/>
            </a:r>
            <a:endParaRPr/>
          </a:p>
        </p:txBody>
      </p:sp>
      <p:sp>
        <p:nvSpPr>
          <p:cNvPr id="4014" name="Google Shape;4014;p5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15" name="Google Shape;4015;p5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9" name="Shape 4019"/>
        <p:cNvGrpSpPr/>
        <p:nvPr/>
      </p:nvGrpSpPr>
      <p:grpSpPr>
        <a:xfrm>
          <a:off x="0" y="0"/>
          <a:ext cx="0" cy="0"/>
          <a:chOff x="0" y="0"/>
          <a:chExt cx="0" cy="0"/>
        </a:xfrm>
      </p:grpSpPr>
      <p:sp>
        <p:nvSpPr>
          <p:cNvPr id="4020" name="Google Shape;4020;p506"/>
          <p:cNvSpPr txBox="1"/>
          <p:nvPr>
            <p:ph idx="1" type="body"/>
          </p:nvPr>
        </p:nvSpPr>
        <p:spPr>
          <a:xfrm>
            <a:off x="457200" y="476672"/>
            <a:ext cx="8229600" cy="2692895"/>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0"/>
              </a:spcBef>
              <a:spcAft>
                <a:spcPts val="0"/>
              </a:spcAft>
              <a:buClr>
                <a:schemeClr val="dk1"/>
              </a:buClr>
              <a:buSzPct val="100000"/>
              <a:buNone/>
            </a:pPr>
            <a:r>
              <a:rPr lang="es-MX" sz="2200"/>
              <a:t>int suma(int $a, int $b) {</a:t>
            </a:r>
            <a:endParaRPr sz="2200"/>
          </a:p>
          <a:p>
            <a:pPr indent="0" lvl="0" marL="0" rtl="0" algn="l">
              <a:lnSpc>
                <a:spcPct val="100000"/>
              </a:lnSpc>
              <a:spcBef>
                <a:spcPts val="242"/>
              </a:spcBef>
              <a:spcAft>
                <a:spcPts val="0"/>
              </a:spcAft>
              <a:buClr>
                <a:schemeClr val="dk1"/>
              </a:buClr>
              <a:buSzPct val="100000"/>
              <a:buNone/>
            </a:pPr>
            <a:r>
              <a:rPr lang="es-MX" sz="2200"/>
              <a:t>    int $result; 		</a:t>
            </a:r>
            <a:r>
              <a:rPr b="1" lang="es-MX" sz="2200"/>
              <a:t>// Se declara una variable local $result donde se almacenará el resultado de la suma.</a:t>
            </a:r>
            <a:endParaRPr/>
          </a:p>
          <a:p>
            <a:pPr indent="0" lvl="0" marL="0" rtl="0" algn="l">
              <a:lnSpc>
                <a:spcPct val="100000"/>
              </a:lnSpc>
              <a:spcBef>
                <a:spcPts val="242"/>
              </a:spcBef>
              <a:spcAft>
                <a:spcPts val="0"/>
              </a:spcAft>
              <a:buClr>
                <a:schemeClr val="dk1"/>
              </a:buClr>
              <a:buSzPct val="100000"/>
              <a:buNone/>
            </a:pPr>
            <a:r>
              <a:rPr lang="es-MX" sz="2200"/>
              <a:t>    __asm__ __volatile__(</a:t>
            </a:r>
            <a:endParaRPr/>
          </a:p>
          <a:p>
            <a:pPr indent="0" lvl="0" marL="0" rtl="0" algn="l">
              <a:lnSpc>
                <a:spcPct val="100000"/>
              </a:lnSpc>
              <a:spcBef>
                <a:spcPts val="242"/>
              </a:spcBef>
              <a:spcAft>
                <a:spcPts val="0"/>
              </a:spcAft>
              <a:buClr>
                <a:schemeClr val="dk1"/>
              </a:buClr>
              <a:buSzPct val="100000"/>
              <a:buNone/>
            </a:pPr>
            <a:r>
              <a:rPr lang="es-MX" sz="2200"/>
              <a:t>        "movl %1, %%eax;“	</a:t>
            </a:r>
            <a:r>
              <a:rPr b="1" lang="es-MX" sz="2200"/>
              <a:t>// Mueve el valor de la variable $a al registro %eax.</a:t>
            </a:r>
            <a:endParaRPr/>
          </a:p>
          <a:p>
            <a:pPr indent="0" lvl="0" marL="0" rtl="0" algn="l">
              <a:lnSpc>
                <a:spcPct val="100000"/>
              </a:lnSpc>
              <a:spcBef>
                <a:spcPts val="242"/>
              </a:spcBef>
              <a:spcAft>
                <a:spcPts val="0"/>
              </a:spcAft>
              <a:buClr>
                <a:schemeClr val="dk1"/>
              </a:buClr>
              <a:buSzPct val="100000"/>
              <a:buNone/>
            </a:pPr>
            <a:r>
              <a:rPr lang="es-MX" sz="2200"/>
              <a:t>        "movl %2, %%ebx;" 	</a:t>
            </a:r>
            <a:r>
              <a:rPr b="1" lang="es-MX" sz="2200"/>
              <a:t>// Mueve el valor de la variable $b al registro %ebx.</a:t>
            </a:r>
            <a:endParaRPr/>
          </a:p>
          <a:p>
            <a:pPr indent="0" lvl="0" marL="0" rtl="0" algn="l">
              <a:lnSpc>
                <a:spcPct val="100000"/>
              </a:lnSpc>
              <a:spcBef>
                <a:spcPts val="242"/>
              </a:spcBef>
              <a:spcAft>
                <a:spcPts val="0"/>
              </a:spcAft>
              <a:buClr>
                <a:schemeClr val="dk1"/>
              </a:buClr>
              <a:buSzPct val="100000"/>
              <a:buNone/>
            </a:pPr>
            <a:r>
              <a:rPr lang="es-MX" sz="2200"/>
              <a:t>        "addl %%ebx,%%eax;“	</a:t>
            </a:r>
            <a:r>
              <a:rPr b="1" lang="es-MX" sz="2200"/>
              <a:t>// Suma el contenido de %ebx al contenido de %eax y almacena el resultado en %eax</a:t>
            </a:r>
            <a:r>
              <a:rPr lang="es-MX" sz="2200"/>
              <a:t>.</a:t>
            </a:r>
            <a:endParaRPr/>
          </a:p>
          <a:p>
            <a:pPr indent="0" lvl="0" marL="0" rtl="0" algn="l">
              <a:lnSpc>
                <a:spcPct val="100000"/>
              </a:lnSpc>
              <a:spcBef>
                <a:spcPts val="242"/>
              </a:spcBef>
              <a:spcAft>
                <a:spcPts val="0"/>
              </a:spcAft>
              <a:buClr>
                <a:schemeClr val="dk1"/>
              </a:buClr>
              <a:buSzPct val="100000"/>
              <a:buNone/>
            </a:pPr>
            <a:r>
              <a:rPr lang="es-MX" sz="2200"/>
              <a:t>        "movl %%eax, %0;“	</a:t>
            </a:r>
            <a:r>
              <a:rPr b="1" lang="es-MX" sz="2200"/>
              <a:t>// Mueve el contenido de %eax a la variable $result.</a:t>
            </a:r>
            <a:endParaRPr/>
          </a:p>
          <a:p>
            <a:pPr indent="0" lvl="0" marL="0" rtl="0" algn="l">
              <a:lnSpc>
                <a:spcPct val="100000"/>
              </a:lnSpc>
              <a:spcBef>
                <a:spcPts val="242"/>
              </a:spcBef>
              <a:spcAft>
                <a:spcPts val="0"/>
              </a:spcAft>
              <a:buClr>
                <a:schemeClr val="dk1"/>
              </a:buClr>
              <a:buSzPct val="100000"/>
              <a:buNone/>
            </a:pPr>
            <a:r>
              <a:rPr lang="es-MX" sz="2200"/>
              <a:t>        : "=g"($result) 	</a:t>
            </a:r>
            <a:r>
              <a:rPr b="1" lang="es-MX" sz="2200"/>
              <a:t>// "=g" indica que $result es una salida (output) y se referencia en %0.</a:t>
            </a:r>
            <a:endParaRPr/>
          </a:p>
          <a:p>
            <a:pPr indent="0" lvl="0" marL="0" rtl="0" algn="l">
              <a:lnSpc>
                <a:spcPct val="100000"/>
              </a:lnSpc>
              <a:spcBef>
                <a:spcPts val="242"/>
              </a:spcBef>
              <a:spcAft>
                <a:spcPts val="0"/>
              </a:spcAft>
              <a:buClr>
                <a:schemeClr val="dk1"/>
              </a:buClr>
              <a:buSzPct val="100000"/>
              <a:buNone/>
            </a:pPr>
            <a:r>
              <a:rPr lang="es-MX" sz="2200"/>
              <a:t>        : "g"($a), "g"($b) 	</a:t>
            </a:r>
            <a:r>
              <a:rPr b="1" lang="es-MX" sz="2200"/>
              <a:t>// "g" indica que $a y $b son entradas (inputs) y se referencian en %1 y %2 respectivamente.</a:t>
            </a:r>
            <a:endParaRPr/>
          </a:p>
          <a:p>
            <a:pPr indent="0" lvl="0" marL="0" rtl="0" algn="l">
              <a:lnSpc>
                <a:spcPct val="100000"/>
              </a:lnSpc>
              <a:spcBef>
                <a:spcPts val="242"/>
              </a:spcBef>
              <a:spcAft>
                <a:spcPts val="0"/>
              </a:spcAft>
              <a:buClr>
                <a:schemeClr val="dk1"/>
              </a:buClr>
              <a:buSzPct val="100000"/>
              <a:buNone/>
            </a:pPr>
            <a:r>
              <a:rPr lang="es-MX" sz="2200"/>
              <a:t>    );</a:t>
            </a:r>
            <a:endParaRPr/>
          </a:p>
          <a:p>
            <a:pPr indent="0" lvl="0" marL="0" rtl="0" algn="l">
              <a:lnSpc>
                <a:spcPct val="100000"/>
              </a:lnSpc>
              <a:spcBef>
                <a:spcPts val="242"/>
              </a:spcBef>
              <a:spcAft>
                <a:spcPts val="0"/>
              </a:spcAft>
              <a:buClr>
                <a:schemeClr val="dk1"/>
              </a:buClr>
              <a:buSzPct val="100000"/>
              <a:buNone/>
            </a:pPr>
            <a:r>
              <a:t/>
            </a:r>
            <a:endParaRPr sz="2200"/>
          </a:p>
          <a:p>
            <a:pPr indent="0" lvl="0" marL="0" rtl="0" algn="l">
              <a:lnSpc>
                <a:spcPct val="100000"/>
              </a:lnSpc>
              <a:spcBef>
                <a:spcPts val="242"/>
              </a:spcBef>
              <a:spcAft>
                <a:spcPts val="0"/>
              </a:spcAft>
              <a:buClr>
                <a:schemeClr val="dk1"/>
              </a:buClr>
              <a:buSzPct val="100000"/>
              <a:buNone/>
            </a:pPr>
            <a:r>
              <a:rPr lang="es-MX" sz="2200"/>
              <a:t>    return $result; </a:t>
            </a:r>
            <a:r>
              <a:rPr b="1" lang="es-MX" sz="2200"/>
              <a:t>// Retorna el resultado de la suma almacenado en $result.</a:t>
            </a:r>
            <a:endParaRPr/>
          </a:p>
          <a:p>
            <a:pPr indent="0" lvl="0" marL="0" rtl="0" algn="l">
              <a:lnSpc>
                <a:spcPct val="100000"/>
              </a:lnSpc>
              <a:spcBef>
                <a:spcPts val="242"/>
              </a:spcBef>
              <a:spcAft>
                <a:spcPts val="0"/>
              </a:spcAft>
              <a:buClr>
                <a:schemeClr val="dk1"/>
              </a:buClr>
              <a:buSzPct val="100000"/>
              <a:buNone/>
            </a:pPr>
            <a:r>
              <a:rPr lang="es-MX" sz="2200"/>
              <a:t>}</a:t>
            </a:r>
            <a:endParaRPr/>
          </a:p>
          <a:p>
            <a:pPr indent="-231140" lvl="0" marL="342900" rtl="0" algn="l">
              <a:lnSpc>
                <a:spcPct val="100000"/>
              </a:lnSpc>
              <a:spcBef>
                <a:spcPts val="352"/>
              </a:spcBef>
              <a:spcAft>
                <a:spcPts val="0"/>
              </a:spcAft>
              <a:buClr>
                <a:schemeClr val="dk1"/>
              </a:buClr>
              <a:buSzPct val="100000"/>
              <a:buNone/>
            </a:pPr>
            <a:r>
              <a:t/>
            </a:r>
            <a:endParaRPr/>
          </a:p>
        </p:txBody>
      </p:sp>
      <p:sp>
        <p:nvSpPr>
          <p:cNvPr id="4021" name="Google Shape;4021;p5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22" name="Google Shape;4022;p5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pic>
        <p:nvPicPr>
          <p:cNvPr id="4023" name="Google Shape;4023;p506"/>
          <p:cNvPicPr preferRelativeResize="0"/>
          <p:nvPr/>
        </p:nvPicPr>
        <p:blipFill rotWithShape="1">
          <a:blip r:embed="rId3">
            <a:alphaModFix/>
          </a:blip>
          <a:srcRect b="0" l="0" r="0" t="0"/>
          <a:stretch/>
        </p:blipFill>
        <p:spPr>
          <a:xfrm>
            <a:off x="468746" y="3439673"/>
            <a:ext cx="8351726" cy="2693712"/>
          </a:xfrm>
          <a:prstGeom prst="rect">
            <a:avLst/>
          </a:prstGeom>
          <a:noFill/>
          <a:ln>
            <a:noFill/>
          </a:ln>
        </p:spPr>
      </p:pic>
    </p:spTree>
  </p:cSld>
  <p:clrMapOvr>
    <a:masterClrMapping/>
  </p:clrMapOvr>
</p:sld>
</file>

<file path=ppt/slides/slide4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7" name="Shape 4027"/>
        <p:cNvGrpSpPr/>
        <p:nvPr/>
      </p:nvGrpSpPr>
      <p:grpSpPr>
        <a:xfrm>
          <a:off x="0" y="0"/>
          <a:ext cx="0" cy="0"/>
          <a:chOff x="0" y="0"/>
          <a:chExt cx="0" cy="0"/>
        </a:xfrm>
      </p:grpSpPr>
      <p:sp>
        <p:nvSpPr>
          <p:cNvPr id="4028" name="Google Shape;4028;p507"/>
          <p:cNvSpPr txBox="1"/>
          <p:nvPr>
            <p:ph idx="1" type="body"/>
          </p:nvPr>
        </p:nvSpPr>
        <p:spPr>
          <a:xfrm>
            <a:off x="457200" y="476672"/>
            <a:ext cx="8229600" cy="468052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0"/>
              </a:spcBef>
              <a:spcAft>
                <a:spcPts val="0"/>
              </a:spcAft>
              <a:buClr>
                <a:schemeClr val="dk1"/>
              </a:buClr>
              <a:buSzPct val="100000"/>
              <a:buNone/>
            </a:pPr>
            <a:r>
              <a:rPr lang="es-MX" sz="2200"/>
              <a:t>int gcd(int $a, int $b){</a:t>
            </a:r>
            <a:endParaRPr/>
          </a:p>
          <a:p>
            <a:pPr indent="0" lvl="0" marL="0" rtl="0" algn="l">
              <a:lnSpc>
                <a:spcPct val="100000"/>
              </a:lnSpc>
              <a:spcBef>
                <a:spcPts val="275"/>
              </a:spcBef>
              <a:spcAft>
                <a:spcPts val="0"/>
              </a:spcAft>
              <a:buClr>
                <a:schemeClr val="dk1"/>
              </a:buClr>
              <a:buSzPct val="100000"/>
              <a:buNone/>
            </a:pPr>
            <a:r>
              <a:rPr lang="es-MX" sz="2200"/>
              <a:t>	int $result; </a:t>
            </a:r>
            <a:r>
              <a:rPr b="1" lang="es-MX" sz="2200"/>
              <a:t>// Se declara una variable local $result donde se almacenará el resultado del MCD.</a:t>
            </a:r>
            <a:endParaRPr/>
          </a:p>
          <a:p>
            <a:pPr indent="0" lvl="0" marL="0" rtl="0" algn="l">
              <a:lnSpc>
                <a:spcPct val="100000"/>
              </a:lnSpc>
              <a:spcBef>
                <a:spcPts val="275"/>
              </a:spcBef>
              <a:spcAft>
                <a:spcPts val="0"/>
              </a:spcAft>
              <a:buClr>
                <a:schemeClr val="dk1"/>
              </a:buClr>
              <a:buSzPct val="100000"/>
              <a:buNone/>
            </a:pPr>
            <a:r>
              <a:rPr lang="es-MX" sz="2200"/>
              <a:t>	__asm__ __volatile__(</a:t>
            </a:r>
            <a:endParaRPr/>
          </a:p>
          <a:p>
            <a:pPr indent="0" lvl="0" marL="0" rtl="0" algn="l">
              <a:lnSpc>
                <a:spcPct val="100000"/>
              </a:lnSpc>
              <a:spcBef>
                <a:spcPts val="275"/>
              </a:spcBef>
              <a:spcAft>
                <a:spcPts val="0"/>
              </a:spcAft>
              <a:buClr>
                <a:schemeClr val="dk1"/>
              </a:buClr>
              <a:buSzPct val="100000"/>
              <a:buNone/>
            </a:pPr>
            <a:r>
              <a:rPr lang="es-MX" sz="2200"/>
              <a:t>	"movl %1, %%eax;"     </a:t>
            </a:r>
            <a:r>
              <a:rPr b="1" lang="es-MX" sz="2200"/>
              <a:t>// Mueve el valor de $a al registro %eax.</a:t>
            </a:r>
            <a:endParaRPr/>
          </a:p>
          <a:p>
            <a:pPr indent="0" lvl="0" marL="0" rtl="0" algn="l">
              <a:lnSpc>
                <a:spcPct val="100000"/>
              </a:lnSpc>
              <a:spcBef>
                <a:spcPts val="275"/>
              </a:spcBef>
              <a:spcAft>
                <a:spcPts val="0"/>
              </a:spcAft>
              <a:buClr>
                <a:schemeClr val="dk1"/>
              </a:buClr>
              <a:buSzPct val="100000"/>
              <a:buNone/>
            </a:pPr>
            <a:r>
              <a:rPr lang="es-MX" sz="2200"/>
              <a:t>	"movl %2, %%ebx;"     </a:t>
            </a:r>
            <a:r>
              <a:rPr b="1" lang="es-MX" sz="2200"/>
              <a:t>// Mueve el valor de $b al registro %ebx</a:t>
            </a:r>
            <a:r>
              <a:rPr lang="es-MX" sz="2200"/>
              <a:t>.</a:t>
            </a:r>
            <a:endParaRPr/>
          </a:p>
          <a:p>
            <a:pPr indent="0" lvl="0" marL="0" rtl="0" algn="l">
              <a:lnSpc>
                <a:spcPct val="100000"/>
              </a:lnSpc>
              <a:spcBef>
                <a:spcPts val="275"/>
              </a:spcBef>
              <a:spcAft>
                <a:spcPts val="0"/>
              </a:spcAft>
              <a:buClr>
                <a:schemeClr val="dk1"/>
              </a:buClr>
              <a:buSzPct val="100000"/>
              <a:buNone/>
            </a:pPr>
            <a:r>
              <a:rPr lang="es-MX" sz="2200"/>
              <a:t>	"CONTD: cmpl $0, %%ebx;"       </a:t>
            </a:r>
            <a:r>
              <a:rPr b="1" lang="es-MX" sz="2200"/>
              <a:t>// Etiqueta: Compara el valor de %ebx con 0.</a:t>
            </a:r>
            <a:endParaRPr/>
          </a:p>
          <a:p>
            <a:pPr indent="0" lvl="0" marL="0" rtl="0" algn="l">
              <a:lnSpc>
                <a:spcPct val="100000"/>
              </a:lnSpc>
              <a:spcBef>
                <a:spcPts val="275"/>
              </a:spcBef>
              <a:spcAft>
                <a:spcPts val="0"/>
              </a:spcAft>
              <a:buClr>
                <a:schemeClr val="dk1"/>
              </a:buClr>
              <a:buSzPct val="100000"/>
              <a:buNone/>
            </a:pPr>
            <a:r>
              <a:rPr lang="es-MX" sz="2200"/>
              <a:t>	"je DONE;"            </a:t>
            </a:r>
            <a:r>
              <a:rPr b="1" lang="es-MX" sz="2200"/>
              <a:t>// Salta a DONE si %ebx es igual a 0.</a:t>
            </a:r>
            <a:endParaRPr/>
          </a:p>
          <a:p>
            <a:pPr indent="0" lvl="0" marL="0" rtl="0" algn="l">
              <a:lnSpc>
                <a:spcPct val="100000"/>
              </a:lnSpc>
              <a:spcBef>
                <a:spcPts val="275"/>
              </a:spcBef>
              <a:spcAft>
                <a:spcPts val="0"/>
              </a:spcAft>
              <a:buClr>
                <a:schemeClr val="dk1"/>
              </a:buClr>
              <a:buSzPct val="100000"/>
              <a:buNone/>
            </a:pPr>
            <a:r>
              <a:rPr lang="es-MX" sz="2200"/>
              <a:t>	"xorl %%edx, %%edx;" </a:t>
            </a:r>
            <a:r>
              <a:rPr b="1" lang="es-MX" sz="2200"/>
              <a:t>// Limpia el registro %edx (parte alta del dividendo en la operación de división).</a:t>
            </a:r>
            <a:endParaRPr/>
          </a:p>
          <a:p>
            <a:pPr indent="0" lvl="0" marL="0" rtl="0" algn="l">
              <a:lnSpc>
                <a:spcPct val="100000"/>
              </a:lnSpc>
              <a:spcBef>
                <a:spcPts val="275"/>
              </a:spcBef>
              <a:spcAft>
                <a:spcPts val="0"/>
              </a:spcAft>
              <a:buClr>
                <a:schemeClr val="dk1"/>
              </a:buClr>
              <a:buSzPct val="100000"/>
              <a:buNone/>
            </a:pPr>
            <a:r>
              <a:rPr lang="es-MX" sz="2200"/>
              <a:t>	"idivl %%ebx;"       </a:t>
            </a:r>
            <a:r>
              <a:rPr b="1" lang="es-MX" sz="2200"/>
              <a:t>// Divide el valor en %eax (dividendo) por el valor en %ebx (divisor).</a:t>
            </a:r>
            <a:endParaRPr/>
          </a:p>
          <a:p>
            <a:pPr indent="0" lvl="0" marL="0" rtl="0" algn="l">
              <a:lnSpc>
                <a:spcPct val="100000"/>
              </a:lnSpc>
              <a:spcBef>
                <a:spcPts val="275"/>
              </a:spcBef>
              <a:spcAft>
                <a:spcPts val="0"/>
              </a:spcAft>
              <a:buClr>
                <a:schemeClr val="dk1"/>
              </a:buClr>
              <a:buSzPct val="100000"/>
              <a:buNone/>
            </a:pPr>
            <a:r>
              <a:rPr lang="es-MX" sz="2200"/>
              <a:t>	"movl %%ebx, %%eax;" </a:t>
            </a:r>
            <a:r>
              <a:rPr b="1" lang="es-MX" sz="2200"/>
              <a:t>// Mueve el valor de %ebx a %eax.</a:t>
            </a:r>
            <a:endParaRPr/>
          </a:p>
          <a:p>
            <a:pPr indent="0" lvl="0" marL="0" rtl="0" algn="l">
              <a:lnSpc>
                <a:spcPct val="100000"/>
              </a:lnSpc>
              <a:spcBef>
                <a:spcPts val="275"/>
              </a:spcBef>
              <a:spcAft>
                <a:spcPts val="0"/>
              </a:spcAft>
              <a:buClr>
                <a:schemeClr val="dk1"/>
              </a:buClr>
              <a:buSzPct val="100000"/>
              <a:buNone/>
            </a:pPr>
            <a:r>
              <a:rPr lang="es-MX" sz="2200"/>
              <a:t>	"movl %%edx, %%ebx;" </a:t>
            </a:r>
            <a:r>
              <a:rPr b="1" lang="es-MX" sz="2200"/>
              <a:t>// Mueve el valor de %edx a %ebx (resto de la división).</a:t>
            </a:r>
            <a:endParaRPr/>
          </a:p>
          <a:p>
            <a:pPr indent="0" lvl="0" marL="0" rtl="0" algn="l">
              <a:lnSpc>
                <a:spcPct val="100000"/>
              </a:lnSpc>
              <a:spcBef>
                <a:spcPts val="275"/>
              </a:spcBef>
              <a:spcAft>
                <a:spcPts val="0"/>
              </a:spcAft>
              <a:buClr>
                <a:schemeClr val="dk1"/>
              </a:buClr>
              <a:buSzPct val="100000"/>
              <a:buNone/>
            </a:pPr>
            <a:r>
              <a:rPr lang="es-MX" sz="2200"/>
              <a:t>	"jmp CONTD;"         </a:t>
            </a:r>
            <a:r>
              <a:rPr b="1" lang="es-MX" sz="2200"/>
              <a:t>// Salta a la etiqueta CONTD para continuar el bucle.</a:t>
            </a:r>
            <a:endParaRPr/>
          </a:p>
          <a:p>
            <a:pPr indent="0" lvl="0" marL="0" rtl="0" algn="l">
              <a:lnSpc>
                <a:spcPct val="100000"/>
              </a:lnSpc>
              <a:spcBef>
                <a:spcPts val="275"/>
              </a:spcBef>
              <a:spcAft>
                <a:spcPts val="0"/>
              </a:spcAft>
              <a:buClr>
                <a:schemeClr val="dk1"/>
              </a:buClr>
              <a:buSzPct val="100000"/>
              <a:buNone/>
            </a:pPr>
            <a:r>
              <a:rPr lang="es-MX" sz="2200"/>
              <a:t>	"DONE:	movl %%eax, %0</a:t>
            </a:r>
            <a:r>
              <a:rPr b="1" lang="es-MX" sz="2200"/>
              <a:t>;"     // Etiqueta: Mueve el valor final del MCD desde %eax a $result.</a:t>
            </a:r>
            <a:r>
              <a:rPr lang="es-MX" sz="2200"/>
              <a:t>	: "=g"($result)      </a:t>
            </a:r>
            <a:r>
              <a:rPr b="1" lang="es-MX" sz="2200"/>
              <a:t>// "=g" indica que $result es una salida (output) y se referencia en %0.</a:t>
            </a:r>
            <a:endParaRPr/>
          </a:p>
          <a:p>
            <a:pPr indent="0" lvl="0" marL="0" rtl="0" algn="l">
              <a:lnSpc>
                <a:spcPct val="100000"/>
              </a:lnSpc>
              <a:spcBef>
                <a:spcPts val="275"/>
              </a:spcBef>
              <a:spcAft>
                <a:spcPts val="0"/>
              </a:spcAft>
              <a:buClr>
                <a:schemeClr val="dk1"/>
              </a:buClr>
              <a:buSzPct val="100000"/>
              <a:buNone/>
            </a:pPr>
            <a:r>
              <a:rPr lang="es-MX" sz="2200"/>
              <a:t>	: "g"($a), "g"($b</a:t>
            </a:r>
            <a:r>
              <a:rPr b="1" lang="es-MX" sz="2200"/>
              <a:t>)   // "g" indica que $a y $b son entradas (inputs) y se referencian en %1 y %2 respectivamente.</a:t>
            </a:r>
            <a:endParaRPr/>
          </a:p>
          <a:p>
            <a:pPr indent="0" lvl="0" marL="0" rtl="0" algn="l">
              <a:lnSpc>
                <a:spcPct val="100000"/>
              </a:lnSpc>
              <a:spcBef>
                <a:spcPts val="275"/>
              </a:spcBef>
              <a:spcAft>
                <a:spcPts val="0"/>
              </a:spcAft>
              <a:buClr>
                <a:schemeClr val="dk1"/>
              </a:buClr>
              <a:buSzPct val="100000"/>
              <a:buNone/>
            </a:pPr>
            <a:r>
              <a:rPr lang="es-MX" sz="2200"/>
              <a:t>    );</a:t>
            </a:r>
            <a:endParaRPr/>
          </a:p>
          <a:p>
            <a:pPr indent="0" lvl="0" marL="0" rtl="0" algn="l">
              <a:lnSpc>
                <a:spcPct val="100000"/>
              </a:lnSpc>
              <a:spcBef>
                <a:spcPts val="275"/>
              </a:spcBef>
              <a:spcAft>
                <a:spcPts val="0"/>
              </a:spcAft>
              <a:buClr>
                <a:schemeClr val="dk1"/>
              </a:buClr>
              <a:buSzPct val="100000"/>
              <a:buNone/>
            </a:pPr>
            <a:r>
              <a:t/>
            </a:r>
            <a:endParaRPr sz="2200"/>
          </a:p>
          <a:p>
            <a:pPr indent="0" lvl="0" marL="0" rtl="0" algn="l">
              <a:lnSpc>
                <a:spcPct val="100000"/>
              </a:lnSpc>
              <a:spcBef>
                <a:spcPts val="275"/>
              </a:spcBef>
              <a:spcAft>
                <a:spcPts val="0"/>
              </a:spcAft>
              <a:buClr>
                <a:schemeClr val="dk1"/>
              </a:buClr>
              <a:buSzPct val="100000"/>
              <a:buNone/>
            </a:pPr>
            <a:r>
              <a:rPr lang="es-MX" sz="2200"/>
              <a:t>    return $result; </a:t>
            </a:r>
            <a:r>
              <a:rPr b="1" lang="es-MX" sz="2200"/>
              <a:t>// Retorna el resultado del MCD almacenado en $result.</a:t>
            </a:r>
            <a:endParaRPr/>
          </a:p>
          <a:p>
            <a:pPr indent="0" lvl="0" marL="0" rtl="0" algn="l">
              <a:lnSpc>
                <a:spcPct val="100000"/>
              </a:lnSpc>
              <a:spcBef>
                <a:spcPts val="275"/>
              </a:spcBef>
              <a:spcAft>
                <a:spcPts val="0"/>
              </a:spcAft>
              <a:buClr>
                <a:schemeClr val="dk1"/>
              </a:buClr>
              <a:buSzPct val="100000"/>
              <a:buNone/>
            </a:pPr>
            <a:r>
              <a:rPr lang="es-MX" sz="2200"/>
              <a:t>}</a:t>
            </a:r>
            <a:endParaRPr/>
          </a:p>
          <a:p>
            <a:pPr indent="-215900" lvl="0" marL="342900" rtl="0" algn="l">
              <a:lnSpc>
                <a:spcPct val="100000"/>
              </a:lnSpc>
              <a:spcBef>
                <a:spcPts val="400"/>
              </a:spcBef>
              <a:spcAft>
                <a:spcPts val="0"/>
              </a:spcAft>
              <a:buClr>
                <a:schemeClr val="dk1"/>
              </a:buClr>
              <a:buSzPct val="100000"/>
              <a:buNone/>
            </a:pPr>
            <a:r>
              <a:t/>
            </a:r>
            <a:endParaRPr/>
          </a:p>
        </p:txBody>
      </p:sp>
      <p:sp>
        <p:nvSpPr>
          <p:cNvPr id="4029" name="Google Shape;4029;p5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30" name="Google Shape;4030;p5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4" name="Shape 4034"/>
        <p:cNvGrpSpPr/>
        <p:nvPr/>
      </p:nvGrpSpPr>
      <p:grpSpPr>
        <a:xfrm>
          <a:off x="0" y="0"/>
          <a:ext cx="0" cy="0"/>
          <a:chOff x="0" y="0"/>
          <a:chExt cx="0" cy="0"/>
        </a:xfrm>
      </p:grpSpPr>
      <p:sp>
        <p:nvSpPr>
          <p:cNvPr id="4035" name="Google Shape;4035;p50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036" name="Google Shape;4036;p508"/>
          <p:cNvPicPr preferRelativeResize="0"/>
          <p:nvPr>
            <p:ph idx="1" type="body"/>
          </p:nvPr>
        </p:nvPicPr>
        <p:blipFill rotWithShape="1">
          <a:blip r:embed="rId3">
            <a:alphaModFix/>
          </a:blip>
          <a:srcRect b="0" l="0" r="0" t="0"/>
          <a:stretch/>
        </p:blipFill>
        <p:spPr>
          <a:xfrm>
            <a:off x="457200" y="2069400"/>
            <a:ext cx="8229600" cy="3587563"/>
          </a:xfrm>
          <a:prstGeom prst="rect">
            <a:avLst/>
          </a:prstGeom>
          <a:noFill/>
          <a:ln>
            <a:noFill/>
          </a:ln>
        </p:spPr>
      </p:pic>
      <p:sp>
        <p:nvSpPr>
          <p:cNvPr id="4037" name="Google Shape;4037;p50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38" name="Google Shape;4038;p50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4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2" name="Shape 4042"/>
        <p:cNvGrpSpPr/>
        <p:nvPr/>
      </p:nvGrpSpPr>
      <p:grpSpPr>
        <a:xfrm>
          <a:off x="0" y="0"/>
          <a:ext cx="0" cy="0"/>
          <a:chOff x="0" y="0"/>
          <a:chExt cx="0" cy="0"/>
        </a:xfrm>
      </p:grpSpPr>
      <p:sp>
        <p:nvSpPr>
          <p:cNvPr id="4043" name="Google Shape;4043;p50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4044" name="Google Shape;4044;p50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None/>
            </a:pPr>
            <a:r>
              <a:rPr lang="es-MX"/>
              <a:t>"movl %1, %%eax;"</a:t>
            </a:r>
            <a:endParaRPr/>
          </a:p>
          <a:p>
            <a:pPr indent="0" lvl="0" marL="0" rtl="0" algn="l">
              <a:lnSpc>
                <a:spcPct val="100000"/>
              </a:lnSpc>
              <a:spcBef>
                <a:spcPts val="640"/>
              </a:spcBef>
              <a:spcAft>
                <a:spcPts val="0"/>
              </a:spcAft>
              <a:buClr>
                <a:schemeClr val="dk1"/>
              </a:buClr>
              <a:buSzPts val="3200"/>
              <a:buNone/>
            </a:pPr>
            <a:r>
              <a:rPr lang="es-MX"/>
              <a:t>"movl %2, %%ebx;"</a:t>
            </a:r>
            <a:endParaRPr/>
          </a:p>
          <a:p>
            <a:pPr indent="0" lvl="0" marL="0" rtl="0" algn="l">
              <a:lnSpc>
                <a:spcPct val="100000"/>
              </a:lnSpc>
              <a:spcBef>
                <a:spcPts val="640"/>
              </a:spcBef>
              <a:spcAft>
                <a:spcPts val="0"/>
              </a:spcAft>
              <a:buClr>
                <a:schemeClr val="dk1"/>
              </a:buClr>
              <a:buSzPts val="3200"/>
              <a:buNone/>
            </a:pPr>
            <a:r>
              <a:rPr lang="es-MX"/>
              <a:t>"addl %%ebx,%%eax;"		</a:t>
            </a:r>
            <a:endParaRPr/>
          </a:p>
          <a:p>
            <a:pPr indent="0" lvl="0" marL="0" rtl="0" algn="l">
              <a:lnSpc>
                <a:spcPct val="100000"/>
              </a:lnSpc>
              <a:spcBef>
                <a:spcPts val="640"/>
              </a:spcBef>
              <a:spcAft>
                <a:spcPts val="0"/>
              </a:spcAft>
              <a:buClr>
                <a:schemeClr val="dk1"/>
              </a:buClr>
              <a:buSzPts val="3200"/>
              <a:buNone/>
            </a:pPr>
            <a:r>
              <a:rPr lang="es-MX"/>
              <a:t>"movl %%eax, %0;"</a:t>
            </a:r>
            <a:endParaRPr/>
          </a:p>
        </p:txBody>
      </p:sp>
      <p:sp>
        <p:nvSpPr>
          <p:cNvPr id="4045" name="Google Shape;4045;p50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46" name="Google Shape;4046;p50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0" name="Shape 4050"/>
        <p:cNvGrpSpPr/>
        <p:nvPr/>
      </p:nvGrpSpPr>
      <p:grpSpPr>
        <a:xfrm>
          <a:off x="0" y="0"/>
          <a:ext cx="0" cy="0"/>
          <a:chOff x="0" y="0"/>
          <a:chExt cx="0" cy="0"/>
        </a:xfrm>
      </p:grpSpPr>
      <p:sp>
        <p:nvSpPr>
          <p:cNvPr id="4051" name="Google Shape;4051;p5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4052" name="Google Shape;4052;p5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int suma( int $a, int $b )</a:t>
            </a:r>
            <a:endParaRPr/>
          </a:p>
          <a:p>
            <a:pPr indent="0" lvl="0" marL="0" rtl="0" algn="l">
              <a:lnSpc>
                <a:spcPct val="100000"/>
              </a:lnSpc>
              <a:spcBef>
                <a:spcPts val="496"/>
              </a:spcBef>
              <a:spcAft>
                <a:spcPts val="0"/>
              </a:spcAft>
              <a:buClr>
                <a:schemeClr val="dk1"/>
              </a:buClr>
              <a:buSzPct val="100000"/>
              <a:buNone/>
            </a:pPr>
            <a:r>
              <a:rPr lang="es-MX"/>
              <a:t>{</a:t>
            </a:r>
            <a:endParaRPr/>
          </a:p>
          <a:p>
            <a:pPr indent="0" lvl="0" marL="0" rtl="0" algn="l">
              <a:lnSpc>
                <a:spcPct val="100000"/>
              </a:lnSpc>
              <a:spcBef>
                <a:spcPts val="496"/>
              </a:spcBef>
              <a:spcAft>
                <a:spcPts val="0"/>
              </a:spcAft>
              <a:buClr>
                <a:schemeClr val="dk1"/>
              </a:buClr>
              <a:buSzPct val="100000"/>
              <a:buNone/>
            </a:pPr>
            <a:r>
              <a:rPr lang="es-MX"/>
              <a:t>int $result;</a:t>
            </a:r>
            <a:endParaRPr/>
          </a:p>
          <a:p>
            <a:pPr indent="0" lvl="0" marL="0" rtl="0" algn="l">
              <a:lnSpc>
                <a:spcPct val="100000"/>
              </a:lnSpc>
              <a:spcBef>
                <a:spcPts val="496"/>
              </a:spcBef>
              <a:spcAft>
                <a:spcPts val="0"/>
              </a:spcAft>
              <a:buClr>
                <a:schemeClr val="dk1"/>
              </a:buClr>
              <a:buSzPct val="100000"/>
              <a:buNone/>
            </a:pPr>
            <a:r>
              <a:rPr lang="es-MX"/>
              <a:t>__asm__ __volatile__(</a:t>
            </a:r>
            <a:endParaRPr/>
          </a:p>
          <a:p>
            <a:pPr indent="0" lvl="0" marL="0" rtl="0" algn="l">
              <a:lnSpc>
                <a:spcPct val="100000"/>
              </a:lnSpc>
              <a:spcBef>
                <a:spcPts val="496"/>
              </a:spcBef>
              <a:spcAft>
                <a:spcPts val="0"/>
              </a:spcAft>
              <a:buClr>
                <a:schemeClr val="dk1"/>
              </a:buClr>
              <a:buSzPct val="100000"/>
              <a:buNone/>
            </a:pPr>
            <a:r>
              <a:rPr lang="es-MX"/>
              <a:t>		"movl %1, %%eax;"</a:t>
            </a:r>
            <a:endParaRPr/>
          </a:p>
          <a:p>
            <a:pPr indent="0" lvl="0" marL="0" rtl="0" algn="l">
              <a:lnSpc>
                <a:spcPct val="100000"/>
              </a:lnSpc>
              <a:spcBef>
                <a:spcPts val="496"/>
              </a:spcBef>
              <a:spcAft>
                <a:spcPts val="0"/>
              </a:spcAft>
              <a:buClr>
                <a:schemeClr val="dk1"/>
              </a:buClr>
              <a:buSzPct val="100000"/>
              <a:buNone/>
            </a:pPr>
            <a:r>
              <a:rPr lang="es-MX"/>
              <a:t>		"movl %2, %%ebx;"</a:t>
            </a:r>
            <a:endParaRPr/>
          </a:p>
          <a:p>
            <a:pPr indent="0" lvl="0" marL="0" rtl="0" algn="l">
              <a:lnSpc>
                <a:spcPct val="100000"/>
              </a:lnSpc>
              <a:spcBef>
                <a:spcPts val="496"/>
              </a:spcBef>
              <a:spcAft>
                <a:spcPts val="0"/>
              </a:spcAft>
              <a:buClr>
                <a:schemeClr val="dk1"/>
              </a:buClr>
              <a:buSzPct val="100000"/>
              <a:buNone/>
            </a:pPr>
            <a:r>
              <a:rPr lang="es-MX"/>
              <a:t>		"addl %%ebx,%%eax;"		</a:t>
            </a:r>
            <a:endParaRPr/>
          </a:p>
          <a:p>
            <a:pPr indent="0" lvl="0" marL="0" rtl="0" algn="l">
              <a:lnSpc>
                <a:spcPct val="100000"/>
              </a:lnSpc>
              <a:spcBef>
                <a:spcPts val="496"/>
              </a:spcBef>
              <a:spcAft>
                <a:spcPts val="0"/>
              </a:spcAft>
              <a:buClr>
                <a:schemeClr val="dk1"/>
              </a:buClr>
              <a:buSzPct val="100000"/>
              <a:buNone/>
            </a:pPr>
            <a:r>
              <a:rPr lang="es-MX"/>
              <a:t>        "movl %%eax, %0;" : "=g" ( $result ) : "g" ( $a ), "g" ( $b )</a:t>
            </a:r>
            <a:endParaRPr/>
          </a:p>
          <a:p>
            <a:pPr indent="0" lvl="0" marL="0" rtl="0" algn="l">
              <a:lnSpc>
                <a:spcPct val="100000"/>
              </a:lnSpc>
              <a:spcBef>
                <a:spcPts val="496"/>
              </a:spcBef>
              <a:spcAft>
                <a:spcPts val="0"/>
              </a:spcAft>
              <a:buClr>
                <a:schemeClr val="dk1"/>
              </a:buClr>
              <a:buSzPct val="100000"/>
              <a:buNone/>
            </a:pPr>
            <a:r>
              <a:rPr lang="es-MX"/>
              <a:t>);</a:t>
            </a:r>
            <a:endParaRPr/>
          </a:p>
          <a:p>
            <a:pPr indent="0" lvl="0" marL="0" rtl="0" algn="l">
              <a:lnSpc>
                <a:spcPct val="100000"/>
              </a:lnSpc>
              <a:spcBef>
                <a:spcPts val="496"/>
              </a:spcBef>
              <a:spcAft>
                <a:spcPts val="0"/>
              </a:spcAft>
              <a:buClr>
                <a:schemeClr val="dk1"/>
              </a:buClr>
              <a:buSzPct val="100000"/>
              <a:buNone/>
            </a:pPr>
            <a:r>
              <a:rPr lang="es-MX"/>
              <a:t>return $result ;</a:t>
            </a:r>
            <a:endParaRPr/>
          </a:p>
          <a:p>
            <a:pPr indent="0" lvl="0" marL="0" rtl="0" algn="l">
              <a:lnSpc>
                <a:spcPct val="100000"/>
              </a:lnSpc>
              <a:spcBef>
                <a:spcPts val="496"/>
              </a:spcBef>
              <a:spcAft>
                <a:spcPts val="0"/>
              </a:spcAft>
              <a:buClr>
                <a:schemeClr val="dk1"/>
              </a:buClr>
              <a:buSzPct val="100000"/>
              <a:buNone/>
            </a:pPr>
            <a:r>
              <a:rPr lang="es-MX"/>
              <a:t>}</a:t>
            </a:r>
            <a:endParaRPr/>
          </a:p>
        </p:txBody>
      </p:sp>
      <p:sp>
        <p:nvSpPr>
          <p:cNvPr id="4053" name="Google Shape;4053;p5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54" name="Google Shape;4054;p5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8" name="Shape 4058"/>
        <p:cNvGrpSpPr/>
        <p:nvPr/>
      </p:nvGrpSpPr>
      <p:grpSpPr>
        <a:xfrm>
          <a:off x="0" y="0"/>
          <a:ext cx="0" cy="0"/>
          <a:chOff x="0" y="0"/>
          <a:chExt cx="0" cy="0"/>
        </a:xfrm>
      </p:grpSpPr>
      <p:sp>
        <p:nvSpPr>
          <p:cNvPr id="4059" name="Google Shape;4059;p511"/>
          <p:cNvSpPr txBox="1"/>
          <p:nvPr>
            <p:ph idx="1" type="body"/>
          </p:nvPr>
        </p:nvSpPr>
        <p:spPr>
          <a:xfrm>
            <a:off x="457200" y="260648"/>
            <a:ext cx="8229600" cy="6408712"/>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Clr>
                <a:schemeClr val="dk1"/>
              </a:buClr>
              <a:buSzPct val="100000"/>
              <a:buNone/>
            </a:pPr>
            <a:r>
              <a:rPr lang="es-MX" sz="4000">
                <a:latin typeface="Times New Roman"/>
                <a:ea typeface="Times New Roman"/>
                <a:cs typeface="Times New Roman"/>
                <a:sym typeface="Times New Roman"/>
              </a:rPr>
              <a:t>#include &lt;iostream&gt;</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#include &lt;stdio.h&gt;</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#include &lt;stdlib.h&gt;</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int suma( int $a, int $b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int $result;</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__asm__ __volatile__(</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"movl %1, %%eax;"</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"movl %2, %%ebx;"</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"addl %%ebx,%%eax;"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"movl %%eax, %0;" : "=g" ( $result ) : "g" ( $a ), "g" ( $b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return $result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int main(int argc, char** argv)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int numero_1, numero_2;</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printf( "\n\n"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printf( " ==================================================================\n"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printf( " Este programa realiza operaciones con enteros\n");</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printf( " ==================================================================\n"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printf( "\n\n\t\t Dar el primer numero entero : "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scanf( "%d", &amp;numero_1 );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printf( "\n\n\t\t Dar el segundo numero entero : "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scanf( "%d", &amp;numero_2 );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printf( "\n\n"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printf( "\t\t %d + %d = %d\n", numero_1, numero_2, suma(numero_1,numero_2)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printf( "\n\n\t\t " );</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	return 0;</a:t>
            </a:r>
            <a:endParaRPr/>
          </a:p>
          <a:p>
            <a:pPr indent="0" lvl="0" marL="0" rtl="0" algn="l">
              <a:lnSpc>
                <a:spcPct val="100000"/>
              </a:lnSpc>
              <a:spcBef>
                <a:spcPts val="260"/>
              </a:spcBef>
              <a:spcAft>
                <a:spcPts val="0"/>
              </a:spcAft>
              <a:buClr>
                <a:schemeClr val="dk1"/>
              </a:buClr>
              <a:buSzPct val="100000"/>
              <a:buNone/>
            </a:pPr>
            <a:r>
              <a:rPr lang="es-MX" sz="4000">
                <a:latin typeface="Times New Roman"/>
                <a:ea typeface="Times New Roman"/>
                <a:cs typeface="Times New Roman"/>
                <a:sym typeface="Times New Roman"/>
              </a:rPr>
              <a:t>}</a:t>
            </a:r>
            <a:endParaRPr/>
          </a:p>
          <a:p>
            <a:pPr indent="0" lvl="0" marL="0" rtl="0" algn="l">
              <a:lnSpc>
                <a:spcPct val="100000"/>
              </a:lnSpc>
              <a:spcBef>
                <a:spcPts val="260"/>
              </a:spcBef>
              <a:spcAft>
                <a:spcPts val="0"/>
              </a:spcAft>
              <a:buClr>
                <a:schemeClr val="dk1"/>
              </a:buClr>
              <a:buSzPct val="100000"/>
              <a:buNone/>
            </a:pPr>
            <a:r>
              <a:t/>
            </a:r>
            <a:endParaRPr sz="4000">
              <a:latin typeface="Times New Roman"/>
              <a:ea typeface="Times New Roman"/>
              <a:cs typeface="Times New Roman"/>
              <a:sym typeface="Times New Roman"/>
            </a:endParaRPr>
          </a:p>
          <a:p>
            <a:pPr indent="0" lvl="0" marL="0" rtl="0" algn="l">
              <a:lnSpc>
                <a:spcPct val="100000"/>
              </a:lnSpc>
              <a:spcBef>
                <a:spcPts val="208"/>
              </a:spcBef>
              <a:spcAft>
                <a:spcPts val="0"/>
              </a:spcAft>
              <a:buClr>
                <a:schemeClr val="dk1"/>
              </a:buClr>
              <a:buSzPct val="100000"/>
              <a:buNone/>
            </a:pPr>
            <a:r>
              <a:t/>
            </a:r>
            <a:endParaRPr/>
          </a:p>
        </p:txBody>
      </p:sp>
      <p:sp>
        <p:nvSpPr>
          <p:cNvPr id="4060" name="Google Shape;4060;p5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61" name="Google Shape;4061;p5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5" name="Shape 4065"/>
        <p:cNvGrpSpPr/>
        <p:nvPr/>
      </p:nvGrpSpPr>
      <p:grpSpPr>
        <a:xfrm>
          <a:off x="0" y="0"/>
          <a:ext cx="0" cy="0"/>
          <a:chOff x="0" y="0"/>
          <a:chExt cx="0" cy="0"/>
        </a:xfrm>
      </p:grpSpPr>
      <p:sp>
        <p:nvSpPr>
          <p:cNvPr id="4066" name="Google Shape;4066;p5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4067" name="Google Shape;4067;p5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Clr>
                <a:schemeClr val="dk1"/>
              </a:buClr>
              <a:buSzPct val="100000"/>
              <a:buNone/>
            </a:pPr>
            <a:r>
              <a:rPr lang="es-MX"/>
              <a:t>int resta( int $a, int $b )</a:t>
            </a:r>
            <a:endParaRPr/>
          </a:p>
          <a:p>
            <a:pPr indent="0" lvl="0" marL="0" rtl="0" algn="l">
              <a:lnSpc>
                <a:spcPct val="100000"/>
              </a:lnSpc>
              <a:spcBef>
                <a:spcPts val="496"/>
              </a:spcBef>
              <a:spcAft>
                <a:spcPts val="0"/>
              </a:spcAft>
              <a:buClr>
                <a:schemeClr val="dk1"/>
              </a:buClr>
              <a:buSzPct val="100000"/>
              <a:buNone/>
            </a:pPr>
            <a:r>
              <a:rPr lang="es-MX"/>
              <a:t>{</a:t>
            </a:r>
            <a:endParaRPr/>
          </a:p>
          <a:p>
            <a:pPr indent="0" lvl="0" marL="0" rtl="0" algn="l">
              <a:lnSpc>
                <a:spcPct val="100000"/>
              </a:lnSpc>
              <a:spcBef>
                <a:spcPts val="496"/>
              </a:spcBef>
              <a:spcAft>
                <a:spcPts val="0"/>
              </a:spcAft>
              <a:buClr>
                <a:schemeClr val="dk1"/>
              </a:buClr>
              <a:buSzPct val="100000"/>
              <a:buNone/>
            </a:pPr>
            <a:r>
              <a:rPr lang="es-MX"/>
              <a:t>int $result;</a:t>
            </a:r>
            <a:endParaRPr/>
          </a:p>
          <a:p>
            <a:pPr indent="0" lvl="0" marL="0" rtl="0" algn="l">
              <a:lnSpc>
                <a:spcPct val="100000"/>
              </a:lnSpc>
              <a:spcBef>
                <a:spcPts val="496"/>
              </a:spcBef>
              <a:spcAft>
                <a:spcPts val="0"/>
              </a:spcAft>
              <a:buClr>
                <a:schemeClr val="dk1"/>
              </a:buClr>
              <a:buSzPct val="100000"/>
              <a:buNone/>
            </a:pPr>
            <a:r>
              <a:rPr lang="es-MX"/>
              <a:t>__asm__ __volatile__(</a:t>
            </a:r>
            <a:endParaRPr/>
          </a:p>
          <a:p>
            <a:pPr indent="0" lvl="0" marL="0" rtl="0" algn="l">
              <a:lnSpc>
                <a:spcPct val="100000"/>
              </a:lnSpc>
              <a:spcBef>
                <a:spcPts val="496"/>
              </a:spcBef>
              <a:spcAft>
                <a:spcPts val="0"/>
              </a:spcAft>
              <a:buClr>
                <a:schemeClr val="dk1"/>
              </a:buClr>
              <a:buSzPct val="100000"/>
              <a:buNone/>
            </a:pPr>
            <a:r>
              <a:rPr lang="es-MX"/>
              <a:t>		"movl %1, %%eax;"</a:t>
            </a:r>
            <a:endParaRPr/>
          </a:p>
          <a:p>
            <a:pPr indent="0" lvl="0" marL="0" rtl="0" algn="l">
              <a:lnSpc>
                <a:spcPct val="100000"/>
              </a:lnSpc>
              <a:spcBef>
                <a:spcPts val="496"/>
              </a:spcBef>
              <a:spcAft>
                <a:spcPts val="0"/>
              </a:spcAft>
              <a:buClr>
                <a:schemeClr val="dk1"/>
              </a:buClr>
              <a:buSzPct val="100000"/>
              <a:buNone/>
            </a:pPr>
            <a:r>
              <a:rPr lang="es-MX"/>
              <a:t>		"movl %2, %%ebx;"</a:t>
            </a:r>
            <a:endParaRPr/>
          </a:p>
          <a:p>
            <a:pPr indent="0" lvl="0" marL="0" rtl="0" algn="l">
              <a:lnSpc>
                <a:spcPct val="100000"/>
              </a:lnSpc>
              <a:spcBef>
                <a:spcPts val="496"/>
              </a:spcBef>
              <a:spcAft>
                <a:spcPts val="0"/>
              </a:spcAft>
              <a:buClr>
                <a:schemeClr val="dk1"/>
              </a:buClr>
              <a:buSzPct val="100000"/>
              <a:buNone/>
            </a:pPr>
            <a:r>
              <a:rPr lang="es-MX"/>
              <a:t>		"subl %%ebx,%%eax;"		</a:t>
            </a:r>
            <a:endParaRPr/>
          </a:p>
          <a:p>
            <a:pPr indent="0" lvl="0" marL="0" rtl="0" algn="l">
              <a:lnSpc>
                <a:spcPct val="100000"/>
              </a:lnSpc>
              <a:spcBef>
                <a:spcPts val="496"/>
              </a:spcBef>
              <a:spcAft>
                <a:spcPts val="0"/>
              </a:spcAft>
              <a:buClr>
                <a:schemeClr val="dk1"/>
              </a:buClr>
              <a:buSzPct val="100000"/>
              <a:buNone/>
            </a:pPr>
            <a:r>
              <a:rPr lang="es-MX"/>
              <a:t>        "movl %%eax, %0;" : "=g" ( $result ) : "g" ( $a ), "g" ( $b )</a:t>
            </a:r>
            <a:endParaRPr/>
          </a:p>
          <a:p>
            <a:pPr indent="0" lvl="0" marL="0" rtl="0" algn="l">
              <a:lnSpc>
                <a:spcPct val="100000"/>
              </a:lnSpc>
              <a:spcBef>
                <a:spcPts val="496"/>
              </a:spcBef>
              <a:spcAft>
                <a:spcPts val="0"/>
              </a:spcAft>
              <a:buClr>
                <a:schemeClr val="dk1"/>
              </a:buClr>
              <a:buSzPct val="100000"/>
              <a:buNone/>
            </a:pPr>
            <a:r>
              <a:rPr lang="es-MX"/>
              <a:t>);</a:t>
            </a:r>
            <a:endParaRPr/>
          </a:p>
          <a:p>
            <a:pPr indent="0" lvl="0" marL="0" rtl="0" algn="l">
              <a:lnSpc>
                <a:spcPct val="100000"/>
              </a:lnSpc>
              <a:spcBef>
                <a:spcPts val="496"/>
              </a:spcBef>
              <a:spcAft>
                <a:spcPts val="0"/>
              </a:spcAft>
              <a:buClr>
                <a:schemeClr val="dk1"/>
              </a:buClr>
              <a:buSzPct val="100000"/>
              <a:buNone/>
            </a:pPr>
            <a:r>
              <a:rPr lang="es-MX"/>
              <a:t>return $result ;</a:t>
            </a:r>
            <a:endParaRPr/>
          </a:p>
          <a:p>
            <a:pPr indent="0" lvl="0" marL="0" rtl="0" algn="l">
              <a:lnSpc>
                <a:spcPct val="100000"/>
              </a:lnSpc>
              <a:spcBef>
                <a:spcPts val="496"/>
              </a:spcBef>
              <a:spcAft>
                <a:spcPts val="0"/>
              </a:spcAft>
              <a:buClr>
                <a:schemeClr val="dk1"/>
              </a:buClr>
              <a:buSzPct val="100000"/>
              <a:buNone/>
            </a:pPr>
            <a:r>
              <a:rPr lang="es-MX"/>
              <a:t>}</a:t>
            </a:r>
            <a:endParaRPr/>
          </a:p>
        </p:txBody>
      </p:sp>
      <p:sp>
        <p:nvSpPr>
          <p:cNvPr id="4068" name="Google Shape;4068;p5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69" name="Google Shape;4069;p5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3" name="Shape 4073"/>
        <p:cNvGrpSpPr/>
        <p:nvPr/>
      </p:nvGrpSpPr>
      <p:grpSpPr>
        <a:xfrm>
          <a:off x="0" y="0"/>
          <a:ext cx="0" cy="0"/>
          <a:chOff x="0" y="0"/>
          <a:chExt cx="0" cy="0"/>
        </a:xfrm>
      </p:grpSpPr>
      <p:sp>
        <p:nvSpPr>
          <p:cNvPr id="4074" name="Google Shape;4074;p513"/>
          <p:cNvSpPr txBox="1"/>
          <p:nvPr>
            <p:ph idx="1" type="body"/>
          </p:nvPr>
        </p:nvSpPr>
        <p:spPr>
          <a:xfrm>
            <a:off x="457200" y="260648"/>
            <a:ext cx="8229600" cy="6408712"/>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Clr>
                <a:schemeClr val="dk1"/>
              </a:buClr>
              <a:buSzPct val="100000"/>
              <a:buNone/>
            </a:pPr>
            <a:r>
              <a:rPr lang="es-MX"/>
              <a:t>#include &lt;iostream&gt;</a:t>
            </a:r>
            <a:endParaRPr/>
          </a:p>
          <a:p>
            <a:pPr indent="0" lvl="0" marL="0" rtl="0" algn="l">
              <a:lnSpc>
                <a:spcPct val="100000"/>
              </a:lnSpc>
              <a:spcBef>
                <a:spcPts val="208"/>
              </a:spcBef>
              <a:spcAft>
                <a:spcPts val="0"/>
              </a:spcAft>
              <a:buClr>
                <a:schemeClr val="dk1"/>
              </a:buClr>
              <a:buSzPct val="100000"/>
              <a:buNone/>
            </a:pPr>
            <a:r>
              <a:rPr lang="es-MX"/>
              <a:t>#include &lt;stdio.h&gt;</a:t>
            </a:r>
            <a:endParaRPr/>
          </a:p>
          <a:p>
            <a:pPr indent="0" lvl="0" marL="0" rtl="0" algn="l">
              <a:lnSpc>
                <a:spcPct val="100000"/>
              </a:lnSpc>
              <a:spcBef>
                <a:spcPts val="208"/>
              </a:spcBef>
              <a:spcAft>
                <a:spcPts val="0"/>
              </a:spcAft>
              <a:buClr>
                <a:schemeClr val="dk1"/>
              </a:buClr>
              <a:buSzPct val="100000"/>
              <a:buNone/>
            </a:pPr>
            <a:r>
              <a:rPr lang="es-MX"/>
              <a:t>#include &lt;stdlib.h&gt;</a:t>
            </a:r>
            <a:endParaRPr/>
          </a:p>
          <a:p>
            <a:pPr indent="0" lvl="0" marL="0" rtl="0" algn="l">
              <a:lnSpc>
                <a:spcPct val="100000"/>
              </a:lnSpc>
              <a:spcBef>
                <a:spcPts val="208"/>
              </a:spcBef>
              <a:spcAft>
                <a:spcPts val="0"/>
              </a:spcAft>
              <a:buClr>
                <a:schemeClr val="dk1"/>
              </a:buClr>
              <a:buSzPct val="100000"/>
              <a:buNone/>
            </a:pPr>
            <a:r>
              <a:rPr lang="es-MX"/>
              <a:t>int suma( int $a, int $b )</a:t>
            </a:r>
            <a:endParaRPr/>
          </a:p>
          <a:p>
            <a:pPr indent="0" lvl="0" marL="0" rtl="0" algn="l">
              <a:lnSpc>
                <a:spcPct val="100000"/>
              </a:lnSpc>
              <a:spcBef>
                <a:spcPts val="208"/>
              </a:spcBef>
              <a:spcAft>
                <a:spcPts val="0"/>
              </a:spcAft>
              <a:buClr>
                <a:schemeClr val="dk1"/>
              </a:buClr>
              <a:buSzPct val="100000"/>
              <a:buNone/>
            </a:pPr>
            <a:r>
              <a:rPr lang="es-MX"/>
              <a:t>{</a:t>
            </a:r>
            <a:endParaRPr/>
          </a:p>
          <a:p>
            <a:pPr indent="0" lvl="0" marL="0" rtl="0" algn="l">
              <a:lnSpc>
                <a:spcPct val="100000"/>
              </a:lnSpc>
              <a:spcBef>
                <a:spcPts val="208"/>
              </a:spcBef>
              <a:spcAft>
                <a:spcPts val="0"/>
              </a:spcAft>
              <a:buClr>
                <a:schemeClr val="dk1"/>
              </a:buClr>
              <a:buSzPct val="100000"/>
              <a:buNone/>
            </a:pPr>
            <a:r>
              <a:rPr lang="es-MX"/>
              <a:t>int $result;</a:t>
            </a:r>
            <a:endParaRPr/>
          </a:p>
          <a:p>
            <a:pPr indent="0" lvl="0" marL="0" rtl="0" algn="l">
              <a:lnSpc>
                <a:spcPct val="100000"/>
              </a:lnSpc>
              <a:spcBef>
                <a:spcPts val="208"/>
              </a:spcBef>
              <a:spcAft>
                <a:spcPts val="0"/>
              </a:spcAft>
              <a:buClr>
                <a:schemeClr val="dk1"/>
              </a:buClr>
              <a:buSzPct val="100000"/>
              <a:buNone/>
            </a:pPr>
            <a:r>
              <a:rPr lang="es-MX"/>
              <a:t>__asm__ __volatile__(</a:t>
            </a:r>
            <a:endParaRPr/>
          </a:p>
          <a:p>
            <a:pPr indent="0" lvl="0" marL="0" rtl="0" algn="l">
              <a:lnSpc>
                <a:spcPct val="100000"/>
              </a:lnSpc>
              <a:spcBef>
                <a:spcPts val="208"/>
              </a:spcBef>
              <a:spcAft>
                <a:spcPts val="0"/>
              </a:spcAft>
              <a:buClr>
                <a:schemeClr val="dk1"/>
              </a:buClr>
              <a:buSzPct val="100000"/>
              <a:buNone/>
            </a:pPr>
            <a:r>
              <a:rPr lang="es-MX"/>
              <a:t>		"movl %1, %%eax;"</a:t>
            </a:r>
            <a:endParaRPr/>
          </a:p>
          <a:p>
            <a:pPr indent="0" lvl="0" marL="0" rtl="0" algn="l">
              <a:lnSpc>
                <a:spcPct val="100000"/>
              </a:lnSpc>
              <a:spcBef>
                <a:spcPts val="208"/>
              </a:spcBef>
              <a:spcAft>
                <a:spcPts val="0"/>
              </a:spcAft>
              <a:buClr>
                <a:schemeClr val="dk1"/>
              </a:buClr>
              <a:buSzPct val="100000"/>
              <a:buNone/>
            </a:pPr>
            <a:r>
              <a:rPr lang="es-MX"/>
              <a:t>		"movl %2, %%ebx;"</a:t>
            </a:r>
            <a:endParaRPr/>
          </a:p>
          <a:p>
            <a:pPr indent="0" lvl="0" marL="0" rtl="0" algn="l">
              <a:lnSpc>
                <a:spcPct val="100000"/>
              </a:lnSpc>
              <a:spcBef>
                <a:spcPts val="208"/>
              </a:spcBef>
              <a:spcAft>
                <a:spcPts val="0"/>
              </a:spcAft>
              <a:buClr>
                <a:schemeClr val="dk1"/>
              </a:buClr>
              <a:buSzPct val="100000"/>
              <a:buNone/>
            </a:pPr>
            <a:r>
              <a:rPr lang="es-MX"/>
              <a:t>		"addl %%ebx,%%eax;"		</a:t>
            </a:r>
            <a:endParaRPr/>
          </a:p>
          <a:p>
            <a:pPr indent="0" lvl="0" marL="0" rtl="0" algn="l">
              <a:lnSpc>
                <a:spcPct val="100000"/>
              </a:lnSpc>
              <a:spcBef>
                <a:spcPts val="208"/>
              </a:spcBef>
              <a:spcAft>
                <a:spcPts val="0"/>
              </a:spcAft>
              <a:buClr>
                <a:schemeClr val="dk1"/>
              </a:buClr>
              <a:buSzPct val="100000"/>
              <a:buNone/>
            </a:pPr>
            <a:r>
              <a:rPr lang="es-MX"/>
              <a:t>        		"movl %%eax, %0;" : "=g" ( $result ) : "g" ( $a ), "g" ( $b )</a:t>
            </a:r>
            <a:endParaRPr/>
          </a:p>
          <a:p>
            <a:pPr indent="0" lvl="0" marL="0" rtl="0" algn="l">
              <a:lnSpc>
                <a:spcPct val="100000"/>
              </a:lnSpc>
              <a:spcBef>
                <a:spcPts val="208"/>
              </a:spcBef>
              <a:spcAft>
                <a:spcPts val="0"/>
              </a:spcAft>
              <a:buClr>
                <a:schemeClr val="dk1"/>
              </a:buClr>
              <a:buSzPct val="100000"/>
              <a:buNone/>
            </a:pPr>
            <a:r>
              <a:rPr lang="es-MX"/>
              <a:t>);</a:t>
            </a:r>
            <a:endParaRPr/>
          </a:p>
          <a:p>
            <a:pPr indent="0" lvl="0" marL="0" rtl="0" algn="l">
              <a:lnSpc>
                <a:spcPct val="100000"/>
              </a:lnSpc>
              <a:spcBef>
                <a:spcPts val="208"/>
              </a:spcBef>
              <a:spcAft>
                <a:spcPts val="0"/>
              </a:spcAft>
              <a:buClr>
                <a:schemeClr val="dk1"/>
              </a:buClr>
              <a:buSzPct val="100000"/>
              <a:buNone/>
            </a:pPr>
            <a:r>
              <a:rPr lang="es-MX"/>
              <a:t>return $result ;</a:t>
            </a:r>
            <a:endParaRPr/>
          </a:p>
          <a:p>
            <a:pPr indent="0" lvl="0" marL="0" rtl="0" algn="l">
              <a:lnSpc>
                <a:spcPct val="100000"/>
              </a:lnSpc>
              <a:spcBef>
                <a:spcPts val="208"/>
              </a:spcBef>
              <a:spcAft>
                <a:spcPts val="0"/>
              </a:spcAft>
              <a:buClr>
                <a:schemeClr val="dk1"/>
              </a:buClr>
              <a:buSzPct val="100000"/>
              <a:buNone/>
            </a:pPr>
            <a:r>
              <a:rPr lang="es-MX"/>
              <a:t>}</a:t>
            </a:r>
            <a:endParaRPr/>
          </a:p>
          <a:p>
            <a:pPr indent="0" lvl="0" marL="0" rtl="0" algn="l">
              <a:lnSpc>
                <a:spcPct val="100000"/>
              </a:lnSpc>
              <a:spcBef>
                <a:spcPts val="208"/>
              </a:spcBef>
              <a:spcAft>
                <a:spcPts val="0"/>
              </a:spcAft>
              <a:buClr>
                <a:schemeClr val="dk1"/>
              </a:buClr>
              <a:buSzPct val="100000"/>
              <a:buNone/>
            </a:pPr>
            <a:r>
              <a:rPr lang="es-MX"/>
              <a:t>int resta( int $a, int $b )</a:t>
            </a:r>
            <a:endParaRPr/>
          </a:p>
          <a:p>
            <a:pPr indent="0" lvl="0" marL="0" rtl="0" algn="l">
              <a:lnSpc>
                <a:spcPct val="100000"/>
              </a:lnSpc>
              <a:spcBef>
                <a:spcPts val="208"/>
              </a:spcBef>
              <a:spcAft>
                <a:spcPts val="0"/>
              </a:spcAft>
              <a:buClr>
                <a:schemeClr val="dk1"/>
              </a:buClr>
              <a:buSzPct val="100000"/>
              <a:buNone/>
            </a:pPr>
            <a:r>
              <a:rPr lang="es-MX"/>
              <a:t>{</a:t>
            </a:r>
            <a:endParaRPr/>
          </a:p>
          <a:p>
            <a:pPr indent="0" lvl="0" marL="0" rtl="0" algn="l">
              <a:lnSpc>
                <a:spcPct val="100000"/>
              </a:lnSpc>
              <a:spcBef>
                <a:spcPts val="208"/>
              </a:spcBef>
              <a:spcAft>
                <a:spcPts val="0"/>
              </a:spcAft>
              <a:buClr>
                <a:schemeClr val="dk1"/>
              </a:buClr>
              <a:buSzPct val="100000"/>
              <a:buNone/>
            </a:pPr>
            <a:r>
              <a:rPr lang="es-MX"/>
              <a:t>int $result;</a:t>
            </a:r>
            <a:endParaRPr/>
          </a:p>
          <a:p>
            <a:pPr indent="0" lvl="0" marL="0" rtl="0" algn="l">
              <a:lnSpc>
                <a:spcPct val="100000"/>
              </a:lnSpc>
              <a:spcBef>
                <a:spcPts val="208"/>
              </a:spcBef>
              <a:spcAft>
                <a:spcPts val="0"/>
              </a:spcAft>
              <a:buClr>
                <a:schemeClr val="dk1"/>
              </a:buClr>
              <a:buSzPct val="100000"/>
              <a:buNone/>
            </a:pPr>
            <a:r>
              <a:rPr lang="es-MX"/>
              <a:t>__asm__ __volatile__(</a:t>
            </a:r>
            <a:endParaRPr/>
          </a:p>
          <a:p>
            <a:pPr indent="0" lvl="0" marL="0" rtl="0" algn="l">
              <a:lnSpc>
                <a:spcPct val="100000"/>
              </a:lnSpc>
              <a:spcBef>
                <a:spcPts val="208"/>
              </a:spcBef>
              <a:spcAft>
                <a:spcPts val="0"/>
              </a:spcAft>
              <a:buClr>
                <a:schemeClr val="dk1"/>
              </a:buClr>
              <a:buSzPct val="100000"/>
              <a:buNone/>
            </a:pPr>
            <a:r>
              <a:rPr lang="es-MX"/>
              <a:t>		"movl %1, %%eax;"</a:t>
            </a:r>
            <a:endParaRPr/>
          </a:p>
          <a:p>
            <a:pPr indent="0" lvl="0" marL="0" rtl="0" algn="l">
              <a:lnSpc>
                <a:spcPct val="100000"/>
              </a:lnSpc>
              <a:spcBef>
                <a:spcPts val="208"/>
              </a:spcBef>
              <a:spcAft>
                <a:spcPts val="0"/>
              </a:spcAft>
              <a:buClr>
                <a:schemeClr val="dk1"/>
              </a:buClr>
              <a:buSzPct val="100000"/>
              <a:buNone/>
            </a:pPr>
            <a:r>
              <a:rPr lang="es-MX"/>
              <a:t>		"movl %2, %%ebx;"</a:t>
            </a:r>
            <a:endParaRPr/>
          </a:p>
          <a:p>
            <a:pPr indent="0" lvl="0" marL="0" rtl="0" algn="l">
              <a:lnSpc>
                <a:spcPct val="100000"/>
              </a:lnSpc>
              <a:spcBef>
                <a:spcPts val="208"/>
              </a:spcBef>
              <a:spcAft>
                <a:spcPts val="0"/>
              </a:spcAft>
              <a:buClr>
                <a:schemeClr val="dk1"/>
              </a:buClr>
              <a:buSzPct val="100000"/>
              <a:buNone/>
            </a:pPr>
            <a:r>
              <a:rPr lang="es-MX"/>
              <a:t>		"subl %%ebx,%%eax;"		</a:t>
            </a:r>
            <a:endParaRPr/>
          </a:p>
          <a:p>
            <a:pPr indent="0" lvl="0" marL="0" rtl="0" algn="l">
              <a:lnSpc>
                <a:spcPct val="100000"/>
              </a:lnSpc>
              <a:spcBef>
                <a:spcPts val="208"/>
              </a:spcBef>
              <a:spcAft>
                <a:spcPts val="0"/>
              </a:spcAft>
              <a:buClr>
                <a:schemeClr val="dk1"/>
              </a:buClr>
              <a:buSzPct val="100000"/>
              <a:buNone/>
            </a:pPr>
            <a:r>
              <a:rPr lang="es-MX"/>
              <a:t>		 "movl %%eax, %0;" : "=g" ( $result ) : "g" ( $a ), "g" ( $b )</a:t>
            </a:r>
            <a:endParaRPr/>
          </a:p>
          <a:p>
            <a:pPr indent="0" lvl="0" marL="0" rtl="0" algn="l">
              <a:lnSpc>
                <a:spcPct val="100000"/>
              </a:lnSpc>
              <a:spcBef>
                <a:spcPts val="208"/>
              </a:spcBef>
              <a:spcAft>
                <a:spcPts val="0"/>
              </a:spcAft>
              <a:buClr>
                <a:schemeClr val="dk1"/>
              </a:buClr>
              <a:buSzPct val="100000"/>
              <a:buNone/>
            </a:pPr>
            <a:r>
              <a:rPr lang="es-MX"/>
              <a:t>);</a:t>
            </a:r>
            <a:endParaRPr/>
          </a:p>
          <a:p>
            <a:pPr indent="0" lvl="0" marL="0" rtl="0" algn="l">
              <a:lnSpc>
                <a:spcPct val="100000"/>
              </a:lnSpc>
              <a:spcBef>
                <a:spcPts val="208"/>
              </a:spcBef>
              <a:spcAft>
                <a:spcPts val="0"/>
              </a:spcAft>
              <a:buClr>
                <a:schemeClr val="dk1"/>
              </a:buClr>
              <a:buSzPct val="100000"/>
              <a:buNone/>
            </a:pPr>
            <a:r>
              <a:rPr lang="es-MX"/>
              <a:t>return $result ;</a:t>
            </a:r>
            <a:endParaRPr/>
          </a:p>
          <a:p>
            <a:pPr indent="0" lvl="0" marL="0" rtl="0" algn="l">
              <a:lnSpc>
                <a:spcPct val="100000"/>
              </a:lnSpc>
              <a:spcBef>
                <a:spcPts val="208"/>
              </a:spcBef>
              <a:spcAft>
                <a:spcPts val="0"/>
              </a:spcAft>
              <a:buClr>
                <a:schemeClr val="dk1"/>
              </a:buClr>
              <a:buSzPct val="100000"/>
              <a:buNone/>
            </a:pPr>
            <a:r>
              <a:rPr lang="es-MX"/>
              <a:t>}</a:t>
            </a:r>
            <a:endParaRPr/>
          </a:p>
          <a:p>
            <a:pPr indent="0" lvl="0" marL="0" rtl="0" algn="l">
              <a:lnSpc>
                <a:spcPct val="100000"/>
              </a:lnSpc>
              <a:spcBef>
                <a:spcPts val="208"/>
              </a:spcBef>
              <a:spcAft>
                <a:spcPts val="0"/>
              </a:spcAft>
              <a:buClr>
                <a:schemeClr val="dk1"/>
              </a:buClr>
              <a:buSzPct val="100000"/>
              <a:buNone/>
            </a:pPr>
            <a:r>
              <a:rPr lang="es-MX"/>
              <a:t>int main(int argc, char** argv) {</a:t>
            </a:r>
            <a:endParaRPr/>
          </a:p>
          <a:p>
            <a:pPr indent="0" lvl="0" marL="0" rtl="0" algn="l">
              <a:lnSpc>
                <a:spcPct val="100000"/>
              </a:lnSpc>
              <a:spcBef>
                <a:spcPts val="208"/>
              </a:spcBef>
              <a:spcAft>
                <a:spcPts val="0"/>
              </a:spcAft>
              <a:buClr>
                <a:schemeClr val="dk1"/>
              </a:buClr>
              <a:buSzPct val="100000"/>
              <a:buNone/>
            </a:pPr>
            <a:r>
              <a:rPr lang="es-MX"/>
              <a:t>	int numero_1, numero_2;</a:t>
            </a:r>
            <a:endParaRPr/>
          </a:p>
          <a:p>
            <a:pPr indent="0" lvl="0" marL="0" rtl="0" algn="l">
              <a:lnSpc>
                <a:spcPct val="100000"/>
              </a:lnSpc>
              <a:spcBef>
                <a:spcPts val="208"/>
              </a:spcBef>
              <a:spcAft>
                <a:spcPts val="0"/>
              </a:spcAft>
              <a:buClr>
                <a:schemeClr val="dk1"/>
              </a:buClr>
              <a:buSzPct val="100000"/>
              <a:buNone/>
            </a:pPr>
            <a:r>
              <a:rPr lang="es-MX"/>
              <a:t>	printf( "\n\n" );</a:t>
            </a:r>
            <a:endParaRPr/>
          </a:p>
          <a:p>
            <a:pPr indent="0" lvl="0" marL="0" rtl="0" algn="l">
              <a:lnSpc>
                <a:spcPct val="100000"/>
              </a:lnSpc>
              <a:spcBef>
                <a:spcPts val="208"/>
              </a:spcBef>
              <a:spcAft>
                <a:spcPts val="0"/>
              </a:spcAft>
              <a:buClr>
                <a:schemeClr val="dk1"/>
              </a:buClr>
              <a:buSzPct val="100000"/>
              <a:buNone/>
            </a:pPr>
            <a:r>
              <a:rPr lang="es-MX"/>
              <a:t>	printf( " =======================================================================\n" );</a:t>
            </a:r>
            <a:endParaRPr/>
          </a:p>
          <a:p>
            <a:pPr indent="0" lvl="0" marL="0" rtl="0" algn="l">
              <a:lnSpc>
                <a:spcPct val="100000"/>
              </a:lnSpc>
              <a:spcBef>
                <a:spcPts val="208"/>
              </a:spcBef>
              <a:spcAft>
                <a:spcPts val="0"/>
              </a:spcAft>
              <a:buClr>
                <a:schemeClr val="dk1"/>
              </a:buClr>
              <a:buSzPct val="100000"/>
              <a:buNone/>
            </a:pPr>
            <a:r>
              <a:rPr lang="es-MX"/>
              <a:t>	printf( " Este programa realiza operaciones con enteros\n");</a:t>
            </a:r>
            <a:endParaRPr/>
          </a:p>
          <a:p>
            <a:pPr indent="0" lvl="0" marL="0" rtl="0" algn="l">
              <a:lnSpc>
                <a:spcPct val="100000"/>
              </a:lnSpc>
              <a:spcBef>
                <a:spcPts val="208"/>
              </a:spcBef>
              <a:spcAft>
                <a:spcPts val="0"/>
              </a:spcAft>
              <a:buClr>
                <a:schemeClr val="dk1"/>
              </a:buClr>
              <a:buSzPct val="100000"/>
              <a:buNone/>
            </a:pPr>
            <a:r>
              <a:rPr lang="es-MX"/>
              <a:t>	printf( " =======================================================================\n" );</a:t>
            </a:r>
            <a:endParaRPr/>
          </a:p>
          <a:p>
            <a:pPr indent="0" lvl="0" marL="0" rtl="0" algn="l">
              <a:lnSpc>
                <a:spcPct val="100000"/>
              </a:lnSpc>
              <a:spcBef>
                <a:spcPts val="208"/>
              </a:spcBef>
              <a:spcAft>
                <a:spcPts val="0"/>
              </a:spcAft>
              <a:buClr>
                <a:schemeClr val="dk1"/>
              </a:buClr>
              <a:buSzPct val="100000"/>
              <a:buNone/>
            </a:pPr>
            <a:r>
              <a:rPr lang="es-MX"/>
              <a:t>	printf( "\n\n\t\t Dar el primer numero entero : " );</a:t>
            </a:r>
            <a:endParaRPr/>
          </a:p>
          <a:p>
            <a:pPr indent="0" lvl="0" marL="0" rtl="0" algn="l">
              <a:lnSpc>
                <a:spcPct val="100000"/>
              </a:lnSpc>
              <a:spcBef>
                <a:spcPts val="208"/>
              </a:spcBef>
              <a:spcAft>
                <a:spcPts val="0"/>
              </a:spcAft>
              <a:buClr>
                <a:schemeClr val="dk1"/>
              </a:buClr>
              <a:buSzPct val="100000"/>
              <a:buNone/>
            </a:pPr>
            <a:r>
              <a:rPr lang="es-MX"/>
              <a:t>	scanf( "%d", &amp;numero_1 );</a:t>
            </a:r>
            <a:endParaRPr/>
          </a:p>
          <a:p>
            <a:pPr indent="0" lvl="0" marL="0" rtl="0" algn="l">
              <a:lnSpc>
                <a:spcPct val="100000"/>
              </a:lnSpc>
              <a:spcBef>
                <a:spcPts val="208"/>
              </a:spcBef>
              <a:spcAft>
                <a:spcPts val="0"/>
              </a:spcAft>
              <a:buClr>
                <a:schemeClr val="dk1"/>
              </a:buClr>
              <a:buSzPct val="100000"/>
              <a:buNone/>
            </a:pPr>
            <a:r>
              <a:rPr lang="es-MX"/>
              <a:t>	printf( "\n\n\t\t Dar el segundo numero entero : " );</a:t>
            </a:r>
            <a:endParaRPr/>
          </a:p>
          <a:p>
            <a:pPr indent="0" lvl="0" marL="0" rtl="0" algn="l">
              <a:lnSpc>
                <a:spcPct val="100000"/>
              </a:lnSpc>
              <a:spcBef>
                <a:spcPts val="208"/>
              </a:spcBef>
              <a:spcAft>
                <a:spcPts val="0"/>
              </a:spcAft>
              <a:buClr>
                <a:schemeClr val="dk1"/>
              </a:buClr>
              <a:buSzPct val="100000"/>
              <a:buNone/>
            </a:pPr>
            <a:r>
              <a:rPr lang="es-MX"/>
              <a:t>	scanf( "%d", &amp;numero_2 );</a:t>
            </a:r>
            <a:endParaRPr/>
          </a:p>
          <a:p>
            <a:pPr indent="0" lvl="0" marL="0" rtl="0" algn="l">
              <a:lnSpc>
                <a:spcPct val="100000"/>
              </a:lnSpc>
              <a:spcBef>
                <a:spcPts val="208"/>
              </a:spcBef>
              <a:spcAft>
                <a:spcPts val="0"/>
              </a:spcAft>
              <a:buClr>
                <a:schemeClr val="dk1"/>
              </a:buClr>
              <a:buSzPct val="100000"/>
              <a:buNone/>
            </a:pPr>
            <a:r>
              <a:rPr lang="es-MX"/>
              <a:t>	printf( "\n\n" );</a:t>
            </a:r>
            <a:endParaRPr/>
          </a:p>
          <a:p>
            <a:pPr indent="0" lvl="0" marL="0" rtl="0" algn="l">
              <a:lnSpc>
                <a:spcPct val="100000"/>
              </a:lnSpc>
              <a:spcBef>
                <a:spcPts val="208"/>
              </a:spcBef>
              <a:spcAft>
                <a:spcPts val="0"/>
              </a:spcAft>
              <a:buClr>
                <a:schemeClr val="dk1"/>
              </a:buClr>
              <a:buSzPct val="100000"/>
              <a:buNone/>
            </a:pPr>
            <a:r>
              <a:rPr lang="es-MX"/>
              <a:t>	printf( "\t\t %d + %d = %d\n", numero_1, numero_2, suma(numero_1,numero_2) );</a:t>
            </a:r>
            <a:endParaRPr/>
          </a:p>
          <a:p>
            <a:pPr indent="0" lvl="0" marL="0" rtl="0" algn="l">
              <a:lnSpc>
                <a:spcPct val="100000"/>
              </a:lnSpc>
              <a:spcBef>
                <a:spcPts val="208"/>
              </a:spcBef>
              <a:spcAft>
                <a:spcPts val="0"/>
              </a:spcAft>
              <a:buClr>
                <a:schemeClr val="dk1"/>
              </a:buClr>
              <a:buSzPct val="100000"/>
              <a:buNone/>
            </a:pPr>
            <a:r>
              <a:rPr lang="es-MX"/>
              <a:t>	printf( "\t\t %d - %d = %d\n", numero_1, numero_2, resta(numero_1,numero_2) );	</a:t>
            </a:r>
            <a:endParaRPr/>
          </a:p>
          <a:p>
            <a:pPr indent="0" lvl="0" marL="0" rtl="0" algn="l">
              <a:lnSpc>
                <a:spcPct val="100000"/>
              </a:lnSpc>
              <a:spcBef>
                <a:spcPts val="208"/>
              </a:spcBef>
              <a:spcAft>
                <a:spcPts val="0"/>
              </a:spcAft>
              <a:buClr>
                <a:schemeClr val="dk1"/>
              </a:buClr>
              <a:buSzPct val="100000"/>
              <a:buNone/>
            </a:pPr>
            <a:r>
              <a:rPr lang="es-MX"/>
              <a:t>	printf( "\n\n\t\t " );</a:t>
            </a:r>
            <a:endParaRPr/>
          </a:p>
          <a:p>
            <a:pPr indent="0" lvl="0" marL="0" rtl="0" algn="l">
              <a:lnSpc>
                <a:spcPct val="100000"/>
              </a:lnSpc>
              <a:spcBef>
                <a:spcPts val="208"/>
              </a:spcBef>
              <a:spcAft>
                <a:spcPts val="0"/>
              </a:spcAft>
              <a:buClr>
                <a:schemeClr val="dk1"/>
              </a:buClr>
              <a:buSzPct val="100000"/>
              <a:buNone/>
            </a:pPr>
            <a:r>
              <a:rPr lang="es-MX"/>
              <a:t>	return 0;</a:t>
            </a:r>
            <a:endParaRPr/>
          </a:p>
          <a:p>
            <a:pPr indent="0" lvl="0" marL="0" rtl="0" algn="l">
              <a:lnSpc>
                <a:spcPct val="100000"/>
              </a:lnSpc>
              <a:spcBef>
                <a:spcPts val="208"/>
              </a:spcBef>
              <a:spcAft>
                <a:spcPts val="0"/>
              </a:spcAft>
              <a:buClr>
                <a:schemeClr val="dk1"/>
              </a:buClr>
              <a:buSzPct val="100000"/>
              <a:buNone/>
            </a:pPr>
            <a:r>
              <a:rPr lang="es-MX"/>
              <a:t>}</a:t>
            </a:r>
            <a:endParaRPr/>
          </a:p>
        </p:txBody>
      </p:sp>
      <p:sp>
        <p:nvSpPr>
          <p:cNvPr id="4075" name="Google Shape;4075;p5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76" name="Google Shape;4076;p5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0" name="Shape 4080"/>
        <p:cNvGrpSpPr/>
        <p:nvPr/>
      </p:nvGrpSpPr>
      <p:grpSpPr>
        <a:xfrm>
          <a:off x="0" y="0"/>
          <a:ext cx="0" cy="0"/>
          <a:chOff x="0" y="0"/>
          <a:chExt cx="0" cy="0"/>
        </a:xfrm>
      </p:grpSpPr>
      <p:sp>
        <p:nvSpPr>
          <p:cNvPr id="4081" name="Google Shape;4081;p5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4082" name="Google Shape;4082;p5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Clr>
                <a:schemeClr val="dk1"/>
              </a:buClr>
              <a:buSzPct val="100000"/>
              <a:buNone/>
            </a:pPr>
            <a:r>
              <a:rPr lang="es-MX"/>
              <a:t>int suma2( int $a, int $b, int $c  )</a:t>
            </a:r>
            <a:endParaRPr/>
          </a:p>
          <a:p>
            <a:pPr indent="0" lvl="0" marL="0" rtl="0" algn="l">
              <a:lnSpc>
                <a:spcPct val="100000"/>
              </a:lnSpc>
              <a:spcBef>
                <a:spcPts val="448"/>
              </a:spcBef>
              <a:spcAft>
                <a:spcPts val="0"/>
              </a:spcAft>
              <a:buClr>
                <a:schemeClr val="dk1"/>
              </a:buClr>
              <a:buSzPct val="100000"/>
              <a:buNone/>
            </a:pPr>
            <a:r>
              <a:rPr lang="es-MX"/>
              <a:t>{</a:t>
            </a:r>
            <a:endParaRPr/>
          </a:p>
          <a:p>
            <a:pPr indent="0" lvl="0" marL="0" rtl="0" algn="l">
              <a:lnSpc>
                <a:spcPct val="100000"/>
              </a:lnSpc>
              <a:spcBef>
                <a:spcPts val="448"/>
              </a:spcBef>
              <a:spcAft>
                <a:spcPts val="0"/>
              </a:spcAft>
              <a:buClr>
                <a:schemeClr val="dk1"/>
              </a:buClr>
              <a:buSzPct val="100000"/>
              <a:buNone/>
            </a:pPr>
            <a:r>
              <a:rPr lang="es-MX"/>
              <a:t>int $result;</a:t>
            </a:r>
            <a:endParaRPr/>
          </a:p>
          <a:p>
            <a:pPr indent="0" lvl="0" marL="0" rtl="0" algn="l">
              <a:lnSpc>
                <a:spcPct val="100000"/>
              </a:lnSpc>
              <a:spcBef>
                <a:spcPts val="448"/>
              </a:spcBef>
              <a:spcAft>
                <a:spcPts val="0"/>
              </a:spcAft>
              <a:buClr>
                <a:schemeClr val="dk1"/>
              </a:buClr>
              <a:buSzPct val="100000"/>
              <a:buNone/>
            </a:pPr>
            <a:r>
              <a:rPr lang="es-MX"/>
              <a:t>__asm__ __volatile__(</a:t>
            </a:r>
            <a:endParaRPr/>
          </a:p>
          <a:p>
            <a:pPr indent="0" lvl="0" marL="0" rtl="0" algn="l">
              <a:lnSpc>
                <a:spcPct val="100000"/>
              </a:lnSpc>
              <a:spcBef>
                <a:spcPts val="448"/>
              </a:spcBef>
              <a:spcAft>
                <a:spcPts val="0"/>
              </a:spcAft>
              <a:buClr>
                <a:schemeClr val="dk1"/>
              </a:buClr>
              <a:buSzPct val="100000"/>
              <a:buNone/>
            </a:pPr>
            <a:r>
              <a:rPr lang="es-MX"/>
              <a:t>		"movl %1, %%eax;"</a:t>
            </a:r>
            <a:endParaRPr/>
          </a:p>
          <a:p>
            <a:pPr indent="0" lvl="0" marL="0" rtl="0" algn="l">
              <a:lnSpc>
                <a:spcPct val="100000"/>
              </a:lnSpc>
              <a:spcBef>
                <a:spcPts val="448"/>
              </a:spcBef>
              <a:spcAft>
                <a:spcPts val="0"/>
              </a:spcAft>
              <a:buClr>
                <a:schemeClr val="dk1"/>
              </a:buClr>
              <a:buSzPct val="100000"/>
              <a:buNone/>
            </a:pPr>
            <a:r>
              <a:rPr lang="es-MX"/>
              <a:t>		"movl %2, %%ebx;"</a:t>
            </a:r>
            <a:endParaRPr/>
          </a:p>
          <a:p>
            <a:pPr indent="0" lvl="0" marL="0" rtl="0" algn="l">
              <a:lnSpc>
                <a:spcPct val="100000"/>
              </a:lnSpc>
              <a:spcBef>
                <a:spcPts val="448"/>
              </a:spcBef>
              <a:spcAft>
                <a:spcPts val="0"/>
              </a:spcAft>
              <a:buClr>
                <a:schemeClr val="dk1"/>
              </a:buClr>
              <a:buSzPct val="100000"/>
              <a:buNone/>
            </a:pPr>
            <a:r>
              <a:rPr lang="es-MX"/>
              <a:t>		"addl %%ebx,%%eax;"		</a:t>
            </a:r>
            <a:endParaRPr/>
          </a:p>
          <a:p>
            <a:pPr indent="0" lvl="0" marL="0" rtl="0" algn="l">
              <a:lnSpc>
                <a:spcPct val="100000"/>
              </a:lnSpc>
              <a:spcBef>
                <a:spcPts val="448"/>
              </a:spcBef>
              <a:spcAft>
                <a:spcPts val="0"/>
              </a:spcAft>
              <a:buClr>
                <a:schemeClr val="dk1"/>
              </a:buClr>
              <a:buSzPct val="100000"/>
              <a:buNone/>
            </a:pPr>
            <a:r>
              <a:rPr lang="es-MX"/>
              <a:t>		"movl %3, %%ebx;"</a:t>
            </a:r>
            <a:endParaRPr/>
          </a:p>
          <a:p>
            <a:pPr indent="0" lvl="0" marL="0" rtl="0" algn="l">
              <a:lnSpc>
                <a:spcPct val="100000"/>
              </a:lnSpc>
              <a:spcBef>
                <a:spcPts val="448"/>
              </a:spcBef>
              <a:spcAft>
                <a:spcPts val="0"/>
              </a:spcAft>
              <a:buClr>
                <a:schemeClr val="dk1"/>
              </a:buClr>
              <a:buSzPct val="100000"/>
              <a:buNone/>
            </a:pPr>
            <a:r>
              <a:rPr lang="es-MX"/>
              <a:t>		"addl %%ebx,%%eax;"			</a:t>
            </a:r>
            <a:endParaRPr/>
          </a:p>
          <a:p>
            <a:pPr indent="0" lvl="0" marL="0" rtl="0" algn="l">
              <a:lnSpc>
                <a:spcPct val="100000"/>
              </a:lnSpc>
              <a:spcBef>
                <a:spcPts val="448"/>
              </a:spcBef>
              <a:spcAft>
                <a:spcPts val="0"/>
              </a:spcAft>
              <a:buClr>
                <a:schemeClr val="dk1"/>
              </a:buClr>
              <a:buSzPct val="100000"/>
              <a:buNone/>
            </a:pPr>
            <a:r>
              <a:rPr lang="es-MX"/>
              <a:t>        "movl %%eax, %0;" : "=g" ( $result ) : "g" ( $a ), "g" ( $b ), "g" ( $c )</a:t>
            </a:r>
            <a:endParaRPr/>
          </a:p>
          <a:p>
            <a:pPr indent="0" lvl="0" marL="0" rtl="0" algn="l">
              <a:lnSpc>
                <a:spcPct val="100000"/>
              </a:lnSpc>
              <a:spcBef>
                <a:spcPts val="448"/>
              </a:spcBef>
              <a:spcAft>
                <a:spcPts val="0"/>
              </a:spcAft>
              <a:buClr>
                <a:schemeClr val="dk1"/>
              </a:buClr>
              <a:buSzPct val="100000"/>
              <a:buNone/>
            </a:pPr>
            <a:r>
              <a:rPr lang="es-MX"/>
              <a:t>);</a:t>
            </a:r>
            <a:endParaRPr/>
          </a:p>
          <a:p>
            <a:pPr indent="0" lvl="0" marL="0" rtl="0" algn="l">
              <a:lnSpc>
                <a:spcPct val="100000"/>
              </a:lnSpc>
              <a:spcBef>
                <a:spcPts val="448"/>
              </a:spcBef>
              <a:spcAft>
                <a:spcPts val="0"/>
              </a:spcAft>
              <a:buClr>
                <a:schemeClr val="dk1"/>
              </a:buClr>
              <a:buSzPct val="100000"/>
              <a:buNone/>
            </a:pPr>
            <a:r>
              <a:rPr lang="es-MX"/>
              <a:t>return $result ;</a:t>
            </a:r>
            <a:endParaRPr/>
          </a:p>
          <a:p>
            <a:pPr indent="0" lvl="0" marL="0" rtl="0" algn="l">
              <a:lnSpc>
                <a:spcPct val="100000"/>
              </a:lnSpc>
              <a:spcBef>
                <a:spcPts val="448"/>
              </a:spcBef>
              <a:spcAft>
                <a:spcPts val="0"/>
              </a:spcAft>
              <a:buClr>
                <a:schemeClr val="dk1"/>
              </a:buClr>
              <a:buSzPct val="100000"/>
              <a:buNone/>
            </a:pPr>
            <a:r>
              <a:rPr lang="es-MX"/>
              <a:t>}</a:t>
            </a:r>
            <a:endParaRPr/>
          </a:p>
          <a:p>
            <a:pPr indent="0" lvl="0" marL="0" rtl="0" algn="l">
              <a:lnSpc>
                <a:spcPct val="100000"/>
              </a:lnSpc>
              <a:spcBef>
                <a:spcPts val="448"/>
              </a:spcBef>
              <a:spcAft>
                <a:spcPts val="0"/>
              </a:spcAft>
              <a:buClr>
                <a:schemeClr val="dk1"/>
              </a:buClr>
              <a:buSzPct val="100000"/>
              <a:buNone/>
            </a:pPr>
            <a:r>
              <a:t/>
            </a:r>
            <a:endParaRPr/>
          </a:p>
        </p:txBody>
      </p:sp>
      <p:sp>
        <p:nvSpPr>
          <p:cNvPr id="4083" name="Google Shape;4083;p5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84" name="Google Shape;4084;p5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8" name="Shape 4088"/>
        <p:cNvGrpSpPr/>
        <p:nvPr/>
      </p:nvGrpSpPr>
      <p:grpSpPr>
        <a:xfrm>
          <a:off x="0" y="0"/>
          <a:ext cx="0" cy="0"/>
          <a:chOff x="0" y="0"/>
          <a:chExt cx="0" cy="0"/>
        </a:xfrm>
      </p:grpSpPr>
      <p:sp>
        <p:nvSpPr>
          <p:cNvPr id="4089" name="Google Shape;4089;p515"/>
          <p:cNvSpPr txBox="1"/>
          <p:nvPr>
            <p:ph idx="1" type="body"/>
          </p:nvPr>
        </p:nvSpPr>
        <p:spPr>
          <a:xfrm>
            <a:off x="457200" y="116632"/>
            <a:ext cx="8229600" cy="6624736"/>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00000"/>
              </a:lnSpc>
              <a:spcBef>
                <a:spcPts val="0"/>
              </a:spcBef>
              <a:spcAft>
                <a:spcPts val="0"/>
              </a:spcAft>
              <a:buClr>
                <a:schemeClr val="dk1"/>
              </a:buClr>
              <a:buSzPct val="100000"/>
              <a:buNone/>
            </a:pPr>
            <a:r>
              <a:rPr lang="es-MX"/>
              <a:t>#include &lt;iostream&gt;</a:t>
            </a:r>
            <a:endParaRPr/>
          </a:p>
          <a:p>
            <a:pPr indent="0" lvl="0" marL="0" rtl="0" algn="l">
              <a:lnSpc>
                <a:spcPct val="100000"/>
              </a:lnSpc>
              <a:spcBef>
                <a:spcPts val="160"/>
              </a:spcBef>
              <a:spcAft>
                <a:spcPts val="0"/>
              </a:spcAft>
              <a:buClr>
                <a:schemeClr val="dk1"/>
              </a:buClr>
              <a:buSzPct val="100000"/>
              <a:buNone/>
            </a:pPr>
            <a:r>
              <a:rPr lang="es-MX"/>
              <a:t>#include &lt;stdio.h&gt;</a:t>
            </a:r>
            <a:endParaRPr/>
          </a:p>
          <a:p>
            <a:pPr indent="0" lvl="0" marL="0" rtl="0" algn="l">
              <a:lnSpc>
                <a:spcPct val="100000"/>
              </a:lnSpc>
              <a:spcBef>
                <a:spcPts val="160"/>
              </a:spcBef>
              <a:spcAft>
                <a:spcPts val="0"/>
              </a:spcAft>
              <a:buClr>
                <a:schemeClr val="dk1"/>
              </a:buClr>
              <a:buSzPct val="100000"/>
              <a:buNone/>
            </a:pPr>
            <a:r>
              <a:rPr lang="es-MX"/>
              <a:t>#include &lt;stdlib.h&gt;</a:t>
            </a:r>
            <a:endParaRPr/>
          </a:p>
          <a:p>
            <a:pPr indent="0" lvl="0" marL="0" rtl="0" algn="l">
              <a:lnSpc>
                <a:spcPct val="100000"/>
              </a:lnSpc>
              <a:spcBef>
                <a:spcPts val="160"/>
              </a:spcBef>
              <a:spcAft>
                <a:spcPts val="0"/>
              </a:spcAft>
              <a:buClr>
                <a:schemeClr val="dk1"/>
              </a:buClr>
              <a:buSzPct val="100000"/>
              <a:buNone/>
            </a:pPr>
            <a:r>
              <a:rPr lang="es-MX"/>
              <a:t>int suma( int $a, int $b )</a:t>
            </a:r>
            <a:endParaRPr/>
          </a:p>
          <a:p>
            <a:pPr indent="0" lvl="0" marL="0" rtl="0" algn="l">
              <a:lnSpc>
                <a:spcPct val="100000"/>
              </a:lnSpc>
              <a:spcBef>
                <a:spcPts val="160"/>
              </a:spcBef>
              <a:spcAft>
                <a:spcPts val="0"/>
              </a:spcAft>
              <a:buClr>
                <a:schemeClr val="dk1"/>
              </a:buClr>
              <a:buSzPct val="100000"/>
              <a:buNone/>
            </a:pPr>
            <a:r>
              <a:rPr lang="es-MX"/>
              <a:t>{</a:t>
            </a:r>
            <a:endParaRPr/>
          </a:p>
          <a:p>
            <a:pPr indent="0" lvl="0" marL="0" rtl="0" algn="l">
              <a:lnSpc>
                <a:spcPct val="100000"/>
              </a:lnSpc>
              <a:spcBef>
                <a:spcPts val="160"/>
              </a:spcBef>
              <a:spcAft>
                <a:spcPts val="0"/>
              </a:spcAft>
              <a:buClr>
                <a:schemeClr val="dk1"/>
              </a:buClr>
              <a:buSzPct val="100000"/>
              <a:buNone/>
            </a:pPr>
            <a:r>
              <a:rPr lang="es-MX"/>
              <a:t>int $result;</a:t>
            </a:r>
            <a:endParaRPr/>
          </a:p>
          <a:p>
            <a:pPr indent="0" lvl="0" marL="0" rtl="0" algn="l">
              <a:lnSpc>
                <a:spcPct val="100000"/>
              </a:lnSpc>
              <a:spcBef>
                <a:spcPts val="160"/>
              </a:spcBef>
              <a:spcAft>
                <a:spcPts val="0"/>
              </a:spcAft>
              <a:buClr>
                <a:schemeClr val="dk1"/>
              </a:buClr>
              <a:buSzPct val="100000"/>
              <a:buNone/>
            </a:pPr>
            <a:r>
              <a:rPr lang="es-MX"/>
              <a:t>__asm__ __volatile__(</a:t>
            </a:r>
            <a:endParaRPr/>
          </a:p>
          <a:p>
            <a:pPr indent="0" lvl="0" marL="0" rtl="0" algn="l">
              <a:lnSpc>
                <a:spcPct val="100000"/>
              </a:lnSpc>
              <a:spcBef>
                <a:spcPts val="160"/>
              </a:spcBef>
              <a:spcAft>
                <a:spcPts val="0"/>
              </a:spcAft>
              <a:buClr>
                <a:schemeClr val="dk1"/>
              </a:buClr>
              <a:buSzPct val="100000"/>
              <a:buNone/>
            </a:pPr>
            <a:r>
              <a:rPr lang="es-MX"/>
              <a:t>		"movl %1, %%eax;"</a:t>
            </a:r>
            <a:endParaRPr/>
          </a:p>
          <a:p>
            <a:pPr indent="0" lvl="0" marL="0" rtl="0" algn="l">
              <a:lnSpc>
                <a:spcPct val="100000"/>
              </a:lnSpc>
              <a:spcBef>
                <a:spcPts val="160"/>
              </a:spcBef>
              <a:spcAft>
                <a:spcPts val="0"/>
              </a:spcAft>
              <a:buClr>
                <a:schemeClr val="dk1"/>
              </a:buClr>
              <a:buSzPct val="100000"/>
              <a:buNone/>
            </a:pPr>
            <a:r>
              <a:rPr lang="es-MX"/>
              <a:t>		"movl %2, %%ebx;"</a:t>
            </a:r>
            <a:endParaRPr/>
          </a:p>
          <a:p>
            <a:pPr indent="0" lvl="0" marL="0" rtl="0" algn="l">
              <a:lnSpc>
                <a:spcPct val="100000"/>
              </a:lnSpc>
              <a:spcBef>
                <a:spcPts val="160"/>
              </a:spcBef>
              <a:spcAft>
                <a:spcPts val="0"/>
              </a:spcAft>
              <a:buClr>
                <a:schemeClr val="dk1"/>
              </a:buClr>
              <a:buSzPct val="100000"/>
              <a:buNone/>
            </a:pPr>
            <a:r>
              <a:rPr lang="es-MX"/>
              <a:t>		"addl %%ebx,%%eax;"		</a:t>
            </a:r>
            <a:endParaRPr/>
          </a:p>
          <a:p>
            <a:pPr indent="0" lvl="0" marL="0" rtl="0" algn="l">
              <a:lnSpc>
                <a:spcPct val="100000"/>
              </a:lnSpc>
              <a:spcBef>
                <a:spcPts val="160"/>
              </a:spcBef>
              <a:spcAft>
                <a:spcPts val="0"/>
              </a:spcAft>
              <a:buClr>
                <a:schemeClr val="dk1"/>
              </a:buClr>
              <a:buSzPct val="100000"/>
              <a:buNone/>
            </a:pPr>
            <a:r>
              <a:rPr lang="es-MX"/>
              <a:t>        "movl %%eax, %0;" : "=g" ( $result ) : "g" ( $a ), "g" ( $b )</a:t>
            </a:r>
            <a:endParaRPr/>
          </a:p>
          <a:p>
            <a:pPr indent="0" lvl="0" marL="0" rtl="0" algn="l">
              <a:lnSpc>
                <a:spcPct val="100000"/>
              </a:lnSpc>
              <a:spcBef>
                <a:spcPts val="160"/>
              </a:spcBef>
              <a:spcAft>
                <a:spcPts val="0"/>
              </a:spcAft>
              <a:buClr>
                <a:schemeClr val="dk1"/>
              </a:buClr>
              <a:buSzPct val="100000"/>
              <a:buNone/>
            </a:pPr>
            <a:r>
              <a:rPr lang="es-MX"/>
              <a:t>);</a:t>
            </a:r>
            <a:endParaRPr/>
          </a:p>
          <a:p>
            <a:pPr indent="0" lvl="0" marL="0" rtl="0" algn="l">
              <a:lnSpc>
                <a:spcPct val="100000"/>
              </a:lnSpc>
              <a:spcBef>
                <a:spcPts val="160"/>
              </a:spcBef>
              <a:spcAft>
                <a:spcPts val="0"/>
              </a:spcAft>
              <a:buClr>
                <a:schemeClr val="dk1"/>
              </a:buClr>
              <a:buSzPct val="100000"/>
              <a:buNone/>
            </a:pPr>
            <a:r>
              <a:rPr lang="es-MX"/>
              <a:t>return $result ;</a:t>
            </a:r>
            <a:endParaRPr/>
          </a:p>
          <a:p>
            <a:pPr indent="0" lvl="0" marL="0" rtl="0" algn="l">
              <a:lnSpc>
                <a:spcPct val="100000"/>
              </a:lnSpc>
              <a:spcBef>
                <a:spcPts val="160"/>
              </a:spcBef>
              <a:spcAft>
                <a:spcPts val="0"/>
              </a:spcAft>
              <a:buClr>
                <a:schemeClr val="dk1"/>
              </a:buClr>
              <a:buSzPct val="100000"/>
              <a:buNone/>
            </a:pPr>
            <a:r>
              <a:rPr lang="es-MX"/>
              <a:t>}</a:t>
            </a:r>
            <a:endParaRPr/>
          </a:p>
          <a:p>
            <a:pPr indent="0" lvl="0" marL="0" rtl="0" algn="l">
              <a:lnSpc>
                <a:spcPct val="100000"/>
              </a:lnSpc>
              <a:spcBef>
                <a:spcPts val="160"/>
              </a:spcBef>
              <a:spcAft>
                <a:spcPts val="0"/>
              </a:spcAft>
              <a:buClr>
                <a:schemeClr val="dk1"/>
              </a:buClr>
              <a:buSzPct val="100000"/>
              <a:buNone/>
            </a:pPr>
            <a:r>
              <a:rPr lang="es-MX"/>
              <a:t>int resta( int $a, int $b )</a:t>
            </a:r>
            <a:endParaRPr/>
          </a:p>
          <a:p>
            <a:pPr indent="0" lvl="0" marL="0" rtl="0" algn="l">
              <a:lnSpc>
                <a:spcPct val="100000"/>
              </a:lnSpc>
              <a:spcBef>
                <a:spcPts val="160"/>
              </a:spcBef>
              <a:spcAft>
                <a:spcPts val="0"/>
              </a:spcAft>
              <a:buClr>
                <a:schemeClr val="dk1"/>
              </a:buClr>
              <a:buSzPct val="100000"/>
              <a:buNone/>
            </a:pPr>
            <a:r>
              <a:rPr lang="es-MX"/>
              <a:t>{</a:t>
            </a:r>
            <a:endParaRPr/>
          </a:p>
          <a:p>
            <a:pPr indent="0" lvl="0" marL="0" rtl="0" algn="l">
              <a:lnSpc>
                <a:spcPct val="100000"/>
              </a:lnSpc>
              <a:spcBef>
                <a:spcPts val="160"/>
              </a:spcBef>
              <a:spcAft>
                <a:spcPts val="0"/>
              </a:spcAft>
              <a:buClr>
                <a:schemeClr val="dk1"/>
              </a:buClr>
              <a:buSzPct val="100000"/>
              <a:buNone/>
            </a:pPr>
            <a:r>
              <a:rPr lang="es-MX"/>
              <a:t>int $result;</a:t>
            </a:r>
            <a:endParaRPr/>
          </a:p>
          <a:p>
            <a:pPr indent="0" lvl="0" marL="0" rtl="0" algn="l">
              <a:lnSpc>
                <a:spcPct val="100000"/>
              </a:lnSpc>
              <a:spcBef>
                <a:spcPts val="160"/>
              </a:spcBef>
              <a:spcAft>
                <a:spcPts val="0"/>
              </a:spcAft>
              <a:buClr>
                <a:schemeClr val="dk1"/>
              </a:buClr>
              <a:buSzPct val="100000"/>
              <a:buNone/>
            </a:pPr>
            <a:r>
              <a:rPr lang="es-MX"/>
              <a:t>__asm__ __volatile__(</a:t>
            </a:r>
            <a:endParaRPr/>
          </a:p>
          <a:p>
            <a:pPr indent="0" lvl="0" marL="0" rtl="0" algn="l">
              <a:lnSpc>
                <a:spcPct val="100000"/>
              </a:lnSpc>
              <a:spcBef>
                <a:spcPts val="160"/>
              </a:spcBef>
              <a:spcAft>
                <a:spcPts val="0"/>
              </a:spcAft>
              <a:buClr>
                <a:schemeClr val="dk1"/>
              </a:buClr>
              <a:buSzPct val="100000"/>
              <a:buNone/>
            </a:pPr>
            <a:r>
              <a:rPr lang="es-MX"/>
              <a:t>		"movl %1, %%eax;"</a:t>
            </a:r>
            <a:endParaRPr/>
          </a:p>
          <a:p>
            <a:pPr indent="0" lvl="0" marL="0" rtl="0" algn="l">
              <a:lnSpc>
                <a:spcPct val="100000"/>
              </a:lnSpc>
              <a:spcBef>
                <a:spcPts val="160"/>
              </a:spcBef>
              <a:spcAft>
                <a:spcPts val="0"/>
              </a:spcAft>
              <a:buClr>
                <a:schemeClr val="dk1"/>
              </a:buClr>
              <a:buSzPct val="100000"/>
              <a:buNone/>
            </a:pPr>
            <a:r>
              <a:rPr lang="es-MX"/>
              <a:t>		"movl %2, %%ebx;"</a:t>
            </a:r>
            <a:endParaRPr/>
          </a:p>
          <a:p>
            <a:pPr indent="0" lvl="0" marL="0" rtl="0" algn="l">
              <a:lnSpc>
                <a:spcPct val="100000"/>
              </a:lnSpc>
              <a:spcBef>
                <a:spcPts val="160"/>
              </a:spcBef>
              <a:spcAft>
                <a:spcPts val="0"/>
              </a:spcAft>
              <a:buClr>
                <a:schemeClr val="dk1"/>
              </a:buClr>
              <a:buSzPct val="100000"/>
              <a:buNone/>
            </a:pPr>
            <a:r>
              <a:rPr lang="es-MX"/>
              <a:t>		"subl %%ebx,%%eax;"		</a:t>
            </a:r>
            <a:endParaRPr/>
          </a:p>
          <a:p>
            <a:pPr indent="0" lvl="0" marL="0" rtl="0" algn="l">
              <a:lnSpc>
                <a:spcPct val="100000"/>
              </a:lnSpc>
              <a:spcBef>
                <a:spcPts val="160"/>
              </a:spcBef>
              <a:spcAft>
                <a:spcPts val="0"/>
              </a:spcAft>
              <a:buClr>
                <a:schemeClr val="dk1"/>
              </a:buClr>
              <a:buSzPct val="100000"/>
              <a:buNone/>
            </a:pPr>
            <a:r>
              <a:rPr lang="es-MX"/>
              <a:t>        "movl %%eax, %0;" : "=g" ( $result ) : "g" ( $a ), "g" ( $b )</a:t>
            </a:r>
            <a:endParaRPr/>
          </a:p>
          <a:p>
            <a:pPr indent="0" lvl="0" marL="0" rtl="0" algn="l">
              <a:lnSpc>
                <a:spcPct val="100000"/>
              </a:lnSpc>
              <a:spcBef>
                <a:spcPts val="160"/>
              </a:spcBef>
              <a:spcAft>
                <a:spcPts val="0"/>
              </a:spcAft>
              <a:buClr>
                <a:schemeClr val="dk1"/>
              </a:buClr>
              <a:buSzPct val="100000"/>
              <a:buNone/>
            </a:pPr>
            <a:r>
              <a:rPr lang="es-MX"/>
              <a:t>);</a:t>
            </a:r>
            <a:endParaRPr/>
          </a:p>
          <a:p>
            <a:pPr indent="0" lvl="0" marL="0" rtl="0" algn="l">
              <a:lnSpc>
                <a:spcPct val="100000"/>
              </a:lnSpc>
              <a:spcBef>
                <a:spcPts val="160"/>
              </a:spcBef>
              <a:spcAft>
                <a:spcPts val="0"/>
              </a:spcAft>
              <a:buClr>
                <a:schemeClr val="dk1"/>
              </a:buClr>
              <a:buSzPct val="100000"/>
              <a:buNone/>
            </a:pPr>
            <a:r>
              <a:rPr lang="es-MX"/>
              <a:t>return $result ;</a:t>
            </a:r>
            <a:endParaRPr/>
          </a:p>
          <a:p>
            <a:pPr indent="0" lvl="0" marL="0" rtl="0" algn="l">
              <a:lnSpc>
                <a:spcPct val="100000"/>
              </a:lnSpc>
              <a:spcBef>
                <a:spcPts val="160"/>
              </a:spcBef>
              <a:spcAft>
                <a:spcPts val="0"/>
              </a:spcAft>
              <a:buClr>
                <a:schemeClr val="dk1"/>
              </a:buClr>
              <a:buSzPct val="100000"/>
              <a:buNone/>
            </a:pPr>
            <a:r>
              <a:rPr lang="es-MX"/>
              <a:t>}</a:t>
            </a:r>
            <a:endParaRPr/>
          </a:p>
          <a:p>
            <a:pPr indent="0" lvl="0" marL="0" rtl="0" algn="l">
              <a:lnSpc>
                <a:spcPct val="100000"/>
              </a:lnSpc>
              <a:spcBef>
                <a:spcPts val="160"/>
              </a:spcBef>
              <a:spcAft>
                <a:spcPts val="0"/>
              </a:spcAft>
              <a:buClr>
                <a:schemeClr val="dk1"/>
              </a:buClr>
              <a:buSzPct val="100000"/>
              <a:buNone/>
            </a:pPr>
            <a:r>
              <a:rPr lang="es-MX"/>
              <a:t>int suma2( int $a, int $b, int $c  )</a:t>
            </a:r>
            <a:endParaRPr/>
          </a:p>
          <a:p>
            <a:pPr indent="0" lvl="0" marL="0" rtl="0" algn="l">
              <a:lnSpc>
                <a:spcPct val="100000"/>
              </a:lnSpc>
              <a:spcBef>
                <a:spcPts val="160"/>
              </a:spcBef>
              <a:spcAft>
                <a:spcPts val="0"/>
              </a:spcAft>
              <a:buClr>
                <a:schemeClr val="dk1"/>
              </a:buClr>
              <a:buSzPct val="100000"/>
              <a:buNone/>
            </a:pPr>
            <a:r>
              <a:rPr lang="es-MX"/>
              <a:t>{</a:t>
            </a:r>
            <a:endParaRPr/>
          </a:p>
          <a:p>
            <a:pPr indent="0" lvl="0" marL="0" rtl="0" algn="l">
              <a:lnSpc>
                <a:spcPct val="100000"/>
              </a:lnSpc>
              <a:spcBef>
                <a:spcPts val="160"/>
              </a:spcBef>
              <a:spcAft>
                <a:spcPts val="0"/>
              </a:spcAft>
              <a:buClr>
                <a:schemeClr val="dk1"/>
              </a:buClr>
              <a:buSzPct val="100000"/>
              <a:buNone/>
            </a:pPr>
            <a:r>
              <a:rPr lang="es-MX"/>
              <a:t>int $result;</a:t>
            </a:r>
            <a:endParaRPr/>
          </a:p>
          <a:p>
            <a:pPr indent="0" lvl="0" marL="0" rtl="0" algn="l">
              <a:lnSpc>
                <a:spcPct val="100000"/>
              </a:lnSpc>
              <a:spcBef>
                <a:spcPts val="160"/>
              </a:spcBef>
              <a:spcAft>
                <a:spcPts val="0"/>
              </a:spcAft>
              <a:buClr>
                <a:schemeClr val="dk1"/>
              </a:buClr>
              <a:buSzPct val="100000"/>
              <a:buNone/>
            </a:pPr>
            <a:r>
              <a:rPr lang="es-MX"/>
              <a:t>__asm__ __volatile__(</a:t>
            </a:r>
            <a:endParaRPr/>
          </a:p>
          <a:p>
            <a:pPr indent="0" lvl="0" marL="0" rtl="0" algn="l">
              <a:lnSpc>
                <a:spcPct val="100000"/>
              </a:lnSpc>
              <a:spcBef>
                <a:spcPts val="160"/>
              </a:spcBef>
              <a:spcAft>
                <a:spcPts val="0"/>
              </a:spcAft>
              <a:buClr>
                <a:schemeClr val="dk1"/>
              </a:buClr>
              <a:buSzPct val="100000"/>
              <a:buNone/>
            </a:pPr>
            <a:r>
              <a:rPr lang="es-MX"/>
              <a:t>		"movl %1, %%eax;"</a:t>
            </a:r>
            <a:endParaRPr/>
          </a:p>
          <a:p>
            <a:pPr indent="0" lvl="0" marL="0" rtl="0" algn="l">
              <a:lnSpc>
                <a:spcPct val="100000"/>
              </a:lnSpc>
              <a:spcBef>
                <a:spcPts val="160"/>
              </a:spcBef>
              <a:spcAft>
                <a:spcPts val="0"/>
              </a:spcAft>
              <a:buClr>
                <a:schemeClr val="dk1"/>
              </a:buClr>
              <a:buSzPct val="100000"/>
              <a:buNone/>
            </a:pPr>
            <a:r>
              <a:rPr lang="es-MX"/>
              <a:t>		"movl %2, %%ebx;"</a:t>
            </a:r>
            <a:endParaRPr/>
          </a:p>
          <a:p>
            <a:pPr indent="0" lvl="0" marL="0" rtl="0" algn="l">
              <a:lnSpc>
                <a:spcPct val="100000"/>
              </a:lnSpc>
              <a:spcBef>
                <a:spcPts val="160"/>
              </a:spcBef>
              <a:spcAft>
                <a:spcPts val="0"/>
              </a:spcAft>
              <a:buClr>
                <a:schemeClr val="dk1"/>
              </a:buClr>
              <a:buSzPct val="100000"/>
              <a:buNone/>
            </a:pPr>
            <a:r>
              <a:rPr lang="es-MX"/>
              <a:t>		"addl %%ebx,%%eax;"		</a:t>
            </a:r>
            <a:endParaRPr/>
          </a:p>
          <a:p>
            <a:pPr indent="0" lvl="0" marL="0" rtl="0" algn="l">
              <a:lnSpc>
                <a:spcPct val="100000"/>
              </a:lnSpc>
              <a:spcBef>
                <a:spcPts val="160"/>
              </a:spcBef>
              <a:spcAft>
                <a:spcPts val="0"/>
              </a:spcAft>
              <a:buClr>
                <a:schemeClr val="dk1"/>
              </a:buClr>
              <a:buSzPct val="100000"/>
              <a:buNone/>
            </a:pPr>
            <a:r>
              <a:rPr lang="es-MX"/>
              <a:t>		"movl %3, %%ebx;"</a:t>
            </a:r>
            <a:endParaRPr/>
          </a:p>
          <a:p>
            <a:pPr indent="0" lvl="0" marL="0" rtl="0" algn="l">
              <a:lnSpc>
                <a:spcPct val="100000"/>
              </a:lnSpc>
              <a:spcBef>
                <a:spcPts val="160"/>
              </a:spcBef>
              <a:spcAft>
                <a:spcPts val="0"/>
              </a:spcAft>
              <a:buClr>
                <a:schemeClr val="dk1"/>
              </a:buClr>
              <a:buSzPct val="100000"/>
              <a:buNone/>
            </a:pPr>
            <a:r>
              <a:rPr lang="es-MX"/>
              <a:t>		"addl %%ebx,%%eax;"			</a:t>
            </a:r>
            <a:endParaRPr/>
          </a:p>
          <a:p>
            <a:pPr indent="0" lvl="0" marL="0" rtl="0" algn="l">
              <a:lnSpc>
                <a:spcPct val="100000"/>
              </a:lnSpc>
              <a:spcBef>
                <a:spcPts val="160"/>
              </a:spcBef>
              <a:spcAft>
                <a:spcPts val="0"/>
              </a:spcAft>
              <a:buClr>
                <a:schemeClr val="dk1"/>
              </a:buClr>
              <a:buSzPct val="100000"/>
              <a:buNone/>
            </a:pPr>
            <a:r>
              <a:rPr lang="es-MX"/>
              <a:t>        "movl %%eax, %0;" : "=g" ( $result ) : "g" ( $a ), "g" ( $b ), "g" ( $c )</a:t>
            </a:r>
            <a:endParaRPr/>
          </a:p>
          <a:p>
            <a:pPr indent="0" lvl="0" marL="0" rtl="0" algn="l">
              <a:lnSpc>
                <a:spcPct val="100000"/>
              </a:lnSpc>
              <a:spcBef>
                <a:spcPts val="160"/>
              </a:spcBef>
              <a:spcAft>
                <a:spcPts val="0"/>
              </a:spcAft>
              <a:buClr>
                <a:schemeClr val="dk1"/>
              </a:buClr>
              <a:buSzPct val="100000"/>
              <a:buNone/>
            </a:pPr>
            <a:r>
              <a:rPr lang="es-MX"/>
              <a:t>);</a:t>
            </a:r>
            <a:endParaRPr/>
          </a:p>
          <a:p>
            <a:pPr indent="0" lvl="0" marL="0" rtl="0" algn="l">
              <a:lnSpc>
                <a:spcPct val="100000"/>
              </a:lnSpc>
              <a:spcBef>
                <a:spcPts val="160"/>
              </a:spcBef>
              <a:spcAft>
                <a:spcPts val="0"/>
              </a:spcAft>
              <a:buClr>
                <a:schemeClr val="dk1"/>
              </a:buClr>
              <a:buSzPct val="100000"/>
              <a:buNone/>
            </a:pPr>
            <a:r>
              <a:rPr lang="es-MX"/>
              <a:t>return $result ;</a:t>
            </a:r>
            <a:endParaRPr/>
          </a:p>
          <a:p>
            <a:pPr indent="0" lvl="0" marL="0" rtl="0" algn="l">
              <a:lnSpc>
                <a:spcPct val="100000"/>
              </a:lnSpc>
              <a:spcBef>
                <a:spcPts val="160"/>
              </a:spcBef>
              <a:spcAft>
                <a:spcPts val="0"/>
              </a:spcAft>
              <a:buClr>
                <a:schemeClr val="dk1"/>
              </a:buClr>
              <a:buSzPct val="100000"/>
              <a:buNone/>
            </a:pPr>
            <a:r>
              <a:rPr lang="es-MX"/>
              <a:t>}</a:t>
            </a:r>
            <a:endParaRPr/>
          </a:p>
          <a:p>
            <a:pPr indent="0" lvl="0" marL="0" rtl="0" algn="l">
              <a:lnSpc>
                <a:spcPct val="100000"/>
              </a:lnSpc>
              <a:spcBef>
                <a:spcPts val="160"/>
              </a:spcBef>
              <a:spcAft>
                <a:spcPts val="0"/>
              </a:spcAft>
              <a:buClr>
                <a:schemeClr val="dk1"/>
              </a:buClr>
              <a:buSzPct val="100000"/>
              <a:buNone/>
            </a:pPr>
            <a:r>
              <a:rPr lang="es-MX"/>
              <a:t>int main(int argc, char** argv) {</a:t>
            </a:r>
            <a:endParaRPr/>
          </a:p>
          <a:p>
            <a:pPr indent="0" lvl="0" marL="0" rtl="0" algn="l">
              <a:lnSpc>
                <a:spcPct val="100000"/>
              </a:lnSpc>
              <a:spcBef>
                <a:spcPts val="160"/>
              </a:spcBef>
              <a:spcAft>
                <a:spcPts val="0"/>
              </a:spcAft>
              <a:buClr>
                <a:schemeClr val="dk1"/>
              </a:buClr>
              <a:buSzPct val="100000"/>
              <a:buNone/>
            </a:pPr>
            <a:r>
              <a:rPr lang="es-MX"/>
              <a:t>	int numero_1, numero_2;</a:t>
            </a:r>
            <a:endParaRPr/>
          </a:p>
          <a:p>
            <a:pPr indent="0" lvl="0" marL="0" rtl="0" algn="l">
              <a:lnSpc>
                <a:spcPct val="100000"/>
              </a:lnSpc>
              <a:spcBef>
                <a:spcPts val="160"/>
              </a:spcBef>
              <a:spcAft>
                <a:spcPts val="0"/>
              </a:spcAft>
              <a:buClr>
                <a:schemeClr val="dk1"/>
              </a:buClr>
              <a:buSzPct val="100000"/>
              <a:buNone/>
            </a:pPr>
            <a:r>
              <a:rPr lang="es-MX"/>
              <a:t>	printf( "\n\n" );</a:t>
            </a:r>
            <a:endParaRPr/>
          </a:p>
          <a:p>
            <a:pPr indent="0" lvl="0" marL="0" rtl="0" algn="l">
              <a:lnSpc>
                <a:spcPct val="100000"/>
              </a:lnSpc>
              <a:spcBef>
                <a:spcPts val="160"/>
              </a:spcBef>
              <a:spcAft>
                <a:spcPts val="0"/>
              </a:spcAft>
              <a:buClr>
                <a:schemeClr val="dk1"/>
              </a:buClr>
              <a:buSzPct val="100000"/>
              <a:buNone/>
            </a:pPr>
            <a:r>
              <a:rPr lang="es-MX"/>
              <a:t>	printf( " =======================================================================\n" );</a:t>
            </a:r>
            <a:endParaRPr/>
          </a:p>
          <a:p>
            <a:pPr indent="0" lvl="0" marL="0" rtl="0" algn="l">
              <a:lnSpc>
                <a:spcPct val="100000"/>
              </a:lnSpc>
              <a:spcBef>
                <a:spcPts val="160"/>
              </a:spcBef>
              <a:spcAft>
                <a:spcPts val="0"/>
              </a:spcAft>
              <a:buClr>
                <a:schemeClr val="dk1"/>
              </a:buClr>
              <a:buSzPct val="100000"/>
              <a:buNone/>
            </a:pPr>
            <a:r>
              <a:rPr lang="es-MX"/>
              <a:t>	printf( " Este programa realiza operaciones con enteros\n");</a:t>
            </a:r>
            <a:endParaRPr/>
          </a:p>
          <a:p>
            <a:pPr indent="0" lvl="0" marL="0" rtl="0" algn="l">
              <a:lnSpc>
                <a:spcPct val="100000"/>
              </a:lnSpc>
              <a:spcBef>
                <a:spcPts val="160"/>
              </a:spcBef>
              <a:spcAft>
                <a:spcPts val="0"/>
              </a:spcAft>
              <a:buClr>
                <a:schemeClr val="dk1"/>
              </a:buClr>
              <a:buSzPct val="100000"/>
              <a:buNone/>
            </a:pPr>
            <a:r>
              <a:rPr lang="es-MX"/>
              <a:t>	printf( " =======================================================================\n" );</a:t>
            </a:r>
            <a:endParaRPr/>
          </a:p>
          <a:p>
            <a:pPr indent="0" lvl="0" marL="0" rtl="0" algn="l">
              <a:lnSpc>
                <a:spcPct val="100000"/>
              </a:lnSpc>
              <a:spcBef>
                <a:spcPts val="160"/>
              </a:spcBef>
              <a:spcAft>
                <a:spcPts val="0"/>
              </a:spcAft>
              <a:buClr>
                <a:schemeClr val="dk1"/>
              </a:buClr>
              <a:buSzPct val="100000"/>
              <a:buNone/>
            </a:pPr>
            <a:r>
              <a:rPr lang="es-MX"/>
              <a:t>	printf( "\n\n\t\t Dar el primer numero entero : " );</a:t>
            </a:r>
            <a:endParaRPr/>
          </a:p>
          <a:p>
            <a:pPr indent="0" lvl="0" marL="0" rtl="0" algn="l">
              <a:lnSpc>
                <a:spcPct val="100000"/>
              </a:lnSpc>
              <a:spcBef>
                <a:spcPts val="160"/>
              </a:spcBef>
              <a:spcAft>
                <a:spcPts val="0"/>
              </a:spcAft>
              <a:buClr>
                <a:schemeClr val="dk1"/>
              </a:buClr>
              <a:buSzPct val="100000"/>
              <a:buNone/>
            </a:pPr>
            <a:r>
              <a:rPr lang="es-MX"/>
              <a:t>	scanf( "%d", &amp;numero_1 );</a:t>
            </a:r>
            <a:endParaRPr/>
          </a:p>
          <a:p>
            <a:pPr indent="0" lvl="0" marL="0" rtl="0" algn="l">
              <a:lnSpc>
                <a:spcPct val="100000"/>
              </a:lnSpc>
              <a:spcBef>
                <a:spcPts val="160"/>
              </a:spcBef>
              <a:spcAft>
                <a:spcPts val="0"/>
              </a:spcAft>
              <a:buClr>
                <a:schemeClr val="dk1"/>
              </a:buClr>
              <a:buSzPct val="100000"/>
              <a:buNone/>
            </a:pPr>
            <a:r>
              <a:rPr lang="es-MX"/>
              <a:t>	printf( "\n\n\t\t Dar el segundo numero entero : " );</a:t>
            </a:r>
            <a:endParaRPr/>
          </a:p>
          <a:p>
            <a:pPr indent="0" lvl="0" marL="0" rtl="0" algn="l">
              <a:lnSpc>
                <a:spcPct val="100000"/>
              </a:lnSpc>
              <a:spcBef>
                <a:spcPts val="160"/>
              </a:spcBef>
              <a:spcAft>
                <a:spcPts val="0"/>
              </a:spcAft>
              <a:buClr>
                <a:schemeClr val="dk1"/>
              </a:buClr>
              <a:buSzPct val="100000"/>
              <a:buNone/>
            </a:pPr>
            <a:r>
              <a:rPr lang="es-MX"/>
              <a:t>	scanf( "%d", &amp;numero_2 );</a:t>
            </a:r>
            <a:endParaRPr/>
          </a:p>
          <a:p>
            <a:pPr indent="0" lvl="0" marL="0" rtl="0" algn="l">
              <a:lnSpc>
                <a:spcPct val="100000"/>
              </a:lnSpc>
              <a:spcBef>
                <a:spcPts val="160"/>
              </a:spcBef>
              <a:spcAft>
                <a:spcPts val="0"/>
              </a:spcAft>
              <a:buClr>
                <a:schemeClr val="dk1"/>
              </a:buClr>
              <a:buSzPct val="100000"/>
              <a:buNone/>
            </a:pPr>
            <a:r>
              <a:rPr lang="es-MX"/>
              <a:t>	printf( "\n\n" );</a:t>
            </a:r>
            <a:endParaRPr/>
          </a:p>
          <a:p>
            <a:pPr indent="0" lvl="0" marL="0" rtl="0" algn="l">
              <a:lnSpc>
                <a:spcPct val="100000"/>
              </a:lnSpc>
              <a:spcBef>
                <a:spcPts val="160"/>
              </a:spcBef>
              <a:spcAft>
                <a:spcPts val="0"/>
              </a:spcAft>
              <a:buClr>
                <a:schemeClr val="dk1"/>
              </a:buClr>
              <a:buSzPct val="100000"/>
              <a:buNone/>
            </a:pPr>
            <a:r>
              <a:rPr lang="es-MX"/>
              <a:t>	printf( "\t\t %d + %d = %d\n", numero_1, numero_2, suma(numero_1,numero_2) );</a:t>
            </a:r>
            <a:endParaRPr/>
          </a:p>
          <a:p>
            <a:pPr indent="0" lvl="0" marL="0" rtl="0" algn="l">
              <a:lnSpc>
                <a:spcPct val="100000"/>
              </a:lnSpc>
              <a:spcBef>
                <a:spcPts val="160"/>
              </a:spcBef>
              <a:spcAft>
                <a:spcPts val="0"/>
              </a:spcAft>
              <a:buClr>
                <a:schemeClr val="dk1"/>
              </a:buClr>
              <a:buSzPct val="100000"/>
              <a:buNone/>
            </a:pPr>
            <a:r>
              <a:rPr lang="es-MX"/>
              <a:t>	printf( "\t\t %d - %d = %d\n", numero_1, numero_2, resta(numero_1,numero_2) );	</a:t>
            </a:r>
            <a:endParaRPr/>
          </a:p>
          <a:p>
            <a:pPr indent="0" lvl="0" marL="0" rtl="0" algn="l">
              <a:lnSpc>
                <a:spcPct val="100000"/>
              </a:lnSpc>
              <a:spcBef>
                <a:spcPts val="160"/>
              </a:spcBef>
              <a:spcAft>
                <a:spcPts val="0"/>
              </a:spcAft>
              <a:buClr>
                <a:schemeClr val="dk1"/>
              </a:buClr>
              <a:buSzPct val="100000"/>
              <a:buNone/>
            </a:pPr>
            <a:r>
              <a:rPr lang="es-MX"/>
              <a:t>	printf( "\t\t %d + %d + %d= %d\n", numero_1, numero_2, numero_2, suma2(numero_1,numero_2,numero_2) );		</a:t>
            </a:r>
            <a:endParaRPr/>
          </a:p>
          <a:p>
            <a:pPr indent="0" lvl="0" marL="0" rtl="0" algn="l">
              <a:lnSpc>
                <a:spcPct val="100000"/>
              </a:lnSpc>
              <a:spcBef>
                <a:spcPts val="160"/>
              </a:spcBef>
              <a:spcAft>
                <a:spcPts val="0"/>
              </a:spcAft>
              <a:buClr>
                <a:schemeClr val="dk1"/>
              </a:buClr>
              <a:buSzPct val="100000"/>
              <a:buNone/>
            </a:pPr>
            <a:r>
              <a:rPr lang="es-MX"/>
              <a:t>	printf( "\n\n\t\t " );</a:t>
            </a:r>
            <a:endParaRPr/>
          </a:p>
          <a:p>
            <a:pPr indent="0" lvl="0" marL="0" rtl="0" algn="l">
              <a:lnSpc>
                <a:spcPct val="100000"/>
              </a:lnSpc>
              <a:spcBef>
                <a:spcPts val="160"/>
              </a:spcBef>
              <a:spcAft>
                <a:spcPts val="0"/>
              </a:spcAft>
              <a:buClr>
                <a:schemeClr val="dk1"/>
              </a:buClr>
              <a:buSzPct val="100000"/>
              <a:buNone/>
            </a:pPr>
            <a:r>
              <a:rPr lang="es-MX"/>
              <a:t>	return 0;</a:t>
            </a:r>
            <a:endParaRPr/>
          </a:p>
          <a:p>
            <a:pPr indent="0" lvl="0" marL="0" rtl="0" algn="l">
              <a:lnSpc>
                <a:spcPct val="100000"/>
              </a:lnSpc>
              <a:spcBef>
                <a:spcPts val="160"/>
              </a:spcBef>
              <a:spcAft>
                <a:spcPts val="0"/>
              </a:spcAft>
              <a:buClr>
                <a:schemeClr val="dk1"/>
              </a:buClr>
              <a:buSzPct val="100000"/>
              <a:buNone/>
            </a:pPr>
            <a:r>
              <a:rPr lang="es-MX"/>
              <a:t>}</a:t>
            </a:r>
            <a:endParaRPr/>
          </a:p>
        </p:txBody>
      </p:sp>
      <p:sp>
        <p:nvSpPr>
          <p:cNvPr id="4090" name="Google Shape;4090;p5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91" name="Google Shape;4091;p5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5" name="Shape 4095"/>
        <p:cNvGrpSpPr/>
        <p:nvPr/>
      </p:nvGrpSpPr>
      <p:grpSpPr>
        <a:xfrm>
          <a:off x="0" y="0"/>
          <a:ext cx="0" cy="0"/>
          <a:chOff x="0" y="0"/>
          <a:chExt cx="0" cy="0"/>
        </a:xfrm>
      </p:grpSpPr>
      <p:sp>
        <p:nvSpPr>
          <p:cNvPr id="4096" name="Google Shape;4096;p5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4097" name="Google Shape;4097;p5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s-MX"/>
              <a:t>gcd(4,2)= 2</a:t>
            </a:r>
            <a:endParaRPr/>
          </a:p>
          <a:p>
            <a:pPr indent="-342900" lvl="0" marL="342900" rtl="0" algn="l">
              <a:lnSpc>
                <a:spcPct val="100000"/>
              </a:lnSpc>
              <a:spcBef>
                <a:spcPts val="640"/>
              </a:spcBef>
              <a:spcAft>
                <a:spcPts val="0"/>
              </a:spcAft>
              <a:buClr>
                <a:schemeClr val="dk1"/>
              </a:buClr>
              <a:buSzPts val="3200"/>
              <a:buChar char="•"/>
            </a:pPr>
            <a:r>
              <a:rPr lang="es-MX"/>
              <a:t>gcd(3,9)= 3</a:t>
            </a:r>
            <a:endParaRPr/>
          </a:p>
          <a:p>
            <a:pPr indent="-342900" lvl="0" marL="342900" rtl="0" algn="l">
              <a:lnSpc>
                <a:spcPct val="100000"/>
              </a:lnSpc>
              <a:spcBef>
                <a:spcPts val="640"/>
              </a:spcBef>
              <a:spcAft>
                <a:spcPts val="0"/>
              </a:spcAft>
              <a:buClr>
                <a:schemeClr val="dk1"/>
              </a:buClr>
              <a:buSzPts val="3200"/>
              <a:buChar char="•"/>
            </a:pPr>
            <a:r>
              <a:rPr lang="es-MX"/>
              <a:t>gcd(4,9)= 1</a:t>
            </a:r>
            <a:endParaRPr/>
          </a:p>
        </p:txBody>
      </p:sp>
      <p:sp>
        <p:nvSpPr>
          <p:cNvPr id="4098" name="Google Shape;4098;p5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099" name="Google Shape;4099;p5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3" name="Shape 4103"/>
        <p:cNvGrpSpPr/>
        <p:nvPr/>
      </p:nvGrpSpPr>
      <p:grpSpPr>
        <a:xfrm>
          <a:off x="0" y="0"/>
          <a:ext cx="0" cy="0"/>
          <a:chOff x="0" y="0"/>
          <a:chExt cx="0" cy="0"/>
        </a:xfrm>
      </p:grpSpPr>
      <p:sp>
        <p:nvSpPr>
          <p:cNvPr id="4104" name="Google Shape;4104;p5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s-MX"/>
              <a:t>Que hace el programa?</a:t>
            </a:r>
            <a:endParaRPr/>
          </a:p>
        </p:txBody>
      </p:sp>
      <p:sp>
        <p:nvSpPr>
          <p:cNvPr id="4105" name="Google Shape;4105;p5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chemeClr val="dk1"/>
              </a:buClr>
              <a:buSzPct val="100000"/>
              <a:buNone/>
            </a:pPr>
            <a:r>
              <a:rPr lang="es-MX"/>
              <a:t>		"movl %1, %%eax;"</a:t>
            </a:r>
            <a:endParaRPr/>
          </a:p>
          <a:p>
            <a:pPr indent="0" lvl="0" marL="0" rtl="0" algn="l">
              <a:lnSpc>
                <a:spcPct val="100000"/>
              </a:lnSpc>
              <a:spcBef>
                <a:spcPts val="544"/>
              </a:spcBef>
              <a:spcAft>
                <a:spcPts val="0"/>
              </a:spcAft>
              <a:buClr>
                <a:schemeClr val="dk1"/>
              </a:buClr>
              <a:buSzPct val="100000"/>
              <a:buNone/>
            </a:pPr>
            <a:r>
              <a:rPr lang="es-MX"/>
              <a:t>		"movl %2, %%ebx;"</a:t>
            </a:r>
            <a:endParaRPr/>
          </a:p>
          <a:p>
            <a:pPr indent="0" lvl="0" marL="0" rtl="0" algn="l">
              <a:lnSpc>
                <a:spcPct val="100000"/>
              </a:lnSpc>
              <a:spcBef>
                <a:spcPts val="544"/>
              </a:spcBef>
              <a:spcAft>
                <a:spcPts val="0"/>
              </a:spcAft>
              <a:buClr>
                <a:schemeClr val="dk1"/>
              </a:buClr>
              <a:buSzPct val="100000"/>
              <a:buNone/>
            </a:pPr>
            <a:r>
              <a:rPr lang="es-MX"/>
              <a:t>"CONTD: cmpl $0, %%ebx;"</a:t>
            </a:r>
            <a:endParaRPr/>
          </a:p>
          <a:p>
            <a:pPr indent="0" lvl="0" marL="0" rtl="0" algn="l">
              <a:lnSpc>
                <a:spcPct val="100000"/>
              </a:lnSpc>
              <a:spcBef>
                <a:spcPts val="544"/>
              </a:spcBef>
              <a:spcAft>
                <a:spcPts val="0"/>
              </a:spcAft>
              <a:buClr>
                <a:schemeClr val="dk1"/>
              </a:buClr>
              <a:buSzPct val="100000"/>
              <a:buNone/>
            </a:pPr>
            <a:r>
              <a:rPr lang="es-MX"/>
              <a:t>    	"je DONE;"</a:t>
            </a:r>
            <a:endParaRPr/>
          </a:p>
          <a:p>
            <a:pPr indent="0" lvl="0" marL="0" rtl="0" algn="l">
              <a:lnSpc>
                <a:spcPct val="100000"/>
              </a:lnSpc>
              <a:spcBef>
                <a:spcPts val="544"/>
              </a:spcBef>
              <a:spcAft>
                <a:spcPts val="0"/>
              </a:spcAft>
              <a:buClr>
                <a:schemeClr val="dk1"/>
              </a:buClr>
              <a:buSzPct val="100000"/>
              <a:buNone/>
            </a:pPr>
            <a:r>
              <a:rPr lang="es-MX"/>
              <a:t>    	"xorl %%edx, %%edx;"</a:t>
            </a:r>
            <a:endParaRPr/>
          </a:p>
          <a:p>
            <a:pPr indent="0" lvl="0" marL="0" rtl="0" algn="l">
              <a:lnSpc>
                <a:spcPct val="100000"/>
              </a:lnSpc>
              <a:spcBef>
                <a:spcPts val="544"/>
              </a:spcBef>
              <a:spcAft>
                <a:spcPts val="0"/>
              </a:spcAft>
              <a:buClr>
                <a:schemeClr val="dk1"/>
              </a:buClr>
              <a:buSzPct val="100000"/>
              <a:buNone/>
            </a:pPr>
            <a:r>
              <a:rPr lang="es-MX"/>
              <a:t>    	"idivl %%ebx;"</a:t>
            </a:r>
            <a:endParaRPr/>
          </a:p>
          <a:p>
            <a:pPr indent="0" lvl="0" marL="0" rtl="0" algn="l">
              <a:lnSpc>
                <a:spcPct val="100000"/>
              </a:lnSpc>
              <a:spcBef>
                <a:spcPts val="544"/>
              </a:spcBef>
              <a:spcAft>
                <a:spcPts val="0"/>
              </a:spcAft>
              <a:buClr>
                <a:schemeClr val="dk1"/>
              </a:buClr>
              <a:buSzPct val="100000"/>
              <a:buNone/>
            </a:pPr>
            <a:r>
              <a:rPr lang="es-MX"/>
              <a:t>    	"movl %%ebx, %%eax;"</a:t>
            </a:r>
            <a:endParaRPr/>
          </a:p>
          <a:p>
            <a:pPr indent="0" lvl="0" marL="0" rtl="0" algn="l">
              <a:lnSpc>
                <a:spcPct val="100000"/>
              </a:lnSpc>
              <a:spcBef>
                <a:spcPts val="544"/>
              </a:spcBef>
              <a:spcAft>
                <a:spcPts val="0"/>
              </a:spcAft>
              <a:buClr>
                <a:schemeClr val="dk1"/>
              </a:buClr>
              <a:buSzPct val="100000"/>
              <a:buNone/>
            </a:pPr>
            <a:r>
              <a:rPr lang="es-MX"/>
              <a:t>    	"movl %%edx, %%ebx;"</a:t>
            </a:r>
            <a:endParaRPr/>
          </a:p>
          <a:p>
            <a:pPr indent="0" lvl="0" marL="0" rtl="0" algn="l">
              <a:lnSpc>
                <a:spcPct val="100000"/>
              </a:lnSpc>
              <a:spcBef>
                <a:spcPts val="544"/>
              </a:spcBef>
              <a:spcAft>
                <a:spcPts val="0"/>
              </a:spcAft>
              <a:buClr>
                <a:schemeClr val="dk1"/>
              </a:buClr>
              <a:buSzPct val="100000"/>
              <a:buNone/>
            </a:pPr>
            <a:r>
              <a:rPr lang="es-MX"/>
              <a:t>    	"jmp CONTD;"</a:t>
            </a:r>
            <a:endParaRPr/>
          </a:p>
          <a:p>
            <a:pPr indent="0" lvl="0" marL="0" rtl="0" algn="l">
              <a:lnSpc>
                <a:spcPct val="100000"/>
              </a:lnSpc>
              <a:spcBef>
                <a:spcPts val="544"/>
              </a:spcBef>
              <a:spcAft>
                <a:spcPts val="0"/>
              </a:spcAft>
              <a:buClr>
                <a:schemeClr val="dk1"/>
              </a:buClr>
              <a:buSzPct val="100000"/>
              <a:buNone/>
            </a:pPr>
            <a:r>
              <a:rPr lang="es-MX"/>
              <a:t>"DONE:	movl %%eax, %0;"</a:t>
            </a:r>
            <a:endParaRPr/>
          </a:p>
        </p:txBody>
      </p:sp>
      <p:sp>
        <p:nvSpPr>
          <p:cNvPr id="4106" name="Google Shape;4106;p5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107" name="Google Shape;4107;p5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1" name="Shape 4111"/>
        <p:cNvGrpSpPr/>
        <p:nvPr/>
      </p:nvGrpSpPr>
      <p:grpSpPr>
        <a:xfrm>
          <a:off x="0" y="0"/>
          <a:ext cx="0" cy="0"/>
          <a:chOff x="0" y="0"/>
          <a:chExt cx="0" cy="0"/>
        </a:xfrm>
      </p:grpSpPr>
      <p:sp>
        <p:nvSpPr>
          <p:cNvPr id="4112" name="Google Shape;4112;p518"/>
          <p:cNvSpPr txBox="1"/>
          <p:nvPr>
            <p:ph idx="1" type="body"/>
          </p:nvPr>
        </p:nvSpPr>
        <p:spPr>
          <a:xfrm>
            <a:off x="457200" y="260648"/>
            <a:ext cx="8229600" cy="5865515"/>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0"/>
              </a:spcBef>
              <a:spcAft>
                <a:spcPts val="0"/>
              </a:spcAft>
              <a:buClr>
                <a:schemeClr val="dk1"/>
              </a:buClr>
              <a:buSzPct val="100000"/>
              <a:buNone/>
            </a:pPr>
            <a:r>
              <a:rPr b="1" lang="es-MX" sz="4300"/>
              <a:t>#include &lt;iostream&gt;</a:t>
            </a:r>
            <a:endParaRPr/>
          </a:p>
          <a:p>
            <a:pPr indent="0" lvl="0" marL="0" rtl="0" algn="l">
              <a:lnSpc>
                <a:spcPct val="100000"/>
              </a:lnSpc>
              <a:spcBef>
                <a:spcPts val="279"/>
              </a:spcBef>
              <a:spcAft>
                <a:spcPts val="0"/>
              </a:spcAft>
              <a:buClr>
                <a:schemeClr val="dk1"/>
              </a:buClr>
              <a:buSzPct val="100000"/>
              <a:buNone/>
            </a:pPr>
            <a:r>
              <a:rPr b="1" lang="es-MX" sz="4300"/>
              <a:t>#include &lt;stdio.h&gt;</a:t>
            </a:r>
            <a:endParaRPr/>
          </a:p>
          <a:p>
            <a:pPr indent="0" lvl="0" marL="0" rtl="0" algn="l">
              <a:lnSpc>
                <a:spcPct val="100000"/>
              </a:lnSpc>
              <a:spcBef>
                <a:spcPts val="279"/>
              </a:spcBef>
              <a:spcAft>
                <a:spcPts val="0"/>
              </a:spcAft>
              <a:buClr>
                <a:schemeClr val="dk1"/>
              </a:buClr>
              <a:buSzPct val="100000"/>
              <a:buNone/>
            </a:pPr>
            <a:r>
              <a:rPr b="1" lang="es-MX" sz="4300"/>
              <a:t>#include &lt;stdlib.h&gt;</a:t>
            </a:r>
            <a:endParaRPr/>
          </a:p>
          <a:p>
            <a:pPr indent="0" lvl="0" marL="0" rtl="0" algn="l">
              <a:lnSpc>
                <a:spcPct val="100000"/>
              </a:lnSpc>
              <a:spcBef>
                <a:spcPts val="279"/>
              </a:spcBef>
              <a:spcAft>
                <a:spcPts val="0"/>
              </a:spcAft>
              <a:buClr>
                <a:schemeClr val="dk1"/>
              </a:buClr>
              <a:buSzPct val="100000"/>
              <a:buNone/>
            </a:pPr>
            <a:r>
              <a:rPr b="1" lang="es-MX" sz="4300"/>
              <a:t>#include &lt;string.h&gt;</a:t>
            </a:r>
            <a:endParaRPr/>
          </a:p>
          <a:p>
            <a:pPr indent="0" lvl="0" marL="0" rtl="0" algn="l">
              <a:lnSpc>
                <a:spcPct val="100000"/>
              </a:lnSpc>
              <a:spcBef>
                <a:spcPts val="279"/>
              </a:spcBef>
              <a:spcAft>
                <a:spcPts val="0"/>
              </a:spcAft>
              <a:buClr>
                <a:schemeClr val="dk1"/>
              </a:buClr>
              <a:buSzPct val="100000"/>
              <a:buNone/>
            </a:pPr>
            <a:r>
              <a:rPr b="1" lang="es-MX" sz="4300"/>
              <a:t>#include &lt;ctype.h&gt;</a:t>
            </a:r>
            <a:endParaRPr/>
          </a:p>
          <a:p>
            <a:pPr indent="0" lvl="0" marL="0" rtl="0" algn="l">
              <a:lnSpc>
                <a:spcPct val="100000"/>
              </a:lnSpc>
              <a:spcBef>
                <a:spcPts val="279"/>
              </a:spcBef>
              <a:spcAft>
                <a:spcPts val="0"/>
              </a:spcAft>
              <a:buClr>
                <a:schemeClr val="dk1"/>
              </a:buClr>
              <a:buSzPct val="100000"/>
              <a:buNone/>
            </a:pPr>
            <a:r>
              <a:rPr b="1" lang="es-MX" sz="4300"/>
              <a:t>int gcd( int $a, int $b )</a:t>
            </a:r>
            <a:endParaRPr/>
          </a:p>
          <a:p>
            <a:pPr indent="0" lvl="0" marL="0" rtl="0" algn="l">
              <a:lnSpc>
                <a:spcPct val="100000"/>
              </a:lnSpc>
              <a:spcBef>
                <a:spcPts val="279"/>
              </a:spcBef>
              <a:spcAft>
                <a:spcPts val="0"/>
              </a:spcAft>
              <a:buClr>
                <a:schemeClr val="dk1"/>
              </a:buClr>
              <a:buSzPct val="100000"/>
              <a:buNone/>
            </a:pPr>
            <a:r>
              <a:rPr b="1" lang="es-MX" sz="4300"/>
              <a:t>{</a:t>
            </a:r>
            <a:endParaRPr/>
          </a:p>
          <a:p>
            <a:pPr indent="0" lvl="0" marL="0" rtl="0" algn="l">
              <a:lnSpc>
                <a:spcPct val="100000"/>
              </a:lnSpc>
              <a:spcBef>
                <a:spcPts val="279"/>
              </a:spcBef>
              <a:spcAft>
                <a:spcPts val="0"/>
              </a:spcAft>
              <a:buClr>
                <a:schemeClr val="dk1"/>
              </a:buClr>
              <a:buSzPct val="100000"/>
              <a:buNone/>
            </a:pPr>
            <a:r>
              <a:rPr b="1" lang="es-MX" sz="4300"/>
              <a:t>int $result;</a:t>
            </a:r>
            <a:endParaRPr/>
          </a:p>
          <a:p>
            <a:pPr indent="0" lvl="0" marL="0" rtl="0" algn="l">
              <a:lnSpc>
                <a:spcPct val="100000"/>
              </a:lnSpc>
              <a:spcBef>
                <a:spcPts val="279"/>
              </a:spcBef>
              <a:spcAft>
                <a:spcPts val="0"/>
              </a:spcAft>
              <a:buClr>
                <a:schemeClr val="dk1"/>
              </a:buClr>
              <a:buSzPct val="100000"/>
              <a:buNone/>
            </a:pPr>
            <a:r>
              <a:rPr b="1" lang="es-MX" sz="4300"/>
              <a:t>__asm__ __volatile__(</a:t>
            </a:r>
            <a:endParaRPr/>
          </a:p>
          <a:p>
            <a:pPr indent="0" lvl="0" marL="0" rtl="0" algn="l">
              <a:lnSpc>
                <a:spcPct val="100000"/>
              </a:lnSpc>
              <a:spcBef>
                <a:spcPts val="279"/>
              </a:spcBef>
              <a:spcAft>
                <a:spcPts val="0"/>
              </a:spcAft>
              <a:buClr>
                <a:schemeClr val="dk1"/>
              </a:buClr>
              <a:buSzPct val="100000"/>
              <a:buNone/>
            </a:pPr>
            <a:r>
              <a:rPr b="1" lang="es-MX" sz="4300"/>
              <a:t>		"movl %1, %%eax;"</a:t>
            </a:r>
            <a:endParaRPr/>
          </a:p>
          <a:p>
            <a:pPr indent="0" lvl="0" marL="0" rtl="0" algn="l">
              <a:lnSpc>
                <a:spcPct val="100000"/>
              </a:lnSpc>
              <a:spcBef>
                <a:spcPts val="279"/>
              </a:spcBef>
              <a:spcAft>
                <a:spcPts val="0"/>
              </a:spcAft>
              <a:buClr>
                <a:schemeClr val="dk1"/>
              </a:buClr>
              <a:buSzPct val="100000"/>
              <a:buNone/>
            </a:pPr>
            <a:r>
              <a:rPr b="1" lang="es-MX" sz="4300"/>
              <a:t>		"movl %2, %%ebx;"</a:t>
            </a:r>
            <a:endParaRPr/>
          </a:p>
          <a:p>
            <a:pPr indent="0" lvl="0" marL="0" rtl="0" algn="l">
              <a:lnSpc>
                <a:spcPct val="100000"/>
              </a:lnSpc>
              <a:spcBef>
                <a:spcPts val="279"/>
              </a:spcBef>
              <a:spcAft>
                <a:spcPts val="0"/>
              </a:spcAft>
              <a:buClr>
                <a:schemeClr val="dk1"/>
              </a:buClr>
              <a:buSzPct val="100000"/>
              <a:buNone/>
            </a:pPr>
            <a:r>
              <a:rPr b="1" lang="es-MX" sz="4300"/>
              <a:t>"CONTD: cmpl $0, %%ebx;"</a:t>
            </a:r>
            <a:endParaRPr/>
          </a:p>
          <a:p>
            <a:pPr indent="0" lvl="0" marL="0" rtl="0" algn="l">
              <a:lnSpc>
                <a:spcPct val="100000"/>
              </a:lnSpc>
              <a:spcBef>
                <a:spcPts val="279"/>
              </a:spcBef>
              <a:spcAft>
                <a:spcPts val="0"/>
              </a:spcAft>
              <a:buClr>
                <a:schemeClr val="dk1"/>
              </a:buClr>
              <a:buSzPct val="100000"/>
              <a:buNone/>
            </a:pPr>
            <a:r>
              <a:rPr b="1" lang="es-MX" sz="4300"/>
              <a:t>    	"je DONE;"</a:t>
            </a:r>
            <a:endParaRPr/>
          </a:p>
          <a:p>
            <a:pPr indent="0" lvl="0" marL="0" rtl="0" algn="l">
              <a:lnSpc>
                <a:spcPct val="100000"/>
              </a:lnSpc>
              <a:spcBef>
                <a:spcPts val="279"/>
              </a:spcBef>
              <a:spcAft>
                <a:spcPts val="0"/>
              </a:spcAft>
              <a:buClr>
                <a:schemeClr val="dk1"/>
              </a:buClr>
              <a:buSzPct val="100000"/>
              <a:buNone/>
            </a:pPr>
            <a:r>
              <a:rPr b="1" lang="es-MX" sz="4300"/>
              <a:t>    	"xorl %%edx, %%edx;"</a:t>
            </a:r>
            <a:endParaRPr/>
          </a:p>
          <a:p>
            <a:pPr indent="0" lvl="0" marL="0" rtl="0" algn="l">
              <a:lnSpc>
                <a:spcPct val="100000"/>
              </a:lnSpc>
              <a:spcBef>
                <a:spcPts val="279"/>
              </a:spcBef>
              <a:spcAft>
                <a:spcPts val="0"/>
              </a:spcAft>
              <a:buClr>
                <a:schemeClr val="dk1"/>
              </a:buClr>
              <a:buSzPct val="100000"/>
              <a:buNone/>
            </a:pPr>
            <a:r>
              <a:rPr b="1" lang="es-MX" sz="4300"/>
              <a:t>    	"idivl %%ebx;"</a:t>
            </a:r>
            <a:endParaRPr/>
          </a:p>
          <a:p>
            <a:pPr indent="0" lvl="0" marL="0" rtl="0" algn="l">
              <a:lnSpc>
                <a:spcPct val="100000"/>
              </a:lnSpc>
              <a:spcBef>
                <a:spcPts val="279"/>
              </a:spcBef>
              <a:spcAft>
                <a:spcPts val="0"/>
              </a:spcAft>
              <a:buClr>
                <a:schemeClr val="dk1"/>
              </a:buClr>
              <a:buSzPct val="100000"/>
              <a:buNone/>
            </a:pPr>
            <a:r>
              <a:rPr b="1" lang="es-MX" sz="4300"/>
              <a:t>    	"movl %%ebx, %%eax;"</a:t>
            </a:r>
            <a:endParaRPr/>
          </a:p>
          <a:p>
            <a:pPr indent="0" lvl="0" marL="0" rtl="0" algn="l">
              <a:lnSpc>
                <a:spcPct val="100000"/>
              </a:lnSpc>
              <a:spcBef>
                <a:spcPts val="279"/>
              </a:spcBef>
              <a:spcAft>
                <a:spcPts val="0"/>
              </a:spcAft>
              <a:buClr>
                <a:schemeClr val="dk1"/>
              </a:buClr>
              <a:buSzPct val="100000"/>
              <a:buNone/>
            </a:pPr>
            <a:r>
              <a:rPr b="1" lang="es-MX" sz="4300"/>
              <a:t>    	"movl %%edx, %%ebx;"</a:t>
            </a:r>
            <a:endParaRPr/>
          </a:p>
          <a:p>
            <a:pPr indent="0" lvl="0" marL="0" rtl="0" algn="l">
              <a:lnSpc>
                <a:spcPct val="100000"/>
              </a:lnSpc>
              <a:spcBef>
                <a:spcPts val="279"/>
              </a:spcBef>
              <a:spcAft>
                <a:spcPts val="0"/>
              </a:spcAft>
              <a:buClr>
                <a:schemeClr val="dk1"/>
              </a:buClr>
              <a:buSzPct val="100000"/>
              <a:buNone/>
            </a:pPr>
            <a:r>
              <a:rPr b="1" lang="es-MX" sz="4300"/>
              <a:t>    	"jmp CONTD;"</a:t>
            </a:r>
            <a:endParaRPr/>
          </a:p>
          <a:p>
            <a:pPr indent="0" lvl="0" marL="0" rtl="0" algn="l">
              <a:lnSpc>
                <a:spcPct val="100000"/>
              </a:lnSpc>
              <a:spcBef>
                <a:spcPts val="279"/>
              </a:spcBef>
              <a:spcAft>
                <a:spcPts val="0"/>
              </a:spcAft>
              <a:buClr>
                <a:schemeClr val="dk1"/>
              </a:buClr>
              <a:buSzPct val="100000"/>
              <a:buNone/>
            </a:pPr>
            <a:r>
              <a:rPr b="1" lang="es-MX" sz="4300"/>
              <a:t>"DONE:	movl %%eax, %0;" : "=g" ( $result ) : "g" ( $a ), "g" ( $b )</a:t>
            </a:r>
            <a:endParaRPr/>
          </a:p>
          <a:p>
            <a:pPr indent="0" lvl="0" marL="0" rtl="0" algn="l">
              <a:lnSpc>
                <a:spcPct val="100000"/>
              </a:lnSpc>
              <a:spcBef>
                <a:spcPts val="279"/>
              </a:spcBef>
              <a:spcAft>
                <a:spcPts val="0"/>
              </a:spcAft>
              <a:buClr>
                <a:schemeClr val="dk1"/>
              </a:buClr>
              <a:buSzPct val="100000"/>
              <a:buNone/>
            </a:pPr>
            <a:r>
              <a:rPr b="1" lang="es-MX" sz="4300"/>
              <a:t>);</a:t>
            </a:r>
            <a:endParaRPr/>
          </a:p>
          <a:p>
            <a:pPr indent="0" lvl="0" marL="0" rtl="0" algn="l">
              <a:lnSpc>
                <a:spcPct val="100000"/>
              </a:lnSpc>
              <a:spcBef>
                <a:spcPts val="279"/>
              </a:spcBef>
              <a:spcAft>
                <a:spcPts val="0"/>
              </a:spcAft>
              <a:buClr>
                <a:schemeClr val="dk1"/>
              </a:buClr>
              <a:buSzPct val="100000"/>
              <a:buNone/>
            </a:pPr>
            <a:r>
              <a:rPr b="1" lang="es-MX" sz="4300"/>
              <a:t>return $result ;</a:t>
            </a:r>
            <a:endParaRPr/>
          </a:p>
          <a:p>
            <a:pPr indent="0" lvl="0" marL="0" rtl="0" algn="l">
              <a:lnSpc>
                <a:spcPct val="100000"/>
              </a:lnSpc>
              <a:spcBef>
                <a:spcPts val="279"/>
              </a:spcBef>
              <a:spcAft>
                <a:spcPts val="0"/>
              </a:spcAft>
              <a:buClr>
                <a:schemeClr val="dk1"/>
              </a:buClr>
              <a:buSzPct val="100000"/>
              <a:buNone/>
            </a:pPr>
            <a:r>
              <a:rPr b="1" lang="es-MX" sz="4300"/>
              <a:t>}</a:t>
            </a:r>
            <a:endParaRPr/>
          </a:p>
          <a:p>
            <a:pPr indent="0" lvl="0" marL="0" rtl="0" algn="l">
              <a:lnSpc>
                <a:spcPct val="100000"/>
              </a:lnSpc>
              <a:spcBef>
                <a:spcPts val="279"/>
              </a:spcBef>
              <a:spcAft>
                <a:spcPts val="0"/>
              </a:spcAft>
              <a:buClr>
                <a:schemeClr val="dk1"/>
              </a:buClr>
              <a:buSzPct val="100000"/>
              <a:buNone/>
            </a:pPr>
            <a:r>
              <a:rPr b="1" lang="es-MX" sz="4300"/>
              <a:t>int main(int argc, char** argv) {</a:t>
            </a:r>
            <a:endParaRPr/>
          </a:p>
          <a:p>
            <a:pPr indent="0" lvl="0" marL="0" rtl="0" algn="l">
              <a:lnSpc>
                <a:spcPct val="100000"/>
              </a:lnSpc>
              <a:spcBef>
                <a:spcPts val="279"/>
              </a:spcBef>
              <a:spcAft>
                <a:spcPts val="0"/>
              </a:spcAft>
              <a:buClr>
                <a:schemeClr val="dk1"/>
              </a:buClr>
              <a:buSzPct val="100000"/>
              <a:buNone/>
            </a:pPr>
            <a:r>
              <a:rPr b="1" lang="es-MX" sz="4300"/>
              <a:t>	</a:t>
            </a:r>
            <a:endParaRPr/>
          </a:p>
          <a:p>
            <a:pPr indent="0" lvl="0" marL="0" rtl="0" algn="l">
              <a:lnSpc>
                <a:spcPct val="100000"/>
              </a:lnSpc>
              <a:spcBef>
                <a:spcPts val="279"/>
              </a:spcBef>
              <a:spcAft>
                <a:spcPts val="0"/>
              </a:spcAft>
              <a:buClr>
                <a:schemeClr val="dk1"/>
              </a:buClr>
              <a:buSzPct val="100000"/>
              <a:buNone/>
            </a:pPr>
            <a:r>
              <a:rPr b="1" lang="es-MX" sz="4300"/>
              <a:t>	printf("resultado = %d", gcd(4,9));</a:t>
            </a:r>
            <a:endParaRPr/>
          </a:p>
          <a:p>
            <a:pPr indent="0" lvl="0" marL="0" rtl="0" algn="l">
              <a:lnSpc>
                <a:spcPct val="100000"/>
              </a:lnSpc>
              <a:spcBef>
                <a:spcPts val="279"/>
              </a:spcBef>
              <a:spcAft>
                <a:spcPts val="0"/>
              </a:spcAft>
              <a:buClr>
                <a:schemeClr val="dk1"/>
              </a:buClr>
              <a:buSzPct val="100000"/>
              <a:buNone/>
            </a:pPr>
            <a:r>
              <a:rPr b="1" lang="es-MX" sz="4300"/>
              <a:t>	return 0;</a:t>
            </a:r>
            <a:endParaRPr/>
          </a:p>
          <a:p>
            <a:pPr indent="0" lvl="0" marL="0" rtl="0" algn="l">
              <a:lnSpc>
                <a:spcPct val="100000"/>
              </a:lnSpc>
              <a:spcBef>
                <a:spcPts val="279"/>
              </a:spcBef>
              <a:spcAft>
                <a:spcPts val="0"/>
              </a:spcAft>
              <a:buClr>
                <a:schemeClr val="dk1"/>
              </a:buClr>
              <a:buSzPct val="100000"/>
              <a:buNone/>
            </a:pPr>
            <a:r>
              <a:rPr b="1" lang="es-MX" sz="4300"/>
              <a:t>}</a:t>
            </a:r>
            <a:endParaRPr/>
          </a:p>
          <a:p>
            <a:pPr indent="0" lvl="0" marL="0" rtl="0" algn="l">
              <a:lnSpc>
                <a:spcPct val="100000"/>
              </a:lnSpc>
              <a:spcBef>
                <a:spcPts val="208"/>
              </a:spcBef>
              <a:spcAft>
                <a:spcPts val="0"/>
              </a:spcAft>
              <a:buClr>
                <a:schemeClr val="dk1"/>
              </a:buClr>
              <a:buSzPct val="100000"/>
              <a:buNone/>
            </a:pPr>
            <a:r>
              <a:t/>
            </a:r>
            <a:endParaRPr/>
          </a:p>
        </p:txBody>
      </p:sp>
      <p:sp>
        <p:nvSpPr>
          <p:cNvPr id="4113" name="Google Shape;4113;p5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114" name="Google Shape;4114;p5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8" name="Shape 4118"/>
        <p:cNvGrpSpPr/>
        <p:nvPr/>
      </p:nvGrpSpPr>
      <p:grpSpPr>
        <a:xfrm>
          <a:off x="0" y="0"/>
          <a:ext cx="0" cy="0"/>
          <a:chOff x="0" y="0"/>
          <a:chExt cx="0" cy="0"/>
        </a:xfrm>
      </p:grpSpPr>
      <p:sp>
        <p:nvSpPr>
          <p:cNvPr id="4119" name="Google Shape;4119;p519"/>
          <p:cNvSpPr txBox="1"/>
          <p:nvPr>
            <p:ph type="title"/>
          </p:nvPr>
        </p:nvSpPr>
        <p:spPr>
          <a:xfrm>
            <a:off x="457200" y="274638"/>
            <a:ext cx="8229600" cy="747338"/>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45455"/>
              <a:buNone/>
            </a:pPr>
            <a:r>
              <a:rPr lang="es-MX"/>
              <a:t>seno</a:t>
            </a:r>
            <a:endParaRPr/>
          </a:p>
        </p:txBody>
      </p:sp>
      <p:sp>
        <p:nvSpPr>
          <p:cNvPr id="4120" name="Google Shape;4120;p519"/>
          <p:cNvSpPr txBox="1"/>
          <p:nvPr>
            <p:ph idx="1" type="body"/>
          </p:nvPr>
        </p:nvSpPr>
        <p:spPr>
          <a:xfrm>
            <a:off x="457200" y="1084730"/>
            <a:ext cx="8229600" cy="5041434"/>
          </a:xfrm>
          <a:prstGeom prst="rect">
            <a:avLst/>
          </a:prstGeom>
          <a:noFill/>
          <a:ln>
            <a:noFill/>
          </a:ln>
        </p:spPr>
        <p:txBody>
          <a:bodyPr anchorCtr="0" anchor="t" bIns="45700" lIns="91425" spcFirstLastPara="1" rIns="91425" wrap="square" tIns="45700">
            <a:normAutofit fontScale="32500" lnSpcReduction="20000"/>
          </a:bodyPr>
          <a:lstStyle/>
          <a:p>
            <a:pPr indent="0" lvl="0" marL="114300" rtl="0" algn="l">
              <a:lnSpc>
                <a:spcPct val="100000"/>
              </a:lnSpc>
              <a:spcBef>
                <a:spcPts val="360"/>
              </a:spcBef>
              <a:spcAft>
                <a:spcPts val="0"/>
              </a:spcAft>
              <a:buSzPct val="173077"/>
              <a:buNone/>
            </a:pPr>
            <a:r>
              <a:rPr lang="es-MX"/>
              <a:t>#include &lt;iostream&gt;</a:t>
            </a:r>
            <a:endParaRPr/>
          </a:p>
          <a:p>
            <a:pPr indent="0" lvl="0" marL="114300" rtl="0" algn="l">
              <a:lnSpc>
                <a:spcPct val="100000"/>
              </a:lnSpc>
              <a:spcBef>
                <a:spcPts val="360"/>
              </a:spcBef>
              <a:spcAft>
                <a:spcPts val="0"/>
              </a:spcAft>
              <a:buSzPct val="173077"/>
              <a:buNone/>
            </a:pPr>
            <a:r>
              <a:rPr lang="es-MX"/>
              <a:t>#include &lt;cmath&gt;   // Para comparar resultados</a:t>
            </a:r>
            <a:endParaRPr/>
          </a:p>
          <a:p>
            <a:pPr indent="0" lvl="0" marL="114300" rtl="0" algn="l">
              <a:lnSpc>
                <a:spcPct val="100000"/>
              </a:lnSpc>
              <a:spcBef>
                <a:spcPts val="360"/>
              </a:spcBef>
              <a:spcAft>
                <a:spcPts val="0"/>
              </a:spcAft>
              <a:buSzPct val="173077"/>
              <a:buNone/>
            </a:pPr>
            <a:r>
              <a:rPr lang="es-MX"/>
              <a:t>using namespace std;</a:t>
            </a:r>
            <a:endParaRPr/>
          </a:p>
          <a:p>
            <a:pPr indent="0" lvl="0" marL="114300" rtl="0" algn="l">
              <a:lnSpc>
                <a:spcPct val="100000"/>
              </a:lnSpc>
              <a:spcBef>
                <a:spcPts val="360"/>
              </a:spcBef>
              <a:spcAft>
                <a:spcPts val="0"/>
              </a:spcAft>
              <a:buSzPct val="173077"/>
              <a:buNone/>
            </a:pPr>
            <a:r>
              <a:rPr lang="es-MX"/>
              <a:t>// Función en ensamblador que calcula el seno</a:t>
            </a:r>
            <a:endParaRPr/>
          </a:p>
          <a:p>
            <a:pPr indent="0" lvl="0" marL="114300" rtl="0" algn="l">
              <a:lnSpc>
                <a:spcPct val="100000"/>
              </a:lnSpc>
              <a:spcBef>
                <a:spcPts val="360"/>
              </a:spcBef>
              <a:spcAft>
                <a:spcPts val="0"/>
              </a:spcAft>
              <a:buSzPct val="173077"/>
              <a:buNone/>
            </a:pPr>
            <a:r>
              <a:rPr lang="es-MX"/>
              <a:t>double seno(double x) {</a:t>
            </a:r>
            <a:endParaRPr/>
          </a:p>
          <a:p>
            <a:pPr indent="0" lvl="0" marL="114300" rtl="0" algn="l">
              <a:lnSpc>
                <a:spcPct val="100000"/>
              </a:lnSpc>
              <a:spcBef>
                <a:spcPts val="360"/>
              </a:spcBef>
              <a:spcAft>
                <a:spcPts val="0"/>
              </a:spcAft>
              <a:buSzPct val="173077"/>
              <a:buNone/>
            </a:pPr>
            <a:r>
              <a:rPr lang="es-MX"/>
              <a:t>    double result;</a:t>
            </a:r>
            <a:endParaRPr/>
          </a:p>
          <a:p>
            <a:pPr indent="0" lvl="0" marL="114300" rtl="0" algn="l">
              <a:lnSpc>
                <a:spcPct val="100000"/>
              </a:lnSpc>
              <a:spcBef>
                <a:spcPts val="360"/>
              </a:spcBef>
              <a:spcAft>
                <a:spcPts val="0"/>
              </a:spcAft>
              <a:buSzPct val="173077"/>
              <a:buNone/>
            </a:pPr>
            <a:r>
              <a:rPr lang="es-MX"/>
              <a:t>    __asm__ __volatile__ (</a:t>
            </a:r>
            <a:endParaRPr/>
          </a:p>
          <a:p>
            <a:pPr indent="0" lvl="0" marL="114300" rtl="0" algn="l">
              <a:lnSpc>
                <a:spcPct val="100000"/>
              </a:lnSpc>
              <a:spcBef>
                <a:spcPts val="360"/>
              </a:spcBef>
              <a:spcAft>
                <a:spcPts val="0"/>
              </a:spcAft>
              <a:buSzPct val="173077"/>
              <a:buNone/>
            </a:pPr>
            <a:r>
              <a:rPr lang="es-MX"/>
              <a:t>        "fldl %1;"        // Cargar x en la pila del coprocesador FPU</a:t>
            </a:r>
            <a:endParaRPr/>
          </a:p>
          <a:p>
            <a:pPr indent="0" lvl="0" marL="114300" rtl="0" algn="l">
              <a:lnSpc>
                <a:spcPct val="100000"/>
              </a:lnSpc>
              <a:spcBef>
                <a:spcPts val="360"/>
              </a:spcBef>
              <a:spcAft>
                <a:spcPts val="0"/>
              </a:spcAft>
              <a:buSzPct val="173077"/>
              <a:buNone/>
            </a:pPr>
            <a:r>
              <a:rPr lang="es-MX"/>
              <a:t>        "fsin;"           // Calcular el seno de ST(0)</a:t>
            </a:r>
            <a:endParaRPr/>
          </a:p>
          <a:p>
            <a:pPr indent="0" lvl="0" marL="114300" rtl="0" algn="l">
              <a:lnSpc>
                <a:spcPct val="100000"/>
              </a:lnSpc>
              <a:spcBef>
                <a:spcPts val="360"/>
              </a:spcBef>
              <a:spcAft>
                <a:spcPts val="0"/>
              </a:spcAft>
              <a:buSzPct val="173077"/>
              <a:buNone/>
            </a:pPr>
            <a:r>
              <a:rPr lang="es-MX"/>
              <a:t>        "fstpl %0;"       // Guardar el resultado en 'result'</a:t>
            </a:r>
            <a:endParaRPr/>
          </a:p>
          <a:p>
            <a:pPr indent="0" lvl="0" marL="114300" rtl="0" algn="l">
              <a:lnSpc>
                <a:spcPct val="100000"/>
              </a:lnSpc>
              <a:spcBef>
                <a:spcPts val="360"/>
              </a:spcBef>
              <a:spcAft>
                <a:spcPts val="0"/>
              </a:spcAft>
              <a:buSzPct val="173077"/>
              <a:buNone/>
            </a:pPr>
            <a:r>
              <a:rPr lang="es-MX"/>
              <a:t>        : "=m"(result)    // salida</a:t>
            </a:r>
            <a:endParaRPr/>
          </a:p>
          <a:p>
            <a:pPr indent="0" lvl="0" marL="114300" rtl="0" algn="l">
              <a:lnSpc>
                <a:spcPct val="100000"/>
              </a:lnSpc>
              <a:spcBef>
                <a:spcPts val="360"/>
              </a:spcBef>
              <a:spcAft>
                <a:spcPts val="0"/>
              </a:spcAft>
              <a:buSzPct val="173077"/>
              <a:buNone/>
            </a:pPr>
            <a:r>
              <a:rPr lang="es-MX"/>
              <a:t>        : "m"(x)          // entrada</a:t>
            </a:r>
            <a:endParaRPr/>
          </a:p>
          <a:p>
            <a:pPr indent="0" lvl="0" marL="114300" rtl="0" algn="l">
              <a:lnSpc>
                <a:spcPct val="100000"/>
              </a:lnSpc>
              <a:spcBef>
                <a:spcPts val="360"/>
              </a:spcBef>
              <a:spcAft>
                <a:spcPts val="0"/>
              </a:spcAft>
              <a:buSzPct val="173077"/>
              <a:buNone/>
            </a:pPr>
            <a:r>
              <a:rPr lang="es-MX"/>
              <a:t>    );</a:t>
            </a:r>
            <a:endParaRPr/>
          </a:p>
          <a:p>
            <a:pPr indent="0" lvl="0" marL="114300" rtl="0" algn="l">
              <a:lnSpc>
                <a:spcPct val="100000"/>
              </a:lnSpc>
              <a:spcBef>
                <a:spcPts val="360"/>
              </a:spcBef>
              <a:spcAft>
                <a:spcPts val="0"/>
              </a:spcAft>
              <a:buSzPct val="173077"/>
              <a:buNone/>
            </a:pPr>
            <a:r>
              <a:rPr lang="es-MX"/>
              <a:t>    return result;</a:t>
            </a:r>
            <a:endParaRPr/>
          </a:p>
          <a:p>
            <a:pPr indent="0" lvl="0" marL="114300" rtl="0" algn="l">
              <a:lnSpc>
                <a:spcPct val="100000"/>
              </a:lnSpc>
              <a:spcBef>
                <a:spcPts val="360"/>
              </a:spcBef>
              <a:spcAft>
                <a:spcPts val="0"/>
              </a:spcAft>
              <a:buSzPct val="173077"/>
              <a:buNone/>
            </a:pPr>
            <a:r>
              <a:rPr lang="es-MX"/>
              <a:t>}</a:t>
            </a:r>
            <a:endParaRPr/>
          </a:p>
          <a:p>
            <a:pPr indent="0" lvl="0" marL="114300" rtl="0" algn="l">
              <a:lnSpc>
                <a:spcPct val="100000"/>
              </a:lnSpc>
              <a:spcBef>
                <a:spcPts val="360"/>
              </a:spcBef>
              <a:spcAft>
                <a:spcPts val="0"/>
              </a:spcAft>
              <a:buSzPct val="173077"/>
              <a:buNone/>
            </a:pPr>
            <a:r>
              <a:rPr lang="es-MX"/>
              <a:t>int main() {</a:t>
            </a:r>
            <a:endParaRPr/>
          </a:p>
          <a:p>
            <a:pPr indent="0" lvl="0" marL="114300" rtl="0" algn="l">
              <a:lnSpc>
                <a:spcPct val="100000"/>
              </a:lnSpc>
              <a:spcBef>
                <a:spcPts val="360"/>
              </a:spcBef>
              <a:spcAft>
                <a:spcPts val="0"/>
              </a:spcAft>
              <a:buSzPct val="173077"/>
              <a:buNone/>
            </a:pPr>
            <a:r>
              <a:rPr lang="es-MX"/>
              <a:t>    double angulo;</a:t>
            </a:r>
            <a:endParaRPr/>
          </a:p>
          <a:p>
            <a:pPr indent="0" lvl="0" marL="114300" rtl="0" algn="l">
              <a:lnSpc>
                <a:spcPct val="100000"/>
              </a:lnSpc>
              <a:spcBef>
                <a:spcPts val="360"/>
              </a:spcBef>
              <a:spcAft>
                <a:spcPts val="0"/>
              </a:spcAft>
              <a:buSzPct val="173077"/>
              <a:buNone/>
            </a:pPr>
            <a:r>
              <a:rPr lang="es-MX"/>
              <a:t>    cout &lt;&lt; "Digite el ángulo en radianes: ";</a:t>
            </a:r>
            <a:endParaRPr/>
          </a:p>
          <a:p>
            <a:pPr indent="0" lvl="0" marL="114300" rtl="0" algn="l">
              <a:lnSpc>
                <a:spcPct val="100000"/>
              </a:lnSpc>
              <a:spcBef>
                <a:spcPts val="360"/>
              </a:spcBef>
              <a:spcAft>
                <a:spcPts val="0"/>
              </a:spcAft>
              <a:buSzPct val="173077"/>
              <a:buNone/>
            </a:pPr>
            <a:r>
              <a:rPr lang="es-MX"/>
              <a:t>    cin &gt;&gt; angulo;</a:t>
            </a:r>
            <a:endParaRPr/>
          </a:p>
          <a:p>
            <a:pPr indent="0" lvl="0" marL="114300" rtl="0" algn="l">
              <a:lnSpc>
                <a:spcPct val="100000"/>
              </a:lnSpc>
              <a:spcBef>
                <a:spcPts val="360"/>
              </a:spcBef>
              <a:spcAft>
                <a:spcPts val="0"/>
              </a:spcAft>
              <a:buSzPct val="173077"/>
              <a:buNone/>
            </a:pPr>
            <a:r>
              <a:t/>
            </a:r>
            <a:endParaRPr/>
          </a:p>
          <a:p>
            <a:pPr indent="0" lvl="0" marL="114300" rtl="0" algn="l">
              <a:lnSpc>
                <a:spcPct val="100000"/>
              </a:lnSpc>
              <a:spcBef>
                <a:spcPts val="360"/>
              </a:spcBef>
              <a:spcAft>
                <a:spcPts val="0"/>
              </a:spcAft>
              <a:buSzPct val="173077"/>
              <a:buNone/>
            </a:pPr>
            <a:r>
              <a:rPr lang="es-MX"/>
              <a:t>    double res = seno(angulo);</a:t>
            </a:r>
            <a:endParaRPr/>
          </a:p>
          <a:p>
            <a:pPr indent="0" lvl="0" marL="114300" rtl="0" algn="l">
              <a:lnSpc>
                <a:spcPct val="100000"/>
              </a:lnSpc>
              <a:spcBef>
                <a:spcPts val="360"/>
              </a:spcBef>
              <a:spcAft>
                <a:spcPts val="0"/>
              </a:spcAft>
              <a:buSzPct val="173077"/>
              <a:buNone/>
            </a:pPr>
            <a:r>
              <a:rPr lang="es-MX"/>
              <a:t>    cout &lt;&lt; "\nEl seno en ensamblador de " &lt;&lt; angulo &lt;&lt; " = " &lt;&lt; res &lt;&lt; endl;</a:t>
            </a:r>
            <a:endParaRPr/>
          </a:p>
          <a:p>
            <a:pPr indent="0" lvl="0" marL="114300" rtl="0" algn="l">
              <a:lnSpc>
                <a:spcPct val="100000"/>
              </a:lnSpc>
              <a:spcBef>
                <a:spcPts val="360"/>
              </a:spcBef>
              <a:spcAft>
                <a:spcPts val="0"/>
              </a:spcAft>
              <a:buSzPct val="173077"/>
              <a:buNone/>
            </a:pPr>
            <a:r>
              <a:t/>
            </a:r>
            <a:endParaRPr/>
          </a:p>
          <a:p>
            <a:pPr indent="0" lvl="0" marL="114300" rtl="0" algn="l">
              <a:lnSpc>
                <a:spcPct val="100000"/>
              </a:lnSpc>
              <a:spcBef>
                <a:spcPts val="360"/>
              </a:spcBef>
              <a:spcAft>
                <a:spcPts val="0"/>
              </a:spcAft>
              <a:buSzPct val="173077"/>
              <a:buNone/>
            </a:pPr>
            <a:r>
              <a:rPr lang="es-MX"/>
              <a:t>    // Comparación con la librería estándar de C++</a:t>
            </a:r>
            <a:endParaRPr/>
          </a:p>
          <a:p>
            <a:pPr indent="0" lvl="0" marL="114300" rtl="0" algn="l">
              <a:lnSpc>
                <a:spcPct val="100000"/>
              </a:lnSpc>
              <a:spcBef>
                <a:spcPts val="360"/>
              </a:spcBef>
              <a:spcAft>
                <a:spcPts val="0"/>
              </a:spcAft>
              <a:buSzPct val="173077"/>
              <a:buNone/>
            </a:pPr>
            <a:r>
              <a:rPr lang="es-MX"/>
              <a:t>    cout &lt;&lt; "El seno con la librería &lt;cmath&gt; = " &lt;&lt; sin(angulo) &lt;&lt; endl;</a:t>
            </a:r>
            <a:endParaRPr/>
          </a:p>
          <a:p>
            <a:pPr indent="0" lvl="0" marL="114300" rtl="0" algn="l">
              <a:lnSpc>
                <a:spcPct val="100000"/>
              </a:lnSpc>
              <a:spcBef>
                <a:spcPts val="360"/>
              </a:spcBef>
              <a:spcAft>
                <a:spcPts val="0"/>
              </a:spcAft>
              <a:buSzPct val="173077"/>
              <a:buNone/>
            </a:pPr>
            <a:r>
              <a:rPr lang="es-MX"/>
              <a:t>    return 0;</a:t>
            </a:r>
            <a:endParaRPr/>
          </a:p>
          <a:p>
            <a:pPr indent="0" lvl="0" marL="114300" rtl="0" algn="l">
              <a:lnSpc>
                <a:spcPct val="100000"/>
              </a:lnSpc>
              <a:spcBef>
                <a:spcPts val="360"/>
              </a:spcBef>
              <a:spcAft>
                <a:spcPts val="0"/>
              </a:spcAft>
              <a:buSzPct val="173077"/>
              <a:buNone/>
            </a:pPr>
            <a:r>
              <a:rPr lang="es-MX"/>
              <a:t>}</a:t>
            </a:r>
            <a:endParaRPr/>
          </a:p>
        </p:txBody>
      </p:sp>
      <p:sp>
        <p:nvSpPr>
          <p:cNvPr id="4121" name="Google Shape;4121;p5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5" name="Shape 4125"/>
        <p:cNvGrpSpPr/>
        <p:nvPr/>
      </p:nvGrpSpPr>
      <p:grpSpPr>
        <a:xfrm>
          <a:off x="0" y="0"/>
          <a:ext cx="0" cy="0"/>
          <a:chOff x="0" y="0"/>
          <a:chExt cx="0" cy="0"/>
        </a:xfrm>
      </p:grpSpPr>
      <p:sp>
        <p:nvSpPr>
          <p:cNvPr id="4126" name="Google Shape;4126;p5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Otros compiladores</a:t>
            </a:r>
            <a:endParaRPr/>
          </a:p>
        </p:txBody>
      </p:sp>
      <p:sp>
        <p:nvSpPr>
          <p:cNvPr id="4127" name="Google Shape;4127;p5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431800" lvl="0" marL="457200" rtl="0" algn="ctr">
              <a:lnSpc>
                <a:spcPct val="100000"/>
              </a:lnSpc>
              <a:spcBef>
                <a:spcPts val="640"/>
              </a:spcBef>
              <a:spcAft>
                <a:spcPts val="0"/>
              </a:spcAft>
              <a:buClr>
                <a:srgbClr val="888888"/>
              </a:buClr>
              <a:buSzPts val="3200"/>
              <a:buNone/>
            </a:pPr>
            <a:r>
              <a:t/>
            </a:r>
            <a:endParaRPr/>
          </a:p>
        </p:txBody>
      </p:sp>
    </p:spTree>
  </p:cSld>
  <p:clrMapOvr>
    <a:masterClrMapping/>
  </p:clrMapOvr>
</p:sld>
</file>

<file path=ppt/slides/slide5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1" name="Shape 4131"/>
        <p:cNvGrpSpPr/>
        <p:nvPr/>
      </p:nvGrpSpPr>
      <p:grpSpPr>
        <a:xfrm>
          <a:off x="0" y="0"/>
          <a:ext cx="0" cy="0"/>
          <a:chOff x="0" y="0"/>
          <a:chExt cx="0" cy="0"/>
        </a:xfrm>
      </p:grpSpPr>
      <p:sp>
        <p:nvSpPr>
          <p:cNvPr id="4132" name="Google Shape;4132;p5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OneCompiler</a:t>
            </a:r>
            <a:endParaRPr/>
          </a:p>
        </p:txBody>
      </p:sp>
      <p:sp>
        <p:nvSpPr>
          <p:cNvPr id="4133" name="Google Shape;4133;p5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457200" rtl="0" algn="just">
              <a:lnSpc>
                <a:spcPct val="100000"/>
              </a:lnSpc>
              <a:spcBef>
                <a:spcPts val="360"/>
              </a:spcBef>
              <a:spcAft>
                <a:spcPts val="0"/>
              </a:spcAft>
              <a:buSzPts val="1800"/>
              <a:buChar char="•"/>
            </a:pPr>
            <a:r>
              <a:rPr lang="es-MX"/>
              <a:t>El sitio web OneCompiler es una plataforma en línea que permite escribir, ejecutar y compartir código en lenguaje ensamblador (Assembly) de forma gratuita, sin necesidad de instalar ningún software adicional.</a:t>
            </a:r>
            <a:endParaRPr/>
          </a:p>
          <a:p>
            <a:pPr indent="-342900" lvl="1" marL="914400" rtl="0" algn="l">
              <a:lnSpc>
                <a:spcPct val="100000"/>
              </a:lnSpc>
              <a:spcBef>
                <a:spcPts val="360"/>
              </a:spcBef>
              <a:spcAft>
                <a:spcPts val="0"/>
              </a:spcAft>
              <a:buSzPts val="1800"/>
              <a:buChar char="–"/>
            </a:pPr>
            <a:r>
              <a:rPr lang="es-MX"/>
              <a:t>https://onecompiler.com/assembly</a:t>
            </a:r>
            <a:endParaRPr/>
          </a:p>
        </p:txBody>
      </p:sp>
    </p:spTree>
  </p:cSld>
  <p:clrMapOvr>
    <a:masterClrMapping/>
  </p:clrMapOvr>
</p:sld>
</file>

<file path=ppt/slides/slide5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7" name="Shape 4137"/>
        <p:cNvGrpSpPr/>
        <p:nvPr/>
      </p:nvGrpSpPr>
      <p:grpSpPr>
        <a:xfrm>
          <a:off x="0" y="0"/>
          <a:ext cx="0" cy="0"/>
          <a:chOff x="0" y="0"/>
          <a:chExt cx="0" cy="0"/>
        </a:xfrm>
      </p:grpSpPr>
      <p:sp>
        <p:nvSpPr>
          <p:cNvPr id="4138" name="Google Shape;4138;p5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Funcionalidades principales</a:t>
            </a:r>
            <a:endParaRPr/>
          </a:p>
        </p:txBody>
      </p:sp>
      <p:sp>
        <p:nvSpPr>
          <p:cNvPr id="4139" name="Google Shape;4139;p5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457200" rtl="0" algn="just">
              <a:lnSpc>
                <a:spcPct val="100000"/>
              </a:lnSpc>
              <a:spcBef>
                <a:spcPts val="360"/>
              </a:spcBef>
              <a:spcAft>
                <a:spcPts val="0"/>
              </a:spcAft>
              <a:buSzPct val="80357"/>
              <a:buChar char="•"/>
            </a:pPr>
            <a:r>
              <a:rPr lang="es-MX"/>
              <a:t>Editor en línea: Ofrece un entorno de desarrollo integrado (IDE) accesible desde el navegador, con resaltado de sintaxis y plantillas de código para comenzar rápidamente.</a:t>
            </a:r>
            <a:endParaRPr/>
          </a:p>
          <a:p>
            <a:pPr indent="-228600" lvl="0" marL="457200" rtl="0" algn="just">
              <a:lnSpc>
                <a:spcPct val="100000"/>
              </a:lnSpc>
              <a:spcBef>
                <a:spcPts val="360"/>
              </a:spcBef>
              <a:spcAft>
                <a:spcPts val="0"/>
              </a:spcAft>
              <a:buSzPct val="80357"/>
              <a:buNone/>
            </a:pPr>
            <a:r>
              <a:t/>
            </a:r>
            <a:endParaRPr/>
          </a:p>
          <a:p>
            <a:pPr indent="-342900" lvl="0" marL="457200" rtl="0" algn="just">
              <a:lnSpc>
                <a:spcPct val="100000"/>
              </a:lnSpc>
              <a:spcBef>
                <a:spcPts val="360"/>
              </a:spcBef>
              <a:spcAft>
                <a:spcPts val="0"/>
              </a:spcAft>
              <a:buSzPct val="80357"/>
              <a:buChar char="•"/>
            </a:pPr>
            <a:r>
              <a:rPr lang="es-MX"/>
              <a:t>Ejecución inmediata: Permite compilar y ejecutar código en tiempo real, mostrando la salida directamente en la consola integrada.</a:t>
            </a:r>
            <a:endParaRPr/>
          </a:p>
          <a:p>
            <a:pPr indent="-228600" lvl="0" marL="457200" rtl="0" algn="just">
              <a:lnSpc>
                <a:spcPct val="100000"/>
              </a:lnSpc>
              <a:spcBef>
                <a:spcPts val="360"/>
              </a:spcBef>
              <a:spcAft>
                <a:spcPts val="0"/>
              </a:spcAft>
              <a:buSzPct val="80357"/>
              <a:buNone/>
            </a:pPr>
            <a:r>
              <a:t/>
            </a:r>
            <a:endParaRPr/>
          </a:p>
          <a:p>
            <a:pPr indent="-342900" lvl="0" marL="457200" rtl="0" algn="just">
              <a:lnSpc>
                <a:spcPct val="100000"/>
              </a:lnSpc>
              <a:spcBef>
                <a:spcPts val="360"/>
              </a:spcBef>
              <a:spcAft>
                <a:spcPts val="0"/>
              </a:spcAft>
              <a:buSzPct val="80357"/>
              <a:buChar char="•"/>
            </a:pPr>
            <a:r>
              <a:rPr lang="es-MX"/>
              <a:t>Compatibilidad con múltiples lenguajes: Además de Assembly, soporta una amplia variedad de lenguajes de programación, facilitando la comparación y aprendizaje entre ellos.</a:t>
            </a:r>
            <a:endParaRPr/>
          </a:p>
          <a:p>
            <a:pPr indent="-228600" lvl="0" marL="457200" rtl="0" algn="just">
              <a:lnSpc>
                <a:spcPct val="100000"/>
              </a:lnSpc>
              <a:spcBef>
                <a:spcPts val="360"/>
              </a:spcBef>
              <a:spcAft>
                <a:spcPts val="0"/>
              </a:spcAft>
              <a:buSzPct val="80357"/>
              <a:buNone/>
            </a:pPr>
            <a:r>
              <a:t/>
            </a:r>
            <a:endParaRPr/>
          </a:p>
          <a:p>
            <a:pPr indent="-342900" lvl="0" marL="457200" rtl="0" algn="just">
              <a:lnSpc>
                <a:spcPct val="100000"/>
              </a:lnSpc>
              <a:spcBef>
                <a:spcPts val="360"/>
              </a:spcBef>
              <a:spcAft>
                <a:spcPts val="0"/>
              </a:spcAft>
              <a:buSzPct val="80357"/>
              <a:buChar char="•"/>
            </a:pPr>
            <a:r>
              <a:rPr lang="es-MX"/>
              <a:t>Compartición de código: Genera enlaces únicos para compartir tus proyectos con otros, facilitando la colaboración y revisión de código.</a:t>
            </a:r>
            <a:endParaRPr/>
          </a:p>
        </p:txBody>
      </p:sp>
    </p:spTree>
  </p:cSld>
  <p:clrMapOvr>
    <a:masterClrMapping/>
  </p:clrMapOvr>
</p:sld>
</file>

<file path=ppt/slides/slide5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3" name="Shape 4143"/>
        <p:cNvGrpSpPr/>
        <p:nvPr/>
      </p:nvGrpSpPr>
      <p:grpSpPr>
        <a:xfrm>
          <a:off x="0" y="0"/>
          <a:ext cx="0" cy="0"/>
          <a:chOff x="0" y="0"/>
          <a:chExt cx="0" cy="0"/>
        </a:xfrm>
      </p:grpSpPr>
      <p:sp>
        <p:nvSpPr>
          <p:cNvPr id="4144" name="Google Shape;4144;p5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4145" name="Google Shape;4145;p5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360"/>
              </a:spcBef>
              <a:spcAft>
                <a:spcPts val="0"/>
              </a:spcAft>
              <a:buSzPct val="90000"/>
              <a:buNone/>
            </a:pPr>
            <a:r>
              <a:rPr lang="es-MX"/>
              <a:t>section .data</a:t>
            </a:r>
            <a:endParaRPr/>
          </a:p>
          <a:p>
            <a:pPr indent="0" lvl="0" marL="0" rtl="0" algn="l">
              <a:lnSpc>
                <a:spcPct val="100000"/>
              </a:lnSpc>
              <a:spcBef>
                <a:spcPts val="360"/>
              </a:spcBef>
              <a:spcAft>
                <a:spcPts val="0"/>
              </a:spcAft>
              <a:buSzPct val="90000"/>
              <a:buNone/>
            </a:pPr>
            <a:r>
              <a:rPr lang="es-MX"/>
              <a:t>	hello:     db ‘!Hola Mundo!’, 10</a:t>
            </a:r>
            <a:endParaRPr/>
          </a:p>
          <a:p>
            <a:pPr indent="0" lvl="0" marL="0" rtl="0" algn="l">
              <a:lnSpc>
                <a:spcPct val="100000"/>
              </a:lnSpc>
              <a:spcBef>
                <a:spcPts val="360"/>
              </a:spcBef>
              <a:spcAft>
                <a:spcPts val="0"/>
              </a:spcAft>
              <a:buSzPct val="90000"/>
              <a:buNone/>
            </a:pPr>
            <a:r>
              <a:rPr lang="es-MX"/>
              <a:t>	helloLen:  equ $-hello</a:t>
            </a:r>
            <a:endParaRPr/>
          </a:p>
          <a:p>
            <a:pPr indent="0" lvl="0" marL="0" rtl="0" algn="l">
              <a:lnSpc>
                <a:spcPct val="100000"/>
              </a:lnSpc>
              <a:spcBef>
                <a:spcPts val="360"/>
              </a:spcBef>
              <a:spcAft>
                <a:spcPts val="0"/>
              </a:spcAft>
              <a:buSzPct val="90000"/>
              <a:buNone/>
            </a:pPr>
            <a:r>
              <a:rPr lang="es-MX"/>
              <a:t>section .text</a:t>
            </a:r>
            <a:endParaRPr/>
          </a:p>
          <a:p>
            <a:pPr indent="0" lvl="0" marL="0" rtl="0" algn="l">
              <a:lnSpc>
                <a:spcPct val="100000"/>
              </a:lnSpc>
              <a:spcBef>
                <a:spcPts val="360"/>
              </a:spcBef>
              <a:spcAft>
                <a:spcPts val="0"/>
              </a:spcAft>
              <a:buSzPct val="90000"/>
              <a:buNone/>
            </a:pPr>
            <a:r>
              <a:rPr lang="es-MX"/>
              <a:t>	global _start</a:t>
            </a:r>
            <a:endParaRPr/>
          </a:p>
          <a:p>
            <a:pPr indent="0" lvl="0" marL="0" rtl="0" algn="l">
              <a:lnSpc>
                <a:spcPct val="100000"/>
              </a:lnSpc>
              <a:spcBef>
                <a:spcPts val="360"/>
              </a:spcBef>
              <a:spcAft>
                <a:spcPts val="0"/>
              </a:spcAft>
              <a:buSzPct val="90000"/>
              <a:buNone/>
            </a:pPr>
            <a:r>
              <a:rPr lang="es-MX"/>
              <a:t>_start:</a:t>
            </a:r>
            <a:endParaRPr/>
          </a:p>
          <a:p>
            <a:pPr indent="0" lvl="0" marL="0" rtl="0" algn="l">
              <a:lnSpc>
                <a:spcPct val="100000"/>
              </a:lnSpc>
              <a:spcBef>
                <a:spcPts val="360"/>
              </a:spcBef>
              <a:spcAft>
                <a:spcPts val="0"/>
              </a:spcAft>
              <a:buSzPct val="90000"/>
              <a:buNone/>
            </a:pPr>
            <a:r>
              <a:rPr lang="es-MX"/>
              <a:t>	mov eax,4            </a:t>
            </a:r>
            <a:endParaRPr/>
          </a:p>
          <a:p>
            <a:pPr indent="0" lvl="0" marL="0" rtl="0" algn="l">
              <a:lnSpc>
                <a:spcPct val="100000"/>
              </a:lnSpc>
              <a:spcBef>
                <a:spcPts val="360"/>
              </a:spcBef>
              <a:spcAft>
                <a:spcPts val="0"/>
              </a:spcAft>
              <a:buSzPct val="90000"/>
              <a:buNone/>
            </a:pPr>
            <a:r>
              <a:rPr lang="es-MX"/>
              <a:t>	mov ebx,1</a:t>
            </a:r>
            <a:endParaRPr/>
          </a:p>
          <a:p>
            <a:pPr indent="0" lvl="0" marL="0" rtl="0" algn="l">
              <a:lnSpc>
                <a:spcPct val="100000"/>
              </a:lnSpc>
              <a:spcBef>
                <a:spcPts val="360"/>
              </a:spcBef>
              <a:spcAft>
                <a:spcPts val="0"/>
              </a:spcAft>
              <a:buSzPct val="90000"/>
              <a:buNone/>
            </a:pPr>
            <a:r>
              <a:rPr lang="es-MX"/>
              <a:t>	mov ecx,hello        </a:t>
            </a:r>
            <a:endParaRPr/>
          </a:p>
          <a:p>
            <a:pPr indent="0" lvl="0" marL="0" rtl="0" algn="l">
              <a:lnSpc>
                <a:spcPct val="100000"/>
              </a:lnSpc>
              <a:spcBef>
                <a:spcPts val="360"/>
              </a:spcBef>
              <a:spcAft>
                <a:spcPts val="0"/>
              </a:spcAft>
              <a:buSzPct val="90000"/>
              <a:buNone/>
            </a:pPr>
            <a:r>
              <a:rPr lang="es-MX"/>
              <a:t>	mov edx,helloLen</a:t>
            </a:r>
            <a:endParaRPr/>
          </a:p>
          <a:p>
            <a:pPr indent="0" lvl="0" marL="0" rtl="0" algn="l">
              <a:lnSpc>
                <a:spcPct val="100000"/>
              </a:lnSpc>
              <a:spcBef>
                <a:spcPts val="360"/>
              </a:spcBef>
              <a:spcAft>
                <a:spcPts val="0"/>
              </a:spcAft>
              <a:buSzPct val="90000"/>
              <a:buNone/>
            </a:pPr>
            <a:r>
              <a:rPr lang="es-MX"/>
              <a:t>	int 80h</a:t>
            </a:r>
            <a:endParaRPr/>
          </a:p>
          <a:p>
            <a:pPr indent="0" lvl="0" marL="0" rtl="0" algn="l">
              <a:lnSpc>
                <a:spcPct val="100000"/>
              </a:lnSpc>
              <a:spcBef>
                <a:spcPts val="360"/>
              </a:spcBef>
              <a:spcAft>
                <a:spcPts val="0"/>
              </a:spcAft>
              <a:buSzPct val="90000"/>
              <a:buNone/>
            </a:pPr>
            <a:r>
              <a:rPr lang="es-MX"/>
              <a:t>	mov eax,1           </a:t>
            </a:r>
            <a:endParaRPr/>
          </a:p>
          <a:p>
            <a:pPr indent="0" lvl="0" marL="0" rtl="0" algn="l">
              <a:lnSpc>
                <a:spcPct val="100000"/>
              </a:lnSpc>
              <a:spcBef>
                <a:spcPts val="360"/>
              </a:spcBef>
              <a:spcAft>
                <a:spcPts val="0"/>
              </a:spcAft>
              <a:buSzPct val="90000"/>
              <a:buNone/>
            </a:pPr>
            <a:r>
              <a:rPr lang="es-MX"/>
              <a:t>	mov ebx,0</a:t>
            </a:r>
            <a:endParaRPr/>
          </a:p>
          <a:p>
            <a:pPr indent="0" lvl="0" marL="0" rtl="0" algn="l">
              <a:lnSpc>
                <a:spcPct val="100000"/>
              </a:lnSpc>
              <a:spcBef>
                <a:spcPts val="360"/>
              </a:spcBef>
              <a:spcAft>
                <a:spcPts val="0"/>
              </a:spcAft>
              <a:buSzPct val="90000"/>
              <a:buNone/>
            </a:pPr>
            <a:r>
              <a:rPr lang="es-MX"/>
              <a:t>	int 80h;</a:t>
            </a:r>
            <a:endParaRPr/>
          </a:p>
        </p:txBody>
      </p:sp>
    </p:spTree>
  </p:cSld>
  <p:clrMapOvr>
    <a:masterClrMapping/>
  </p:clrMapOvr>
</p:sld>
</file>

<file path=ppt/slides/slide5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9" name="Shape 4149"/>
        <p:cNvGrpSpPr/>
        <p:nvPr/>
      </p:nvGrpSpPr>
      <p:grpSpPr>
        <a:xfrm>
          <a:off x="0" y="0"/>
          <a:ext cx="0" cy="0"/>
          <a:chOff x="0" y="0"/>
          <a:chExt cx="0" cy="0"/>
        </a:xfrm>
      </p:grpSpPr>
      <p:sp>
        <p:nvSpPr>
          <p:cNvPr id="4150" name="Google Shape;4150;p5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4151" name="Google Shape;4151;p5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360"/>
              </a:spcBef>
              <a:spcAft>
                <a:spcPts val="0"/>
              </a:spcAft>
              <a:buSzPct val="60811"/>
              <a:buNone/>
            </a:pPr>
            <a:r>
              <a:rPr lang="es-MX"/>
              <a:t>section .data</a:t>
            </a:r>
            <a:endParaRPr/>
          </a:p>
          <a:p>
            <a:pPr indent="0" lvl="0" marL="0" rtl="0" algn="l">
              <a:lnSpc>
                <a:spcPct val="100000"/>
              </a:lnSpc>
              <a:spcBef>
                <a:spcPts val="360"/>
              </a:spcBef>
              <a:spcAft>
                <a:spcPts val="0"/>
              </a:spcAft>
              <a:buSzPct val="60811"/>
              <a:buNone/>
            </a:pPr>
            <a:r>
              <a:rPr lang="es-MX"/>
              <a:t>	hello:     db 'Hola, Mundo!',10</a:t>
            </a:r>
            <a:endParaRPr/>
          </a:p>
          <a:p>
            <a:pPr indent="0" lvl="0" marL="0" rtl="0" algn="l">
              <a:lnSpc>
                <a:spcPct val="100000"/>
              </a:lnSpc>
              <a:spcBef>
                <a:spcPts val="360"/>
              </a:spcBef>
              <a:spcAft>
                <a:spcPts val="0"/>
              </a:spcAft>
              <a:buSzPct val="60811"/>
              <a:buNone/>
            </a:pPr>
            <a:r>
              <a:rPr lang="es-MX"/>
              <a:t>	helloLen:  equ $-hello</a:t>
            </a:r>
            <a:endParaRPr/>
          </a:p>
          <a:p>
            <a:pPr indent="-342900" lvl="0" marL="457200" rtl="0" algn="l">
              <a:lnSpc>
                <a:spcPct val="100000"/>
              </a:lnSpc>
              <a:spcBef>
                <a:spcPts val="360"/>
              </a:spcBef>
              <a:spcAft>
                <a:spcPts val="0"/>
              </a:spcAft>
              <a:buClr>
                <a:schemeClr val="dk1"/>
              </a:buClr>
              <a:buSzPct val="60811"/>
              <a:buChar char="•"/>
            </a:pPr>
            <a:r>
              <a:rPr lang="es-MX"/>
              <a:t>section .data → Aquí se declaran los datos estáticos que tu programa usará.</a:t>
            </a:r>
            <a:endParaRPr/>
          </a:p>
          <a:p>
            <a:pPr indent="-342900" lvl="0" marL="457200" rtl="0" algn="l">
              <a:lnSpc>
                <a:spcPct val="100000"/>
              </a:lnSpc>
              <a:spcBef>
                <a:spcPts val="360"/>
              </a:spcBef>
              <a:spcAft>
                <a:spcPts val="0"/>
              </a:spcAft>
              <a:buClr>
                <a:schemeClr val="dk1"/>
              </a:buClr>
              <a:buSzPct val="60811"/>
              <a:buChar char="•"/>
            </a:pPr>
            <a:r>
              <a:rPr lang="es-MX"/>
              <a:t>hello: db 'Hello, World!',10</a:t>
            </a:r>
            <a:endParaRPr/>
          </a:p>
          <a:p>
            <a:pPr indent="-342900" lvl="1" marL="914400" rtl="0" algn="l">
              <a:lnSpc>
                <a:spcPct val="100000"/>
              </a:lnSpc>
              <a:spcBef>
                <a:spcPts val="360"/>
              </a:spcBef>
              <a:spcAft>
                <a:spcPts val="0"/>
              </a:spcAft>
              <a:buSzPct val="69498"/>
              <a:buChar char="–"/>
            </a:pPr>
            <a:r>
              <a:rPr lang="es-MX"/>
              <a:t>db significa "define byte", es decir, define un arreglo de bytes.</a:t>
            </a:r>
            <a:endParaRPr/>
          </a:p>
          <a:p>
            <a:pPr indent="-342900" lvl="1" marL="914400" rtl="0" algn="l">
              <a:lnSpc>
                <a:spcPct val="100000"/>
              </a:lnSpc>
              <a:spcBef>
                <a:spcPts val="360"/>
              </a:spcBef>
              <a:spcAft>
                <a:spcPts val="0"/>
              </a:spcAft>
              <a:buSzPct val="69498"/>
              <a:buChar char="–"/>
            </a:pPr>
            <a:r>
              <a:rPr lang="es-MX"/>
              <a:t>'Hola, Mundo!' → la cadena que queremos imprimir.</a:t>
            </a:r>
            <a:endParaRPr/>
          </a:p>
          <a:p>
            <a:pPr indent="-342900" lvl="1" marL="914400" rtl="0" algn="l">
              <a:lnSpc>
                <a:spcPct val="100000"/>
              </a:lnSpc>
              <a:spcBef>
                <a:spcPts val="360"/>
              </a:spcBef>
              <a:spcAft>
                <a:spcPts val="0"/>
              </a:spcAft>
              <a:buSzPct val="69498"/>
              <a:buChar char="–"/>
            </a:pPr>
            <a:r>
              <a:rPr lang="es-MX"/>
              <a:t>10 → es el carácter de salto de línea (\n).</a:t>
            </a:r>
            <a:endParaRPr/>
          </a:p>
          <a:p>
            <a:pPr indent="-228600" lvl="0" marL="457200" rtl="0" algn="l">
              <a:lnSpc>
                <a:spcPct val="100000"/>
              </a:lnSpc>
              <a:spcBef>
                <a:spcPts val="360"/>
              </a:spcBef>
              <a:spcAft>
                <a:spcPts val="0"/>
              </a:spcAft>
              <a:buClr>
                <a:schemeClr val="dk1"/>
              </a:buClr>
              <a:buSzPct val="60811"/>
              <a:buNone/>
            </a:pPr>
            <a:r>
              <a:t/>
            </a:r>
            <a:endParaRPr/>
          </a:p>
        </p:txBody>
      </p:sp>
    </p:spTree>
  </p:cSld>
  <p:clrMapOvr>
    <a:masterClrMapping/>
  </p:clrMapOvr>
</p:sld>
</file>

<file path=ppt/slides/slide5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5" name="Shape 4155"/>
        <p:cNvGrpSpPr/>
        <p:nvPr/>
      </p:nvGrpSpPr>
      <p:grpSpPr>
        <a:xfrm>
          <a:off x="0" y="0"/>
          <a:ext cx="0" cy="0"/>
          <a:chOff x="0" y="0"/>
          <a:chExt cx="0" cy="0"/>
        </a:xfrm>
      </p:grpSpPr>
      <p:sp>
        <p:nvSpPr>
          <p:cNvPr id="4156" name="Google Shape;4156;p5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4157" name="Google Shape;4157;p5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lang="es-MX"/>
              <a:t>helloLen: equ $-hello</a:t>
            </a:r>
            <a:endParaRPr/>
          </a:p>
          <a:p>
            <a:pPr indent="-342900" lvl="1" marL="914400" rtl="0" algn="l">
              <a:lnSpc>
                <a:spcPct val="100000"/>
              </a:lnSpc>
              <a:spcBef>
                <a:spcPts val="360"/>
              </a:spcBef>
              <a:spcAft>
                <a:spcPts val="0"/>
              </a:spcAft>
              <a:buSzPts val="1800"/>
              <a:buChar char="–"/>
            </a:pPr>
            <a:r>
              <a:rPr lang="es-MX"/>
              <a:t>equ crea una constante.</a:t>
            </a:r>
            <a:endParaRPr/>
          </a:p>
          <a:p>
            <a:pPr indent="-342900" lvl="1" marL="914400" rtl="0" algn="l">
              <a:lnSpc>
                <a:spcPct val="100000"/>
              </a:lnSpc>
              <a:spcBef>
                <a:spcPts val="360"/>
              </a:spcBef>
              <a:spcAft>
                <a:spcPts val="0"/>
              </a:spcAft>
              <a:buSzPts val="1800"/>
              <a:buChar char="–"/>
            </a:pPr>
            <a:r>
              <a:rPr lang="es-MX"/>
              <a:t>$ es la posición actual (la dirección justo después de la cadena).</a:t>
            </a:r>
            <a:endParaRPr/>
          </a:p>
          <a:p>
            <a:pPr indent="-342900" lvl="1" marL="914400" rtl="0" algn="l">
              <a:lnSpc>
                <a:spcPct val="100000"/>
              </a:lnSpc>
              <a:spcBef>
                <a:spcPts val="360"/>
              </a:spcBef>
              <a:spcAft>
                <a:spcPts val="0"/>
              </a:spcAft>
              <a:buSzPts val="1800"/>
              <a:buChar char="–"/>
            </a:pPr>
            <a:r>
              <a:rPr lang="es-MX"/>
              <a:t>$-hello → calcula la longitud de la cadena "Hola, Mundo!\n" en bytes.</a:t>
            </a:r>
            <a:endParaRPr/>
          </a:p>
        </p:txBody>
      </p:sp>
    </p:spTree>
  </p:cSld>
  <p:clrMapOvr>
    <a:masterClrMapping/>
  </p:clrMapOvr>
</p:sld>
</file>

<file path=ppt/slides/slide5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1" name="Shape 4161"/>
        <p:cNvGrpSpPr/>
        <p:nvPr/>
      </p:nvGrpSpPr>
      <p:grpSpPr>
        <a:xfrm>
          <a:off x="0" y="0"/>
          <a:ext cx="0" cy="0"/>
          <a:chOff x="0" y="0"/>
          <a:chExt cx="0" cy="0"/>
        </a:xfrm>
      </p:grpSpPr>
      <p:sp>
        <p:nvSpPr>
          <p:cNvPr id="4162" name="Google Shape;4162;p5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Sección de código</a:t>
            </a:r>
            <a:endParaRPr/>
          </a:p>
        </p:txBody>
      </p:sp>
      <p:sp>
        <p:nvSpPr>
          <p:cNvPr id="4163" name="Google Shape;4163;p5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s-MX"/>
              <a:t>section .text</a:t>
            </a:r>
            <a:endParaRPr/>
          </a:p>
          <a:p>
            <a:pPr indent="0" lvl="0" marL="0" rtl="0" algn="l">
              <a:lnSpc>
                <a:spcPct val="100000"/>
              </a:lnSpc>
              <a:spcBef>
                <a:spcPts val="360"/>
              </a:spcBef>
              <a:spcAft>
                <a:spcPts val="0"/>
              </a:spcAft>
              <a:buSzPts val="1800"/>
              <a:buNone/>
            </a:pPr>
            <a:r>
              <a:rPr lang="es-MX"/>
              <a:t>	global _start</a:t>
            </a:r>
            <a:endParaRPr/>
          </a:p>
          <a:p>
            <a:pPr indent="0" lvl="0" marL="0" rtl="0" algn="l">
              <a:lnSpc>
                <a:spcPct val="100000"/>
              </a:lnSpc>
              <a:spcBef>
                <a:spcPts val="360"/>
              </a:spcBef>
              <a:spcAft>
                <a:spcPts val="0"/>
              </a:spcAft>
              <a:buSzPts val="1800"/>
              <a:buNone/>
            </a:pPr>
            <a:r>
              <a:t/>
            </a:r>
            <a:endParaRPr/>
          </a:p>
          <a:p>
            <a:pPr indent="-342900" lvl="0" marL="457200" rtl="0" algn="just">
              <a:lnSpc>
                <a:spcPct val="100000"/>
              </a:lnSpc>
              <a:spcBef>
                <a:spcPts val="360"/>
              </a:spcBef>
              <a:spcAft>
                <a:spcPts val="0"/>
              </a:spcAft>
              <a:buSzPts val="1800"/>
              <a:buChar char="•"/>
            </a:pPr>
            <a:r>
              <a:rPr lang="es-MX"/>
              <a:t>section .text → Aquí se coloca el código ejecutable.</a:t>
            </a:r>
            <a:endParaRPr/>
          </a:p>
          <a:p>
            <a:pPr indent="-342900" lvl="0" marL="457200" rtl="0" algn="just">
              <a:lnSpc>
                <a:spcPct val="100000"/>
              </a:lnSpc>
              <a:spcBef>
                <a:spcPts val="360"/>
              </a:spcBef>
              <a:spcAft>
                <a:spcPts val="0"/>
              </a:spcAft>
              <a:buSzPts val="1800"/>
              <a:buChar char="•"/>
            </a:pPr>
            <a:r>
              <a:rPr lang="es-MX"/>
              <a:t>global _start → Marca la etiqueta _start como punto de entrada del programa (donde el kernel empieza la ejecución).</a:t>
            </a:r>
            <a:endParaRPr/>
          </a:p>
        </p:txBody>
      </p:sp>
    </p:spTree>
  </p:cSld>
  <p:clrMapOvr>
    <a:masterClrMapping/>
  </p:clrMapOvr>
</p:sld>
</file>

<file path=ppt/slides/slide5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7" name="Shape 4167"/>
        <p:cNvGrpSpPr/>
        <p:nvPr/>
      </p:nvGrpSpPr>
      <p:grpSpPr>
        <a:xfrm>
          <a:off x="0" y="0"/>
          <a:ext cx="0" cy="0"/>
          <a:chOff x="0" y="0"/>
          <a:chExt cx="0" cy="0"/>
        </a:xfrm>
      </p:grpSpPr>
      <p:sp>
        <p:nvSpPr>
          <p:cNvPr id="4168" name="Google Shape;4168;p527"/>
          <p:cNvSpPr txBox="1"/>
          <p:nvPr>
            <p:ph idx="1" type="body"/>
          </p:nvPr>
        </p:nvSpPr>
        <p:spPr>
          <a:xfrm>
            <a:off x="628650" y="1390650"/>
            <a:ext cx="7886700" cy="2413159"/>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360"/>
              </a:spcBef>
              <a:spcAft>
                <a:spcPts val="0"/>
              </a:spcAft>
              <a:buSzPct val="90000"/>
              <a:buNone/>
            </a:pPr>
            <a:r>
              <a:rPr lang="es-MX"/>
              <a:t>_start:</a:t>
            </a:r>
            <a:endParaRPr/>
          </a:p>
          <a:p>
            <a:pPr indent="0" lvl="0" marL="0" rtl="0" algn="l">
              <a:lnSpc>
                <a:spcPct val="100000"/>
              </a:lnSpc>
              <a:spcBef>
                <a:spcPts val="360"/>
              </a:spcBef>
              <a:spcAft>
                <a:spcPts val="0"/>
              </a:spcAft>
              <a:buSzPct val="90000"/>
              <a:buNone/>
            </a:pPr>
            <a:r>
              <a:rPr lang="es-MX"/>
              <a:t>	mov eax,4</a:t>
            </a:r>
            <a:endParaRPr/>
          </a:p>
          <a:p>
            <a:pPr indent="0" lvl="0" marL="0" rtl="0" algn="l">
              <a:lnSpc>
                <a:spcPct val="100000"/>
              </a:lnSpc>
              <a:spcBef>
                <a:spcPts val="360"/>
              </a:spcBef>
              <a:spcAft>
                <a:spcPts val="0"/>
              </a:spcAft>
              <a:buSzPct val="90000"/>
              <a:buNone/>
            </a:pPr>
            <a:r>
              <a:rPr lang="es-MX"/>
              <a:t>	mov ebx,1</a:t>
            </a:r>
            <a:endParaRPr/>
          </a:p>
          <a:p>
            <a:pPr indent="0" lvl="0" marL="0" rtl="0" algn="l">
              <a:lnSpc>
                <a:spcPct val="100000"/>
              </a:lnSpc>
              <a:spcBef>
                <a:spcPts val="360"/>
              </a:spcBef>
              <a:spcAft>
                <a:spcPts val="0"/>
              </a:spcAft>
              <a:buSzPct val="90000"/>
              <a:buNone/>
            </a:pPr>
            <a:r>
              <a:rPr lang="es-MX"/>
              <a:t>	mov ecx,hello</a:t>
            </a:r>
            <a:endParaRPr/>
          </a:p>
          <a:p>
            <a:pPr indent="0" lvl="0" marL="0" rtl="0" algn="l">
              <a:lnSpc>
                <a:spcPct val="100000"/>
              </a:lnSpc>
              <a:spcBef>
                <a:spcPts val="360"/>
              </a:spcBef>
              <a:spcAft>
                <a:spcPts val="0"/>
              </a:spcAft>
              <a:buSzPct val="90000"/>
              <a:buNone/>
            </a:pPr>
            <a:r>
              <a:rPr lang="es-MX"/>
              <a:t>	mov edx,helloLen</a:t>
            </a:r>
            <a:endParaRPr/>
          </a:p>
          <a:p>
            <a:pPr indent="0" lvl="0" marL="0" rtl="0" algn="l">
              <a:lnSpc>
                <a:spcPct val="100000"/>
              </a:lnSpc>
              <a:spcBef>
                <a:spcPts val="360"/>
              </a:spcBef>
              <a:spcAft>
                <a:spcPts val="0"/>
              </a:spcAft>
              <a:buSzPct val="90000"/>
              <a:buNone/>
            </a:pPr>
            <a:r>
              <a:rPr lang="es-MX"/>
              <a:t>	int 80h</a:t>
            </a:r>
            <a:endParaRPr/>
          </a:p>
          <a:p>
            <a:pPr indent="-342900" lvl="0" marL="457200" rtl="0" algn="l">
              <a:lnSpc>
                <a:spcPct val="100000"/>
              </a:lnSpc>
              <a:spcBef>
                <a:spcPts val="360"/>
              </a:spcBef>
              <a:spcAft>
                <a:spcPts val="0"/>
              </a:spcAft>
              <a:buClr>
                <a:schemeClr val="dk1"/>
              </a:buClr>
              <a:buSzPct val="90000"/>
              <a:buChar char="•"/>
            </a:pPr>
            <a:r>
              <a:rPr lang="es-MX"/>
              <a:t>Esto hace la llamada al sistema write para imprimir en la pantalla.</a:t>
            </a:r>
            <a:endParaRPr/>
          </a:p>
          <a:p>
            <a:pPr indent="-228600" lvl="0" marL="457200" rtl="0" algn="l">
              <a:lnSpc>
                <a:spcPct val="100000"/>
              </a:lnSpc>
              <a:spcBef>
                <a:spcPts val="360"/>
              </a:spcBef>
              <a:spcAft>
                <a:spcPts val="0"/>
              </a:spcAft>
              <a:buClr>
                <a:schemeClr val="dk1"/>
              </a:buClr>
              <a:buSzPct val="90000"/>
              <a:buNone/>
            </a:pPr>
            <a:r>
              <a:t/>
            </a:r>
            <a:endParaRPr/>
          </a:p>
        </p:txBody>
      </p:sp>
      <p:graphicFrame>
        <p:nvGraphicFramePr>
          <p:cNvPr id="4169" name="Google Shape;4169;p527"/>
          <p:cNvGraphicFramePr/>
          <p:nvPr/>
        </p:nvGraphicFramePr>
        <p:xfrm>
          <a:off x="628650" y="3723600"/>
          <a:ext cx="3000000" cy="3000000"/>
        </p:xfrm>
        <a:graphic>
          <a:graphicData uri="http://schemas.openxmlformats.org/drawingml/2006/table">
            <a:tbl>
              <a:tblPr>
                <a:noFill/>
                <a:tableStyleId>{1F959347-7F3F-4B6C-B37F-F1AF98F59DA9}</a:tableStyleId>
              </a:tblPr>
              <a:tblGrid>
                <a:gridCol w="2641600"/>
                <a:gridCol w="2616200"/>
                <a:gridCol w="2628900"/>
              </a:tblGrid>
              <a:tr h="27122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Registro</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Valor</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Significado</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7122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eax</a:t>
                      </a:r>
                      <a:endParaRPr sz="11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4</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Código de syscall write (sys_write)</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74650">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ebx</a:t>
                      </a:r>
                      <a:endParaRPr sz="11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1</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File descriptor → 1 es </a:t>
                      </a:r>
                      <a:r>
                        <a:rPr b="1" lang="es-MX" sz="1100" u="none" cap="none" strike="noStrike"/>
                        <a:t>stdout</a:t>
                      </a:r>
                      <a:r>
                        <a:rPr lang="es-MX" sz="1100" u="none" cap="none" strike="noStrike"/>
                        <a:t> (consola)</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7122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ecx</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hello</a:t>
                      </a:r>
                      <a:endParaRPr sz="11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Dirección de la cadena a imprimir</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71225">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edx</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helloLen</a:t>
                      </a:r>
                      <a:endParaRPr sz="11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Longitud de la cadena</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170" name="Google Shape;4170;p527"/>
          <p:cNvSpPr txBox="1"/>
          <p:nvPr/>
        </p:nvSpPr>
        <p:spPr>
          <a:xfrm>
            <a:off x="628650" y="5575300"/>
            <a:ext cx="7023100"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s-MX" sz="1050" u="none" cap="none" strike="noStrike">
                <a:solidFill>
                  <a:srgbClr val="000000"/>
                </a:solidFill>
                <a:latin typeface="Arial"/>
                <a:ea typeface="Arial"/>
                <a:cs typeface="Arial"/>
                <a:sym typeface="Arial"/>
              </a:rPr>
              <a:t>int 80h → Interrupción que hace la llamada al sistema, ejecuta write(1, hello, helloLen)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4" name="Shape 4174"/>
        <p:cNvGrpSpPr/>
        <p:nvPr/>
      </p:nvGrpSpPr>
      <p:grpSpPr>
        <a:xfrm>
          <a:off x="0" y="0"/>
          <a:ext cx="0" cy="0"/>
          <a:chOff x="0" y="0"/>
          <a:chExt cx="0" cy="0"/>
        </a:xfrm>
      </p:grpSpPr>
      <p:sp>
        <p:nvSpPr>
          <p:cNvPr id="4175" name="Google Shape;4175;p5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4176" name="Google Shape;4176;p528"/>
          <p:cNvSpPr txBox="1"/>
          <p:nvPr>
            <p:ph idx="1" type="body"/>
          </p:nvPr>
        </p:nvSpPr>
        <p:spPr>
          <a:xfrm>
            <a:off x="628650" y="2226469"/>
            <a:ext cx="7886700" cy="1532732"/>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360"/>
              </a:spcBef>
              <a:spcAft>
                <a:spcPts val="0"/>
              </a:spcAft>
              <a:buSzPct val="80357"/>
              <a:buNone/>
            </a:pPr>
            <a:r>
              <a:rPr lang="es-MX"/>
              <a:t>	mov eax,1</a:t>
            </a:r>
            <a:endParaRPr/>
          </a:p>
          <a:p>
            <a:pPr indent="0" lvl="0" marL="0" rtl="0" algn="l">
              <a:lnSpc>
                <a:spcPct val="100000"/>
              </a:lnSpc>
              <a:spcBef>
                <a:spcPts val="360"/>
              </a:spcBef>
              <a:spcAft>
                <a:spcPts val="0"/>
              </a:spcAft>
              <a:buSzPct val="80357"/>
              <a:buNone/>
            </a:pPr>
            <a:r>
              <a:rPr lang="es-MX"/>
              <a:t>	mov ebx,0</a:t>
            </a:r>
            <a:endParaRPr/>
          </a:p>
          <a:p>
            <a:pPr indent="0" lvl="0" marL="0" rtl="0" algn="l">
              <a:lnSpc>
                <a:spcPct val="100000"/>
              </a:lnSpc>
              <a:spcBef>
                <a:spcPts val="360"/>
              </a:spcBef>
              <a:spcAft>
                <a:spcPts val="0"/>
              </a:spcAft>
              <a:buSzPct val="80357"/>
              <a:buNone/>
            </a:pPr>
            <a:r>
              <a:rPr lang="es-MX"/>
              <a:t>	int 80h</a:t>
            </a:r>
            <a:endParaRPr/>
          </a:p>
          <a:p>
            <a:pPr indent="-342900" lvl="0" marL="457200" rtl="0" algn="l">
              <a:lnSpc>
                <a:spcPct val="100000"/>
              </a:lnSpc>
              <a:spcBef>
                <a:spcPts val="360"/>
              </a:spcBef>
              <a:spcAft>
                <a:spcPts val="0"/>
              </a:spcAft>
              <a:buClr>
                <a:schemeClr val="dk1"/>
              </a:buClr>
              <a:buSzPct val="80357"/>
              <a:buChar char="•"/>
            </a:pPr>
            <a:r>
              <a:rPr lang="es-MX"/>
              <a:t>Esto hace la llamada al sistema exit para terminar el programa.</a:t>
            </a:r>
            <a:endParaRPr/>
          </a:p>
          <a:p>
            <a:pPr indent="0" lvl="0" marL="0" rtl="0" algn="l">
              <a:lnSpc>
                <a:spcPct val="100000"/>
              </a:lnSpc>
              <a:spcBef>
                <a:spcPts val="360"/>
              </a:spcBef>
              <a:spcAft>
                <a:spcPts val="0"/>
              </a:spcAft>
              <a:buSzPct val="80357"/>
              <a:buNone/>
            </a:pPr>
            <a:r>
              <a:t/>
            </a:r>
            <a:endParaRPr/>
          </a:p>
        </p:txBody>
      </p:sp>
      <p:graphicFrame>
        <p:nvGraphicFramePr>
          <p:cNvPr id="4177" name="Google Shape;4177;p528"/>
          <p:cNvGraphicFramePr/>
          <p:nvPr/>
        </p:nvGraphicFramePr>
        <p:xfrm>
          <a:off x="628650" y="3841353"/>
          <a:ext cx="3000000" cy="3000000"/>
        </p:xfrm>
        <a:graphic>
          <a:graphicData uri="http://schemas.openxmlformats.org/drawingml/2006/table">
            <a:tbl>
              <a:tblPr>
                <a:noFill/>
                <a:tableStyleId>{1F959347-7F3F-4B6C-B37F-F1AF98F59DA9}</a:tableStyleId>
              </a:tblPr>
              <a:tblGrid>
                <a:gridCol w="2628900"/>
                <a:gridCol w="2628900"/>
                <a:gridCol w="2628900"/>
              </a:tblGrid>
              <a:tr h="228600">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Registro</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Valor</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Significado</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eax</a:t>
                      </a:r>
                      <a:endParaRPr sz="11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1</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Código de syscall exit (sys_exit)</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ebx</a:t>
                      </a:r>
                      <a:endParaRPr sz="11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0</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Código de salida → 0 significa </a:t>
                      </a:r>
                      <a:r>
                        <a:rPr b="1" lang="es-MX" sz="1100" u="none" cap="none" strike="noStrike"/>
                        <a:t>éxito</a:t>
                      </a:r>
                      <a:endParaRPr sz="11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178" name="Google Shape;4178;p528"/>
          <p:cNvSpPr txBox="1"/>
          <p:nvPr/>
        </p:nvSpPr>
        <p:spPr>
          <a:xfrm>
            <a:off x="628650" y="5187950"/>
            <a:ext cx="3350597"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s-MX" sz="1050" u="none" cap="none" strike="noStrike">
                <a:solidFill>
                  <a:srgbClr val="000000"/>
                </a:solidFill>
                <a:latin typeface="Arial"/>
                <a:ea typeface="Arial"/>
                <a:cs typeface="Arial"/>
                <a:sym typeface="Arial"/>
              </a:rPr>
              <a:t>int 80h → Llama al kernel para terminar el programa.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2" name="Shape 4182"/>
        <p:cNvGrpSpPr/>
        <p:nvPr/>
      </p:nvGrpSpPr>
      <p:grpSpPr>
        <a:xfrm>
          <a:off x="0" y="0"/>
          <a:ext cx="0" cy="0"/>
          <a:chOff x="0" y="0"/>
          <a:chExt cx="0" cy="0"/>
        </a:xfrm>
      </p:grpSpPr>
      <p:sp>
        <p:nvSpPr>
          <p:cNvPr id="4183" name="Google Shape;4183;p5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mycompiler(asm-x86_64)</a:t>
            </a:r>
            <a:endParaRPr/>
          </a:p>
        </p:txBody>
      </p:sp>
      <p:sp>
        <p:nvSpPr>
          <p:cNvPr id="4184" name="Google Shape;4184;p5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457200" rtl="0" algn="just">
              <a:lnSpc>
                <a:spcPct val="100000"/>
              </a:lnSpc>
              <a:spcBef>
                <a:spcPts val="360"/>
              </a:spcBef>
              <a:spcAft>
                <a:spcPts val="0"/>
              </a:spcAft>
              <a:buSzPct val="60811"/>
              <a:buChar char="•"/>
            </a:pPr>
            <a:r>
              <a:rPr lang="es-MX"/>
              <a:t>La página mycompiler(asm-x86_64) es una herramienta en línea que permite escribir, compilar y ejecutar programas en lenguaje ensamblador x86-64 (también conocido como Assembly para arquitecturas de 64 bits). Está diseñada para facilitar la práctica y aprendizaje del lenguaje ensamblador sin necesidad de instalar software adicional en tu computadora.</a:t>
            </a:r>
            <a:endParaRPr/>
          </a:p>
          <a:p>
            <a:pPr indent="-342900" lvl="0" marL="457200" rtl="0" algn="l">
              <a:lnSpc>
                <a:spcPct val="100000"/>
              </a:lnSpc>
              <a:spcBef>
                <a:spcPts val="360"/>
              </a:spcBef>
              <a:spcAft>
                <a:spcPts val="0"/>
              </a:spcAft>
              <a:buClr>
                <a:schemeClr val="dk1"/>
              </a:buClr>
              <a:buSzPct val="60811"/>
              <a:buChar char="•"/>
            </a:pPr>
            <a:r>
              <a:rPr lang="es-MX"/>
              <a:t>https://www.mycompiler.io/es/new/asm-x86_64</a:t>
            </a:r>
            <a:endParaRPr/>
          </a:p>
        </p:txBody>
      </p:sp>
    </p:spTree>
  </p:cSld>
  <p:clrMapOvr>
    <a:masterClrMapping/>
  </p:clrMapOvr>
</p:sld>
</file>

<file path=ppt/slides/slide5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8" name="Shape 4188"/>
        <p:cNvGrpSpPr/>
        <p:nvPr/>
      </p:nvGrpSpPr>
      <p:grpSpPr>
        <a:xfrm>
          <a:off x="0" y="0"/>
          <a:ext cx="0" cy="0"/>
          <a:chOff x="0" y="0"/>
          <a:chExt cx="0" cy="0"/>
        </a:xfrm>
      </p:grpSpPr>
      <p:sp>
        <p:nvSpPr>
          <p:cNvPr id="4189" name="Google Shape;4189;p5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Funcionalidades principales</a:t>
            </a:r>
            <a:endParaRPr/>
          </a:p>
        </p:txBody>
      </p:sp>
      <p:sp>
        <p:nvSpPr>
          <p:cNvPr id="4190" name="Google Shape;4190;p5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342900" lvl="0" marL="457200" rtl="0" algn="just">
              <a:lnSpc>
                <a:spcPct val="100000"/>
              </a:lnSpc>
              <a:spcBef>
                <a:spcPts val="360"/>
              </a:spcBef>
              <a:spcAft>
                <a:spcPts val="0"/>
              </a:spcAft>
              <a:buSzPct val="102273"/>
              <a:buChar char="•"/>
            </a:pPr>
            <a:r>
              <a:rPr lang="es-MX"/>
              <a:t>Editor de código en línea: Ofrece un entorno de desarrollo integrado (IDE) con resaltado de sintaxis y autocompletado, lo que facilita la escritura de código ensamblador.</a:t>
            </a:r>
            <a:endParaRPr/>
          </a:p>
          <a:p>
            <a:pPr indent="-228600" lvl="0" marL="457200" rtl="0" algn="just">
              <a:lnSpc>
                <a:spcPct val="100000"/>
              </a:lnSpc>
              <a:spcBef>
                <a:spcPts val="360"/>
              </a:spcBef>
              <a:spcAft>
                <a:spcPts val="0"/>
              </a:spcAft>
              <a:buSzPct val="102273"/>
              <a:buNone/>
            </a:pPr>
            <a:r>
              <a:t/>
            </a:r>
            <a:endParaRPr/>
          </a:p>
          <a:p>
            <a:pPr indent="-342900" lvl="0" marL="457200" rtl="0" algn="just">
              <a:lnSpc>
                <a:spcPct val="100000"/>
              </a:lnSpc>
              <a:spcBef>
                <a:spcPts val="360"/>
              </a:spcBef>
              <a:spcAft>
                <a:spcPts val="0"/>
              </a:spcAft>
              <a:buSzPct val="102273"/>
              <a:buChar char="•"/>
            </a:pPr>
            <a:r>
              <a:rPr lang="es-MX"/>
              <a:t>Compilación y ejecución instantánea: Puedes compilar y ejecutar tu código directamente desde el navegador, sin necesidad de configurar herramientas como nasm o ld.</a:t>
            </a:r>
            <a:endParaRPr/>
          </a:p>
          <a:p>
            <a:pPr indent="-228600" lvl="0" marL="457200" rtl="0" algn="just">
              <a:lnSpc>
                <a:spcPct val="100000"/>
              </a:lnSpc>
              <a:spcBef>
                <a:spcPts val="360"/>
              </a:spcBef>
              <a:spcAft>
                <a:spcPts val="0"/>
              </a:spcAft>
              <a:buSzPct val="102273"/>
              <a:buNone/>
            </a:pPr>
            <a:r>
              <a:t/>
            </a:r>
            <a:endParaRPr/>
          </a:p>
          <a:p>
            <a:pPr indent="-342900" lvl="0" marL="457200" rtl="0" algn="just">
              <a:lnSpc>
                <a:spcPct val="100000"/>
              </a:lnSpc>
              <a:spcBef>
                <a:spcPts val="360"/>
              </a:spcBef>
              <a:spcAft>
                <a:spcPts val="0"/>
              </a:spcAft>
              <a:buSzPct val="102273"/>
              <a:buChar char="•"/>
            </a:pPr>
            <a:r>
              <a:rPr lang="es-MX"/>
              <a:t>Soporte para Linux x86-64: Utiliza NASM 2.15.05 en un entorno Linux de 64 bits, lo que permite ejecutar programas que interactúan con el sistema operativo mediante llamadas al sistema (syscalls).</a:t>
            </a:r>
            <a:endParaRPr/>
          </a:p>
          <a:p>
            <a:pPr indent="-228600" lvl="0" marL="457200" rtl="0" algn="just">
              <a:lnSpc>
                <a:spcPct val="100000"/>
              </a:lnSpc>
              <a:spcBef>
                <a:spcPts val="360"/>
              </a:spcBef>
              <a:spcAft>
                <a:spcPts val="0"/>
              </a:spcAft>
              <a:buSzPct val="102273"/>
              <a:buNone/>
            </a:pPr>
            <a:r>
              <a:t/>
            </a:r>
            <a:endParaRPr/>
          </a:p>
          <a:p>
            <a:pPr indent="-342900" lvl="0" marL="457200" rtl="0" algn="just">
              <a:lnSpc>
                <a:spcPct val="100000"/>
              </a:lnSpc>
              <a:spcBef>
                <a:spcPts val="360"/>
              </a:spcBef>
              <a:spcAft>
                <a:spcPts val="0"/>
              </a:spcAft>
              <a:buSzPct val="102273"/>
              <a:buChar char="•"/>
            </a:pPr>
            <a:r>
              <a:rPr lang="es-MX"/>
              <a:t>Compatibilidad con múltiples lenguajes: Además de ensamblador, myCompiler soporta más de 20 lenguajes de programación, incluyendo C, C++, Python, Java, Go, entre otros.</a:t>
            </a:r>
            <a:endParaRPr/>
          </a:p>
          <a:p>
            <a:pPr indent="-228600" lvl="0" marL="457200" rtl="0" algn="just">
              <a:lnSpc>
                <a:spcPct val="100000"/>
              </a:lnSpc>
              <a:spcBef>
                <a:spcPts val="360"/>
              </a:spcBef>
              <a:spcAft>
                <a:spcPts val="0"/>
              </a:spcAft>
              <a:buSzPct val="102273"/>
              <a:buNone/>
            </a:pPr>
            <a:r>
              <a:t/>
            </a:r>
            <a:endParaRPr/>
          </a:p>
          <a:p>
            <a:pPr indent="-342900" lvl="0" marL="457200" rtl="0" algn="just">
              <a:lnSpc>
                <a:spcPct val="100000"/>
              </a:lnSpc>
              <a:spcBef>
                <a:spcPts val="360"/>
              </a:spcBef>
              <a:spcAft>
                <a:spcPts val="0"/>
              </a:spcAft>
              <a:buSzPct val="102273"/>
              <a:buChar char="•"/>
            </a:pPr>
            <a:r>
              <a:rPr lang="es-MX"/>
              <a:t>Organización y búsqueda de código: Puedes organizar tus programas con etiquetas y utilizar la barra de búsqueda para encontrarlos fácilmente más tarde.</a:t>
            </a:r>
            <a:endParaRPr/>
          </a:p>
        </p:txBody>
      </p:sp>
    </p:spTree>
  </p:cSld>
  <p:clrMapOvr>
    <a:masterClrMapping/>
  </p:clrMapOvr>
</p:sld>
</file>

<file path=ppt/slides/slide5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4" name="Shape 4194"/>
        <p:cNvGrpSpPr/>
        <p:nvPr/>
      </p:nvGrpSpPr>
      <p:grpSpPr>
        <a:xfrm>
          <a:off x="0" y="0"/>
          <a:ext cx="0" cy="0"/>
          <a:chOff x="0" y="0"/>
          <a:chExt cx="0" cy="0"/>
        </a:xfrm>
      </p:grpSpPr>
      <p:sp>
        <p:nvSpPr>
          <p:cNvPr id="4195" name="Google Shape;4195;p5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4196" name="Google Shape;4196;p5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0000"/>
              </a:lnSpc>
              <a:spcBef>
                <a:spcPts val="360"/>
              </a:spcBef>
              <a:spcAft>
                <a:spcPts val="0"/>
              </a:spcAft>
              <a:buSzPct val="90000"/>
              <a:buNone/>
            </a:pPr>
            <a:r>
              <a:rPr lang="es-MX"/>
              <a:t>section .data</a:t>
            </a:r>
            <a:endParaRPr/>
          </a:p>
          <a:p>
            <a:pPr indent="0" lvl="0" marL="0" rtl="0" algn="l">
              <a:lnSpc>
                <a:spcPct val="100000"/>
              </a:lnSpc>
              <a:spcBef>
                <a:spcPts val="360"/>
              </a:spcBef>
              <a:spcAft>
                <a:spcPts val="0"/>
              </a:spcAft>
              <a:buSzPct val="90000"/>
              <a:buNone/>
            </a:pPr>
            <a:r>
              <a:rPr lang="es-MX"/>
              <a:t>    msg db “Hola Mundo!", 0ah</a:t>
            </a:r>
            <a:endParaRPr/>
          </a:p>
          <a:p>
            <a:pPr indent="0" lvl="0" marL="0" rtl="0" algn="l">
              <a:lnSpc>
                <a:spcPct val="100000"/>
              </a:lnSpc>
              <a:spcBef>
                <a:spcPts val="360"/>
              </a:spcBef>
              <a:spcAft>
                <a:spcPts val="0"/>
              </a:spcAft>
              <a:buSzPct val="90000"/>
              <a:buNone/>
            </a:pPr>
            <a:r>
              <a:rPr lang="es-MX"/>
              <a:t>section .text</a:t>
            </a:r>
            <a:endParaRPr/>
          </a:p>
          <a:p>
            <a:pPr indent="0" lvl="0" marL="0" rtl="0" algn="l">
              <a:lnSpc>
                <a:spcPct val="100000"/>
              </a:lnSpc>
              <a:spcBef>
                <a:spcPts val="360"/>
              </a:spcBef>
              <a:spcAft>
                <a:spcPts val="0"/>
              </a:spcAft>
              <a:buSzPct val="90000"/>
              <a:buNone/>
            </a:pPr>
            <a:r>
              <a:rPr lang="es-MX"/>
              <a:t>    global _start</a:t>
            </a:r>
            <a:endParaRPr/>
          </a:p>
          <a:p>
            <a:pPr indent="0" lvl="0" marL="0" rtl="0" algn="l">
              <a:lnSpc>
                <a:spcPct val="100000"/>
              </a:lnSpc>
              <a:spcBef>
                <a:spcPts val="360"/>
              </a:spcBef>
              <a:spcAft>
                <a:spcPts val="0"/>
              </a:spcAft>
              <a:buSzPct val="90000"/>
              <a:buNone/>
            </a:pPr>
            <a:r>
              <a:t/>
            </a:r>
            <a:endParaRPr/>
          </a:p>
          <a:p>
            <a:pPr indent="0" lvl="0" marL="0" rtl="0" algn="l">
              <a:lnSpc>
                <a:spcPct val="100000"/>
              </a:lnSpc>
              <a:spcBef>
                <a:spcPts val="360"/>
              </a:spcBef>
              <a:spcAft>
                <a:spcPts val="0"/>
              </a:spcAft>
              <a:buSzPct val="90000"/>
              <a:buNone/>
            </a:pPr>
            <a:r>
              <a:rPr lang="es-MX"/>
              <a:t>_start:</a:t>
            </a:r>
            <a:endParaRPr/>
          </a:p>
          <a:p>
            <a:pPr indent="0" lvl="0" marL="0" rtl="0" algn="l">
              <a:lnSpc>
                <a:spcPct val="100000"/>
              </a:lnSpc>
              <a:spcBef>
                <a:spcPts val="360"/>
              </a:spcBef>
              <a:spcAft>
                <a:spcPts val="0"/>
              </a:spcAft>
              <a:buSzPct val="90000"/>
              <a:buNone/>
            </a:pPr>
            <a:r>
              <a:rPr lang="es-MX"/>
              <a:t>    mov rax, 1</a:t>
            </a:r>
            <a:endParaRPr/>
          </a:p>
          <a:p>
            <a:pPr indent="0" lvl="0" marL="0" rtl="0" algn="l">
              <a:lnSpc>
                <a:spcPct val="100000"/>
              </a:lnSpc>
              <a:spcBef>
                <a:spcPts val="360"/>
              </a:spcBef>
              <a:spcAft>
                <a:spcPts val="0"/>
              </a:spcAft>
              <a:buSzPct val="90000"/>
              <a:buNone/>
            </a:pPr>
            <a:r>
              <a:rPr lang="es-MX"/>
              <a:t>    mov rdi, 1</a:t>
            </a:r>
            <a:endParaRPr/>
          </a:p>
          <a:p>
            <a:pPr indent="0" lvl="0" marL="0" rtl="0" algn="l">
              <a:lnSpc>
                <a:spcPct val="100000"/>
              </a:lnSpc>
              <a:spcBef>
                <a:spcPts val="360"/>
              </a:spcBef>
              <a:spcAft>
                <a:spcPts val="0"/>
              </a:spcAft>
              <a:buSzPct val="90000"/>
              <a:buNone/>
            </a:pPr>
            <a:r>
              <a:rPr lang="es-MX"/>
              <a:t>    mov rsi, msg</a:t>
            </a:r>
            <a:endParaRPr/>
          </a:p>
          <a:p>
            <a:pPr indent="0" lvl="0" marL="0" rtl="0" algn="l">
              <a:lnSpc>
                <a:spcPct val="100000"/>
              </a:lnSpc>
              <a:spcBef>
                <a:spcPts val="360"/>
              </a:spcBef>
              <a:spcAft>
                <a:spcPts val="0"/>
              </a:spcAft>
              <a:buSzPct val="90000"/>
              <a:buNone/>
            </a:pPr>
            <a:r>
              <a:rPr lang="es-MX"/>
              <a:t>    mov rdx, 13</a:t>
            </a:r>
            <a:endParaRPr/>
          </a:p>
          <a:p>
            <a:pPr indent="0" lvl="0" marL="0" rtl="0" algn="l">
              <a:lnSpc>
                <a:spcPct val="100000"/>
              </a:lnSpc>
              <a:spcBef>
                <a:spcPts val="360"/>
              </a:spcBef>
              <a:spcAft>
                <a:spcPts val="0"/>
              </a:spcAft>
              <a:buSzPct val="90000"/>
              <a:buNone/>
            </a:pPr>
            <a:r>
              <a:rPr lang="es-MX"/>
              <a:t>    syscall</a:t>
            </a:r>
            <a:endParaRPr/>
          </a:p>
          <a:p>
            <a:pPr indent="0" lvl="0" marL="0" rtl="0" algn="l">
              <a:lnSpc>
                <a:spcPct val="100000"/>
              </a:lnSpc>
              <a:spcBef>
                <a:spcPts val="360"/>
              </a:spcBef>
              <a:spcAft>
                <a:spcPts val="0"/>
              </a:spcAft>
              <a:buSzPct val="90000"/>
              <a:buNone/>
            </a:pPr>
            <a:r>
              <a:rPr lang="es-MX"/>
              <a:t>    mov rax, 60</a:t>
            </a:r>
            <a:endParaRPr/>
          </a:p>
          <a:p>
            <a:pPr indent="0" lvl="0" marL="0" rtl="0" algn="l">
              <a:lnSpc>
                <a:spcPct val="100000"/>
              </a:lnSpc>
              <a:spcBef>
                <a:spcPts val="360"/>
              </a:spcBef>
              <a:spcAft>
                <a:spcPts val="0"/>
              </a:spcAft>
              <a:buSzPct val="90000"/>
              <a:buNone/>
            </a:pPr>
            <a:r>
              <a:rPr lang="es-MX"/>
              <a:t>    mov rdi, 0</a:t>
            </a:r>
            <a:endParaRPr/>
          </a:p>
          <a:p>
            <a:pPr indent="0" lvl="0" marL="0" rtl="0" algn="l">
              <a:lnSpc>
                <a:spcPct val="100000"/>
              </a:lnSpc>
              <a:spcBef>
                <a:spcPts val="360"/>
              </a:spcBef>
              <a:spcAft>
                <a:spcPts val="0"/>
              </a:spcAft>
              <a:buSzPct val="90000"/>
              <a:buNone/>
            </a:pPr>
            <a:r>
              <a:rPr lang="es-MX"/>
              <a:t>    syscall</a:t>
            </a:r>
            <a:endParaRPr/>
          </a:p>
        </p:txBody>
      </p:sp>
    </p:spTree>
  </p:cSld>
  <p:clrMapOvr>
    <a:masterClrMapping/>
  </p:clrMapOvr>
</p:sld>
</file>

<file path=ppt/slides/slide5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0" name="Shape 4200"/>
        <p:cNvGrpSpPr/>
        <p:nvPr/>
      </p:nvGrpSpPr>
      <p:grpSpPr>
        <a:xfrm>
          <a:off x="0" y="0"/>
          <a:ext cx="0" cy="0"/>
          <a:chOff x="0" y="0"/>
          <a:chExt cx="0" cy="0"/>
        </a:xfrm>
      </p:grpSpPr>
      <p:sp>
        <p:nvSpPr>
          <p:cNvPr id="4201" name="Google Shape;4201;p5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Sección de datos</a:t>
            </a:r>
            <a:endParaRPr/>
          </a:p>
        </p:txBody>
      </p:sp>
      <p:sp>
        <p:nvSpPr>
          <p:cNvPr id="4202" name="Google Shape;4202;p5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s-MX"/>
              <a:t>section .data</a:t>
            </a:r>
            <a:endParaRPr/>
          </a:p>
          <a:p>
            <a:pPr indent="0" lvl="0" marL="0" rtl="0" algn="l">
              <a:lnSpc>
                <a:spcPct val="100000"/>
              </a:lnSpc>
              <a:spcBef>
                <a:spcPts val="360"/>
              </a:spcBef>
              <a:spcAft>
                <a:spcPts val="0"/>
              </a:spcAft>
              <a:buSzPts val="1800"/>
              <a:buNone/>
            </a:pPr>
            <a:r>
              <a:rPr lang="es-MX"/>
              <a:t>    msg db "Hola Mundo!", 0ah</a:t>
            </a:r>
            <a:endParaRPr/>
          </a:p>
          <a:p>
            <a:pPr indent="0" lvl="0" marL="0" rtl="0" algn="l">
              <a:lnSpc>
                <a:spcPct val="100000"/>
              </a:lnSpc>
              <a:spcBef>
                <a:spcPts val="360"/>
              </a:spcBef>
              <a:spcAft>
                <a:spcPts val="0"/>
              </a:spcAft>
              <a:buSzPts val="1800"/>
              <a:buNone/>
            </a:pPr>
            <a:r>
              <a:t/>
            </a:r>
            <a:endParaRPr/>
          </a:p>
          <a:p>
            <a:pPr indent="-342900" lvl="0" marL="457200" rtl="0" algn="l">
              <a:lnSpc>
                <a:spcPct val="100000"/>
              </a:lnSpc>
              <a:spcBef>
                <a:spcPts val="360"/>
              </a:spcBef>
              <a:spcAft>
                <a:spcPts val="0"/>
              </a:spcAft>
              <a:buClr>
                <a:schemeClr val="dk1"/>
              </a:buClr>
              <a:buSzPts val="1800"/>
              <a:buChar char="•"/>
            </a:pPr>
            <a:r>
              <a:rPr lang="es-MX"/>
              <a:t>section .data → Área de datos estáticos.</a:t>
            </a:r>
            <a:endParaRPr/>
          </a:p>
          <a:p>
            <a:pPr indent="-342900" lvl="0" marL="457200" rtl="0" algn="l">
              <a:lnSpc>
                <a:spcPct val="100000"/>
              </a:lnSpc>
              <a:spcBef>
                <a:spcPts val="360"/>
              </a:spcBef>
              <a:spcAft>
                <a:spcPts val="0"/>
              </a:spcAft>
              <a:buClr>
                <a:schemeClr val="dk1"/>
              </a:buClr>
              <a:buSzPts val="1800"/>
              <a:buChar char="•"/>
            </a:pPr>
            <a:r>
              <a:rPr lang="es-MX"/>
              <a:t>msg → define una cadena "Hola Mundo!" seguida de 0ah (salto de línea \n).</a:t>
            </a:r>
            <a:endParaRPr/>
          </a:p>
          <a:p>
            <a:pPr indent="-342900" lvl="0" marL="457200" rtl="0" algn="l">
              <a:lnSpc>
                <a:spcPct val="100000"/>
              </a:lnSpc>
              <a:spcBef>
                <a:spcPts val="360"/>
              </a:spcBef>
              <a:spcAft>
                <a:spcPts val="0"/>
              </a:spcAft>
              <a:buClr>
                <a:schemeClr val="dk1"/>
              </a:buClr>
              <a:buSzPts val="1800"/>
              <a:buChar char="•"/>
            </a:pPr>
            <a:r>
              <a:rPr lang="es-MX"/>
              <a:t>db → "define byte", cada carácter se almacena como un byte</a:t>
            </a:r>
            <a:endParaRPr/>
          </a:p>
          <a:p>
            <a:pPr indent="0" lvl="0" marL="0" rtl="0" algn="l">
              <a:lnSpc>
                <a:spcPct val="100000"/>
              </a:lnSpc>
              <a:spcBef>
                <a:spcPts val="360"/>
              </a:spcBef>
              <a:spcAft>
                <a:spcPts val="0"/>
              </a:spcAft>
              <a:buSzPts val="1800"/>
              <a:buNone/>
            </a:pPr>
            <a:r>
              <a:t/>
            </a:r>
            <a:endParaRPr/>
          </a:p>
        </p:txBody>
      </p:sp>
    </p:spTree>
  </p:cSld>
  <p:clrMapOvr>
    <a:masterClrMapping/>
  </p:clrMapOvr>
</p:sld>
</file>

<file path=ppt/slides/slide5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6" name="Shape 4206"/>
        <p:cNvGrpSpPr/>
        <p:nvPr/>
      </p:nvGrpSpPr>
      <p:grpSpPr>
        <a:xfrm>
          <a:off x="0" y="0"/>
          <a:ext cx="0" cy="0"/>
          <a:chOff x="0" y="0"/>
          <a:chExt cx="0" cy="0"/>
        </a:xfrm>
      </p:grpSpPr>
      <p:sp>
        <p:nvSpPr>
          <p:cNvPr id="4207" name="Google Shape;4207;p5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Sección de código</a:t>
            </a:r>
            <a:endParaRPr/>
          </a:p>
        </p:txBody>
      </p:sp>
      <p:sp>
        <p:nvSpPr>
          <p:cNvPr id="4208" name="Google Shape;4208;p5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s-MX"/>
              <a:t>section .text</a:t>
            </a:r>
            <a:endParaRPr/>
          </a:p>
          <a:p>
            <a:pPr indent="0" lvl="0" marL="0" rtl="0" algn="l">
              <a:lnSpc>
                <a:spcPct val="100000"/>
              </a:lnSpc>
              <a:spcBef>
                <a:spcPts val="360"/>
              </a:spcBef>
              <a:spcAft>
                <a:spcPts val="0"/>
              </a:spcAft>
              <a:buSzPts val="1800"/>
              <a:buNone/>
            </a:pPr>
            <a:r>
              <a:rPr lang="es-MX"/>
              <a:t>    global _start</a:t>
            </a:r>
            <a:endParaRPr/>
          </a:p>
          <a:p>
            <a:pPr indent="0" lvl="0" marL="0" rtl="0" algn="l">
              <a:lnSpc>
                <a:spcPct val="100000"/>
              </a:lnSpc>
              <a:spcBef>
                <a:spcPts val="360"/>
              </a:spcBef>
              <a:spcAft>
                <a:spcPts val="0"/>
              </a:spcAft>
              <a:buSzPts val="1800"/>
              <a:buNone/>
            </a:pPr>
            <a:r>
              <a:t/>
            </a:r>
            <a:endParaRPr/>
          </a:p>
          <a:p>
            <a:pPr indent="-342900" lvl="0" marL="457200" rtl="0" algn="l">
              <a:lnSpc>
                <a:spcPct val="100000"/>
              </a:lnSpc>
              <a:spcBef>
                <a:spcPts val="360"/>
              </a:spcBef>
              <a:spcAft>
                <a:spcPts val="0"/>
              </a:spcAft>
              <a:buClr>
                <a:schemeClr val="dk1"/>
              </a:buClr>
              <a:buSzPts val="1800"/>
              <a:buChar char="•"/>
            </a:pPr>
            <a:r>
              <a:rPr lang="es-MX"/>
              <a:t>section .text → Área de código ejecutable.</a:t>
            </a:r>
            <a:endParaRPr/>
          </a:p>
          <a:p>
            <a:pPr indent="-342900" lvl="0" marL="457200" rtl="0" algn="l">
              <a:lnSpc>
                <a:spcPct val="100000"/>
              </a:lnSpc>
              <a:spcBef>
                <a:spcPts val="360"/>
              </a:spcBef>
              <a:spcAft>
                <a:spcPts val="0"/>
              </a:spcAft>
              <a:buClr>
                <a:schemeClr val="dk1"/>
              </a:buClr>
              <a:buSzPts val="1800"/>
              <a:buChar char="•"/>
            </a:pPr>
            <a:r>
              <a:rPr lang="es-MX"/>
              <a:t>global _start → Indica al linker el punto de entrada del programa.</a:t>
            </a:r>
            <a:endParaRPr/>
          </a:p>
        </p:txBody>
      </p:sp>
    </p:spTree>
  </p:cSld>
  <p:clrMapOvr>
    <a:masterClrMapping/>
  </p:clrMapOvr>
</p:sld>
</file>

<file path=ppt/slides/slide5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2" name="Shape 4212"/>
        <p:cNvGrpSpPr/>
        <p:nvPr/>
      </p:nvGrpSpPr>
      <p:grpSpPr>
        <a:xfrm>
          <a:off x="0" y="0"/>
          <a:ext cx="0" cy="0"/>
          <a:chOff x="0" y="0"/>
          <a:chExt cx="0" cy="0"/>
        </a:xfrm>
      </p:grpSpPr>
      <p:sp>
        <p:nvSpPr>
          <p:cNvPr id="4213" name="Google Shape;4213;p5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Inicio del programa</a:t>
            </a:r>
            <a:endParaRPr/>
          </a:p>
        </p:txBody>
      </p:sp>
      <p:sp>
        <p:nvSpPr>
          <p:cNvPr id="4214" name="Google Shape;4214;p534"/>
          <p:cNvSpPr txBox="1"/>
          <p:nvPr>
            <p:ph idx="1" type="body"/>
          </p:nvPr>
        </p:nvSpPr>
        <p:spPr>
          <a:xfrm>
            <a:off x="628650" y="1889919"/>
            <a:ext cx="7886700" cy="1539081"/>
          </a:xfrm>
          <a:prstGeom prst="rect">
            <a:avLst/>
          </a:prstGeom>
          <a:noFill/>
          <a:ln>
            <a:noFill/>
          </a:ln>
        </p:spPr>
        <p:txBody>
          <a:bodyPr anchorCtr="0" anchor="t" bIns="45700" lIns="91425" spcFirstLastPara="1" rIns="91425" wrap="square" tIns="45700">
            <a:normAutofit fontScale="32500" lnSpcReduction="20000"/>
          </a:bodyPr>
          <a:lstStyle/>
          <a:p>
            <a:pPr indent="0" lvl="0" marL="0" rtl="0" algn="l">
              <a:lnSpc>
                <a:spcPct val="100000"/>
              </a:lnSpc>
              <a:spcBef>
                <a:spcPts val="360"/>
              </a:spcBef>
              <a:spcAft>
                <a:spcPts val="0"/>
              </a:spcAft>
              <a:buSzPct val="173077"/>
              <a:buNone/>
            </a:pPr>
            <a:r>
              <a:rPr lang="es-MX"/>
              <a:t>_start:</a:t>
            </a:r>
            <a:endParaRPr/>
          </a:p>
          <a:p>
            <a:pPr indent="0" lvl="0" marL="0" rtl="0" algn="l">
              <a:lnSpc>
                <a:spcPct val="100000"/>
              </a:lnSpc>
              <a:spcBef>
                <a:spcPts val="360"/>
              </a:spcBef>
              <a:spcAft>
                <a:spcPts val="0"/>
              </a:spcAft>
              <a:buSzPct val="173077"/>
              <a:buNone/>
            </a:pPr>
            <a:r>
              <a:rPr lang="es-MX"/>
              <a:t>    mov rax, 1</a:t>
            </a:r>
            <a:endParaRPr/>
          </a:p>
          <a:p>
            <a:pPr indent="0" lvl="0" marL="0" rtl="0" algn="l">
              <a:lnSpc>
                <a:spcPct val="100000"/>
              </a:lnSpc>
              <a:spcBef>
                <a:spcPts val="360"/>
              </a:spcBef>
              <a:spcAft>
                <a:spcPts val="0"/>
              </a:spcAft>
              <a:buSzPct val="173077"/>
              <a:buNone/>
            </a:pPr>
            <a:r>
              <a:rPr lang="es-MX"/>
              <a:t>    mov rdi, 1</a:t>
            </a:r>
            <a:endParaRPr/>
          </a:p>
          <a:p>
            <a:pPr indent="0" lvl="0" marL="0" rtl="0" algn="l">
              <a:lnSpc>
                <a:spcPct val="100000"/>
              </a:lnSpc>
              <a:spcBef>
                <a:spcPts val="360"/>
              </a:spcBef>
              <a:spcAft>
                <a:spcPts val="0"/>
              </a:spcAft>
              <a:buSzPct val="173077"/>
              <a:buNone/>
            </a:pPr>
            <a:r>
              <a:rPr lang="es-MX"/>
              <a:t>    mov rsi, msg</a:t>
            </a:r>
            <a:endParaRPr/>
          </a:p>
          <a:p>
            <a:pPr indent="0" lvl="0" marL="0" rtl="0" algn="l">
              <a:lnSpc>
                <a:spcPct val="100000"/>
              </a:lnSpc>
              <a:spcBef>
                <a:spcPts val="360"/>
              </a:spcBef>
              <a:spcAft>
                <a:spcPts val="0"/>
              </a:spcAft>
              <a:buSzPct val="173077"/>
              <a:buNone/>
            </a:pPr>
            <a:r>
              <a:rPr lang="es-MX"/>
              <a:t>    mov rdx, 13</a:t>
            </a:r>
            <a:endParaRPr/>
          </a:p>
          <a:p>
            <a:pPr indent="0" lvl="0" marL="0" rtl="0" algn="l">
              <a:lnSpc>
                <a:spcPct val="100000"/>
              </a:lnSpc>
              <a:spcBef>
                <a:spcPts val="360"/>
              </a:spcBef>
              <a:spcAft>
                <a:spcPts val="0"/>
              </a:spcAft>
              <a:buSzPct val="173077"/>
              <a:buNone/>
            </a:pPr>
            <a:r>
              <a:rPr lang="es-MX"/>
              <a:t>    syscall</a:t>
            </a:r>
            <a:endParaRPr/>
          </a:p>
          <a:p>
            <a:pPr indent="-342900" lvl="0" marL="457200" rtl="0" algn="l">
              <a:lnSpc>
                <a:spcPct val="100000"/>
              </a:lnSpc>
              <a:spcBef>
                <a:spcPts val="360"/>
              </a:spcBef>
              <a:spcAft>
                <a:spcPts val="0"/>
              </a:spcAft>
              <a:buClr>
                <a:schemeClr val="dk1"/>
              </a:buClr>
              <a:buSzPct val="173077"/>
              <a:buChar char="•"/>
            </a:pPr>
            <a:r>
              <a:rPr lang="es-MX"/>
              <a:t>Esto </a:t>
            </a:r>
            <a:r>
              <a:rPr b="1" lang="es-MX"/>
              <a:t>imprime la cadena en la pantalla</a:t>
            </a:r>
            <a:r>
              <a:rPr lang="es-MX"/>
              <a:t>.</a:t>
            </a:r>
            <a:endParaRPr/>
          </a:p>
          <a:p>
            <a:pPr indent="0" lvl="0" marL="0" rtl="0" algn="l">
              <a:lnSpc>
                <a:spcPct val="100000"/>
              </a:lnSpc>
              <a:spcBef>
                <a:spcPts val="360"/>
              </a:spcBef>
              <a:spcAft>
                <a:spcPts val="0"/>
              </a:spcAft>
              <a:buSzPct val="173077"/>
              <a:buNone/>
            </a:pPr>
            <a:r>
              <a:t/>
            </a:r>
            <a:endParaRPr/>
          </a:p>
        </p:txBody>
      </p:sp>
      <p:graphicFrame>
        <p:nvGraphicFramePr>
          <p:cNvPr id="4215" name="Google Shape;4215;p534"/>
          <p:cNvGraphicFramePr/>
          <p:nvPr/>
        </p:nvGraphicFramePr>
        <p:xfrm>
          <a:off x="628650" y="3429000"/>
          <a:ext cx="3000000" cy="3000000"/>
        </p:xfrm>
        <a:graphic>
          <a:graphicData uri="http://schemas.openxmlformats.org/drawingml/2006/table">
            <a:tbl>
              <a:tblPr>
                <a:noFill/>
                <a:tableStyleId>{1F959347-7F3F-4B6C-B37F-F1AF98F59DA9}</a:tableStyleId>
              </a:tblPr>
              <a:tblGrid>
                <a:gridCol w="2628900"/>
                <a:gridCol w="2628900"/>
                <a:gridCol w="2628900"/>
              </a:tblGrid>
              <a:tr h="228600">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Registro</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Valor</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Significado</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rax</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1</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Syscall write</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rdi</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1</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File descriptor → stdout</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rsi</a:t>
                      </a:r>
                      <a:endParaRPr sz="11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msg</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Dirección de la cadena</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rdx</a:t>
                      </a:r>
                      <a:endParaRPr sz="11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13</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s-MX" sz="1100" u="none" cap="none" strike="noStrike"/>
                        <a:t>Longitud de la cadena (13 bytes)</a:t>
                      </a:r>
                      <a:endParaRPr sz="1400" u="none" cap="none" strike="noStrike"/>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216" name="Google Shape;4216;p534"/>
          <p:cNvSpPr txBox="1"/>
          <p:nvPr/>
        </p:nvSpPr>
        <p:spPr>
          <a:xfrm>
            <a:off x="673100" y="5181600"/>
            <a:ext cx="4940300" cy="415498"/>
          </a:xfrm>
          <a:prstGeom prst="rect">
            <a:avLst/>
          </a:prstGeom>
          <a:noFill/>
          <a:ln>
            <a:noFill/>
          </a:ln>
        </p:spPr>
        <p:txBody>
          <a:bodyPr anchorCtr="0" anchor="t" bIns="45700" lIns="91425" spcFirstLastPara="1" rIns="91425" wrap="square" tIns="45700">
            <a:spAutoFit/>
          </a:bodyPr>
          <a:lstStyle/>
          <a:p>
            <a:pPr indent="-214313" lvl="0" marL="214313" marR="0" rtl="0" algn="l">
              <a:lnSpc>
                <a:spcPct val="100000"/>
              </a:lnSpc>
              <a:spcBef>
                <a:spcPts val="0"/>
              </a:spcBef>
              <a:spcAft>
                <a:spcPts val="0"/>
              </a:spcAft>
              <a:buClr>
                <a:srgbClr val="000000"/>
              </a:buClr>
              <a:buSzPts val="1050"/>
              <a:buFont typeface="Arial"/>
              <a:buChar char="•"/>
            </a:pPr>
            <a:r>
              <a:rPr b="0" i="0" lang="es-MX" sz="1050" u="none" cap="none" strike="noStrike">
                <a:solidFill>
                  <a:srgbClr val="000000"/>
                </a:solidFill>
                <a:latin typeface="Arial"/>
                <a:ea typeface="Arial"/>
                <a:cs typeface="Arial"/>
                <a:sym typeface="Arial"/>
              </a:rPr>
              <a:t>syscall → Llama al kernel para ejecutar la acción.</a:t>
            </a:r>
            <a:endParaRPr b="0" i="0" sz="1400" u="none" cap="none" strike="noStrike">
              <a:solidFill>
                <a:srgbClr val="000000"/>
              </a:solidFill>
              <a:latin typeface="Arial"/>
              <a:ea typeface="Arial"/>
              <a:cs typeface="Arial"/>
              <a:sym typeface="Arial"/>
            </a:endParaRPr>
          </a:p>
          <a:p>
            <a:pPr indent="-214313" lvl="0" marL="214313" marR="0" rtl="0" algn="l">
              <a:lnSpc>
                <a:spcPct val="100000"/>
              </a:lnSpc>
              <a:spcBef>
                <a:spcPts val="0"/>
              </a:spcBef>
              <a:spcAft>
                <a:spcPts val="0"/>
              </a:spcAft>
              <a:buClr>
                <a:srgbClr val="000000"/>
              </a:buClr>
              <a:buSzPts val="1050"/>
              <a:buFont typeface="Arial"/>
              <a:buChar char="•"/>
            </a:pPr>
            <a:r>
              <a:rPr b="0" i="0" lang="es-MX" sz="1050" u="none" cap="none" strike="noStrike">
                <a:solidFill>
                  <a:srgbClr val="000000"/>
                </a:solidFill>
                <a:latin typeface="Arial"/>
                <a:ea typeface="Arial"/>
                <a:cs typeface="Arial"/>
                <a:sym typeface="Arial"/>
              </a:rPr>
              <a:t>Resultado: "Hola Mundo!" se imprime en la consola.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0" name="Shape 4220"/>
        <p:cNvGrpSpPr/>
        <p:nvPr/>
      </p:nvGrpSpPr>
      <p:grpSpPr>
        <a:xfrm>
          <a:off x="0" y="0"/>
          <a:ext cx="0" cy="0"/>
          <a:chOff x="0" y="0"/>
          <a:chExt cx="0" cy="0"/>
        </a:xfrm>
      </p:grpSpPr>
      <p:sp>
        <p:nvSpPr>
          <p:cNvPr id="4221" name="Google Shape;4221;p5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Salida del programa</a:t>
            </a:r>
            <a:endParaRPr/>
          </a:p>
        </p:txBody>
      </p:sp>
      <p:sp>
        <p:nvSpPr>
          <p:cNvPr id="4222" name="Google Shape;4222;p5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s-MX"/>
              <a:t> mov rax, 60</a:t>
            </a:r>
            <a:endParaRPr/>
          </a:p>
          <a:p>
            <a:pPr indent="0" lvl="0" marL="0" rtl="0" algn="l">
              <a:lnSpc>
                <a:spcPct val="100000"/>
              </a:lnSpc>
              <a:spcBef>
                <a:spcPts val="360"/>
              </a:spcBef>
              <a:spcAft>
                <a:spcPts val="0"/>
              </a:spcAft>
              <a:buSzPts val="1800"/>
              <a:buNone/>
            </a:pPr>
            <a:r>
              <a:rPr lang="es-MX"/>
              <a:t>    mov rdi, 0</a:t>
            </a:r>
            <a:endParaRPr/>
          </a:p>
          <a:p>
            <a:pPr indent="0" lvl="0" marL="0" rtl="0" algn="l">
              <a:lnSpc>
                <a:spcPct val="100000"/>
              </a:lnSpc>
              <a:spcBef>
                <a:spcPts val="360"/>
              </a:spcBef>
              <a:spcAft>
                <a:spcPts val="0"/>
              </a:spcAft>
              <a:buSzPts val="1800"/>
              <a:buNone/>
            </a:pPr>
            <a:r>
              <a:rPr lang="es-MX"/>
              <a:t>    syscall</a:t>
            </a:r>
            <a:endParaRPr/>
          </a:p>
          <a:p>
            <a:pPr indent="0" lvl="0" marL="0" rtl="0" algn="l">
              <a:lnSpc>
                <a:spcPct val="100000"/>
              </a:lnSpc>
              <a:spcBef>
                <a:spcPts val="360"/>
              </a:spcBef>
              <a:spcAft>
                <a:spcPts val="0"/>
              </a:spcAft>
              <a:buSzPts val="1800"/>
              <a:buNone/>
            </a:pPr>
            <a:r>
              <a:t/>
            </a:r>
            <a:endParaRPr/>
          </a:p>
          <a:p>
            <a:pPr indent="-342900" lvl="0" marL="457200" rtl="0" algn="l">
              <a:lnSpc>
                <a:spcPct val="100000"/>
              </a:lnSpc>
              <a:spcBef>
                <a:spcPts val="360"/>
              </a:spcBef>
              <a:spcAft>
                <a:spcPts val="0"/>
              </a:spcAft>
              <a:buClr>
                <a:schemeClr val="dk1"/>
              </a:buClr>
              <a:buSzPts val="1800"/>
              <a:buChar char="•"/>
            </a:pPr>
            <a:r>
              <a:rPr lang="es-MX"/>
              <a:t>rax = 60 → syscall exit en Linux x86-64</a:t>
            </a:r>
            <a:endParaRPr/>
          </a:p>
          <a:p>
            <a:pPr indent="-342900" lvl="0" marL="457200" rtl="0" algn="l">
              <a:lnSpc>
                <a:spcPct val="100000"/>
              </a:lnSpc>
              <a:spcBef>
                <a:spcPts val="360"/>
              </a:spcBef>
              <a:spcAft>
                <a:spcPts val="0"/>
              </a:spcAft>
              <a:buClr>
                <a:schemeClr val="dk1"/>
              </a:buClr>
              <a:buSzPts val="1800"/>
              <a:buChar char="•"/>
            </a:pPr>
            <a:r>
              <a:rPr lang="es-MX"/>
              <a:t>rdi = 0 → Código de salida (0 = éxito)</a:t>
            </a:r>
            <a:endParaRPr/>
          </a:p>
          <a:p>
            <a:pPr indent="-342900" lvl="0" marL="457200" rtl="0" algn="l">
              <a:lnSpc>
                <a:spcPct val="100000"/>
              </a:lnSpc>
              <a:spcBef>
                <a:spcPts val="360"/>
              </a:spcBef>
              <a:spcAft>
                <a:spcPts val="0"/>
              </a:spcAft>
              <a:buClr>
                <a:schemeClr val="dk1"/>
              </a:buClr>
              <a:buSzPts val="1800"/>
              <a:buChar char="•"/>
            </a:pPr>
            <a:r>
              <a:rPr lang="es-MX"/>
              <a:t>syscall → Llama al kernel para terminar el programa.</a:t>
            </a:r>
            <a:endParaRPr/>
          </a:p>
        </p:txBody>
      </p:sp>
    </p:spTree>
  </p:cSld>
  <p:clrMapOvr>
    <a:masterClrMapping/>
  </p:clrMapOvr>
</p:sld>
</file>

<file path=ppt/slides/slide5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6" name="Shape 4226"/>
        <p:cNvGrpSpPr/>
        <p:nvPr/>
      </p:nvGrpSpPr>
      <p:grpSpPr>
        <a:xfrm>
          <a:off x="0" y="0"/>
          <a:ext cx="0" cy="0"/>
          <a:chOff x="0" y="0"/>
          <a:chExt cx="0" cy="0"/>
        </a:xfrm>
      </p:grpSpPr>
      <p:sp>
        <p:nvSpPr>
          <p:cNvPr id="4227" name="Google Shape;4227;p5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45455"/>
              <a:buNone/>
            </a:pPr>
            <a:r>
              <a:rPr b="1" lang="es-MX"/>
              <a:t>Simulador de sistemas informáticos CPUlator</a:t>
            </a:r>
            <a:endParaRPr/>
          </a:p>
        </p:txBody>
      </p:sp>
      <p:sp>
        <p:nvSpPr>
          <p:cNvPr id="4228" name="Google Shape;4228;p5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457200" rtl="0" algn="just">
              <a:lnSpc>
                <a:spcPct val="100000"/>
              </a:lnSpc>
              <a:spcBef>
                <a:spcPts val="360"/>
              </a:spcBef>
              <a:spcAft>
                <a:spcPts val="0"/>
              </a:spcAft>
              <a:buSzPts val="1800"/>
              <a:buChar char="•"/>
            </a:pPr>
            <a:r>
              <a:rPr lang="es-MX"/>
              <a:t>La página </a:t>
            </a:r>
            <a:r>
              <a:rPr b="1" lang="es-MX"/>
              <a:t>CPUlator (cpulator.01xz.net)</a:t>
            </a:r>
            <a:r>
              <a:rPr lang="es-MX"/>
              <a:t> es un simulador completo de sistemas computacionales que funciona </a:t>
            </a:r>
            <a:r>
              <a:rPr b="1" lang="es-MX"/>
              <a:t>dentro del navegador</a:t>
            </a:r>
            <a:r>
              <a:rPr lang="es-MX"/>
              <a:t>, ideal para aprender ensamblador y arquitectura de computadoras</a:t>
            </a:r>
            <a:endParaRPr/>
          </a:p>
          <a:p>
            <a:pPr indent="-342900" lvl="0" marL="457200" rtl="0" algn="l">
              <a:lnSpc>
                <a:spcPct val="100000"/>
              </a:lnSpc>
              <a:spcBef>
                <a:spcPts val="360"/>
              </a:spcBef>
              <a:spcAft>
                <a:spcPts val="0"/>
              </a:spcAft>
              <a:buClr>
                <a:schemeClr val="dk1"/>
              </a:buClr>
              <a:buSzPts val="1800"/>
              <a:buChar char="•"/>
            </a:pPr>
            <a:r>
              <a:rPr lang="es-MX"/>
              <a:t>https://cpulator.01xz.net/</a:t>
            </a:r>
            <a:endParaRPr/>
          </a:p>
        </p:txBody>
      </p:sp>
    </p:spTree>
  </p:cSld>
  <p:clrMapOvr>
    <a:masterClrMapping/>
  </p:clrMapOvr>
</p:sld>
</file>

<file path=ppt/slides/slide5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2" name="Shape 4232"/>
        <p:cNvGrpSpPr/>
        <p:nvPr/>
      </p:nvGrpSpPr>
      <p:grpSpPr>
        <a:xfrm>
          <a:off x="0" y="0"/>
          <a:ext cx="0" cy="0"/>
          <a:chOff x="0" y="0"/>
          <a:chExt cx="0" cy="0"/>
        </a:xfrm>
      </p:grpSpPr>
      <p:sp>
        <p:nvSpPr>
          <p:cNvPr id="4233" name="Google Shape;4233;p5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s-MX"/>
              <a:t>Qué es CPUlator</a:t>
            </a:r>
            <a:endParaRPr/>
          </a:p>
        </p:txBody>
      </p:sp>
      <p:sp>
        <p:nvSpPr>
          <p:cNvPr id="4234" name="Google Shape;4234;p5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457200" rtl="0" algn="l">
              <a:lnSpc>
                <a:spcPct val="100000"/>
              </a:lnSpc>
              <a:spcBef>
                <a:spcPts val="360"/>
              </a:spcBef>
              <a:spcAft>
                <a:spcPts val="0"/>
              </a:spcAft>
              <a:buClr>
                <a:schemeClr val="dk1"/>
              </a:buClr>
              <a:buSzPct val="66176"/>
              <a:buChar char="•"/>
            </a:pPr>
            <a:r>
              <a:rPr lang="es-MX"/>
              <a:t>Es un simulador que emula arquitecturas como Nios II, ARMv7, MIPS (SPIM compatible) y RISC-V RV32. </a:t>
            </a:r>
            <a:endParaRPr/>
          </a:p>
          <a:p>
            <a:pPr indent="-342900" lvl="0" marL="457200" rtl="0" algn="l">
              <a:lnSpc>
                <a:spcPct val="100000"/>
              </a:lnSpc>
              <a:spcBef>
                <a:spcPts val="360"/>
              </a:spcBef>
              <a:spcAft>
                <a:spcPts val="0"/>
              </a:spcAft>
              <a:buClr>
                <a:schemeClr val="dk1"/>
              </a:buClr>
              <a:buSzPct val="66176"/>
              <a:buChar char="•"/>
            </a:pPr>
            <a:r>
              <a:rPr lang="es-MX"/>
              <a:t>Simula no solo la CPU, sino también algunos dispositivos de entrada/salida (I/O), interrupciones, memoria, etc. </a:t>
            </a:r>
            <a:endParaRPr/>
          </a:p>
          <a:p>
            <a:pPr indent="-342900" lvl="0" marL="457200" rtl="0" algn="l">
              <a:lnSpc>
                <a:spcPct val="100000"/>
              </a:lnSpc>
              <a:spcBef>
                <a:spcPts val="360"/>
              </a:spcBef>
              <a:spcAft>
                <a:spcPts val="0"/>
              </a:spcAft>
              <a:buClr>
                <a:schemeClr val="dk1"/>
              </a:buClr>
              <a:buSzPct val="66176"/>
              <a:buChar char="•"/>
            </a:pPr>
            <a:r>
              <a:rPr lang="es-MX"/>
              <a:t>Tiene un depurador integrado que permite hacer pasos (step‐by‐step), poner breakpoints, ver registros, memoria, traza de ejecución, ver desensamblado, etc. </a:t>
            </a:r>
            <a:endParaRPr/>
          </a:p>
          <a:p>
            <a:pPr indent="-342900" lvl="0" marL="457200" rtl="0" algn="l">
              <a:lnSpc>
                <a:spcPct val="100000"/>
              </a:lnSpc>
              <a:spcBef>
                <a:spcPts val="360"/>
              </a:spcBef>
              <a:spcAft>
                <a:spcPts val="0"/>
              </a:spcAft>
              <a:buClr>
                <a:schemeClr val="dk1"/>
              </a:buClr>
              <a:buSzPct val="66176"/>
              <a:buChar char="•"/>
            </a:pPr>
            <a:r>
              <a:rPr lang="es-MX"/>
              <a:t>Permite cargar tanto código fuente en ensamblador como ejecutables ELF. </a:t>
            </a:r>
            <a:endParaRPr/>
          </a:p>
          <a:p>
            <a:pPr indent="-342900" lvl="0" marL="457200" rtl="0" algn="l">
              <a:lnSpc>
                <a:spcPct val="100000"/>
              </a:lnSpc>
              <a:spcBef>
                <a:spcPts val="360"/>
              </a:spcBef>
              <a:spcAft>
                <a:spcPts val="0"/>
              </a:spcAft>
              <a:buClr>
                <a:schemeClr val="dk1"/>
              </a:buClr>
              <a:buSzPct val="66176"/>
              <a:buChar char="•"/>
            </a:pPr>
            <a:r>
              <a:rPr lang="es-MX"/>
              <a:t>No requiere instalación: todo corre en el navegador. </a:t>
            </a:r>
            <a:endParaRPr/>
          </a:p>
        </p:txBody>
      </p:sp>
    </p:spTree>
  </p:cSld>
  <p:clrMapOvr>
    <a:masterClrMapping/>
  </p:clrMapOvr>
</p:sld>
</file>

<file path=ppt/slides/slide5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8" name="Shape 4238"/>
        <p:cNvGrpSpPr/>
        <p:nvPr/>
      </p:nvGrpSpPr>
      <p:grpSpPr>
        <a:xfrm>
          <a:off x="0" y="0"/>
          <a:ext cx="0" cy="0"/>
          <a:chOff x="0" y="0"/>
          <a:chExt cx="0" cy="0"/>
        </a:xfrm>
      </p:grpSpPr>
      <p:sp>
        <p:nvSpPr>
          <p:cNvPr id="4239" name="Google Shape;4239;p5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For-Loops:</a:t>
            </a:r>
            <a:endParaRPr/>
          </a:p>
        </p:txBody>
      </p:sp>
      <p:sp>
        <p:nvSpPr>
          <p:cNvPr id="4240" name="Google Shape;4240;p538"/>
          <p:cNvSpPr txBox="1"/>
          <p:nvPr>
            <p:ph idx="1" type="body"/>
          </p:nvPr>
        </p:nvSpPr>
        <p:spPr>
          <a:xfrm>
            <a:off x="457200" y="1600201"/>
            <a:ext cx="4762872" cy="1828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000"/>
              <a:buNone/>
            </a:pPr>
            <a:r>
              <a:rPr lang="es-MX" sz="2000"/>
              <a:t>for(int x = 0; x&lt;=3; x++)</a:t>
            </a:r>
            <a:endParaRPr/>
          </a:p>
          <a:p>
            <a:pPr indent="0" lvl="0" marL="0" rtl="0" algn="l">
              <a:lnSpc>
                <a:spcPct val="100000"/>
              </a:lnSpc>
              <a:spcBef>
                <a:spcPts val="400"/>
              </a:spcBef>
              <a:spcAft>
                <a:spcPts val="0"/>
              </a:spcAft>
              <a:buClr>
                <a:schemeClr val="dk1"/>
              </a:buClr>
              <a:buSzPts val="2000"/>
              <a:buNone/>
            </a:pPr>
            <a:r>
              <a:rPr lang="es-MX" sz="2000"/>
              <a:t>{</a:t>
            </a:r>
            <a:endParaRPr/>
          </a:p>
          <a:p>
            <a:pPr indent="0" lvl="0" marL="0" rtl="0" algn="l">
              <a:lnSpc>
                <a:spcPct val="100000"/>
              </a:lnSpc>
              <a:spcBef>
                <a:spcPts val="400"/>
              </a:spcBef>
              <a:spcAft>
                <a:spcPts val="0"/>
              </a:spcAft>
              <a:buClr>
                <a:schemeClr val="dk1"/>
              </a:buClr>
              <a:buSzPts val="2000"/>
              <a:buNone/>
            </a:pPr>
            <a:r>
              <a:rPr lang="es-MX" sz="2000"/>
              <a:t>    //¡Hacer algo!</a:t>
            </a:r>
            <a:endParaRPr/>
          </a:p>
          <a:p>
            <a:pPr indent="0" lvl="0" marL="0" rtl="0" algn="l">
              <a:lnSpc>
                <a:spcPct val="100000"/>
              </a:lnSpc>
              <a:spcBef>
                <a:spcPts val="400"/>
              </a:spcBef>
              <a:spcAft>
                <a:spcPts val="0"/>
              </a:spcAft>
              <a:buClr>
                <a:schemeClr val="dk1"/>
              </a:buClr>
              <a:buSzPts val="2000"/>
              <a:buNone/>
            </a:pPr>
            <a:r>
              <a:rPr lang="es-MX" sz="2000"/>
              <a:t>}</a:t>
            </a:r>
            <a:endParaRPr sz="2000"/>
          </a:p>
        </p:txBody>
      </p:sp>
      <p:sp>
        <p:nvSpPr>
          <p:cNvPr id="4241" name="Google Shape;4241;p538"/>
          <p:cNvSpPr txBox="1"/>
          <p:nvPr>
            <p:ph idx="2" type="body"/>
          </p:nvPr>
        </p:nvSpPr>
        <p:spPr>
          <a:xfrm>
            <a:off x="827584" y="3573016"/>
            <a:ext cx="7859216" cy="2553147"/>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000"/>
              <a:buNone/>
            </a:pPr>
            <a:r>
              <a:rPr lang="es-MX" sz="2000"/>
              <a:t>             xor cx,cx   ; cx es el contador, puesto a 0</a:t>
            </a:r>
            <a:endParaRPr/>
          </a:p>
          <a:p>
            <a:pPr indent="0" lvl="0" marL="0" rtl="0" algn="l">
              <a:lnSpc>
                <a:spcPct val="100000"/>
              </a:lnSpc>
              <a:spcBef>
                <a:spcPts val="400"/>
              </a:spcBef>
              <a:spcAft>
                <a:spcPts val="0"/>
              </a:spcAft>
              <a:buClr>
                <a:schemeClr val="dk1"/>
              </a:buClr>
              <a:buSzPts val="2000"/>
              <a:buNone/>
            </a:pPr>
            <a:r>
              <a:rPr lang="es-MX" sz="2000"/>
              <a:t>loop1   nop         ; Todo lo que quieras hacer va aquí, no debes cambiar cx</a:t>
            </a:r>
            <a:endParaRPr/>
          </a:p>
          <a:p>
            <a:pPr indent="0" lvl="0" marL="0" rtl="0" algn="l">
              <a:lnSpc>
                <a:spcPct val="100000"/>
              </a:lnSpc>
              <a:spcBef>
                <a:spcPts val="400"/>
              </a:spcBef>
              <a:spcAft>
                <a:spcPts val="0"/>
              </a:spcAft>
              <a:buClr>
                <a:schemeClr val="dk1"/>
              </a:buClr>
              <a:buSzPts val="2000"/>
              <a:buNone/>
            </a:pPr>
            <a:r>
              <a:rPr lang="es-MX" sz="2000"/>
              <a:t>              inc cx      ; Incremento</a:t>
            </a:r>
            <a:endParaRPr/>
          </a:p>
          <a:p>
            <a:pPr indent="0" lvl="0" marL="0" rtl="0" algn="l">
              <a:lnSpc>
                <a:spcPct val="100000"/>
              </a:lnSpc>
              <a:spcBef>
                <a:spcPts val="400"/>
              </a:spcBef>
              <a:spcAft>
                <a:spcPts val="0"/>
              </a:spcAft>
              <a:buClr>
                <a:schemeClr val="dk1"/>
              </a:buClr>
              <a:buSzPts val="2000"/>
              <a:buNone/>
            </a:pPr>
            <a:r>
              <a:rPr lang="es-MX" sz="2000"/>
              <a:t>              cmp cx,3    ; Compara cx al limite</a:t>
            </a:r>
            <a:endParaRPr/>
          </a:p>
          <a:p>
            <a:pPr indent="0" lvl="0" marL="0" rtl="0" algn="l">
              <a:lnSpc>
                <a:spcPct val="100000"/>
              </a:lnSpc>
              <a:spcBef>
                <a:spcPts val="400"/>
              </a:spcBef>
              <a:spcAft>
                <a:spcPts val="0"/>
              </a:spcAft>
              <a:buClr>
                <a:schemeClr val="dk1"/>
              </a:buClr>
              <a:buSzPts val="2000"/>
              <a:buNone/>
            </a:pPr>
            <a:r>
              <a:rPr lang="es-MX" sz="2000"/>
              <a:t>              jle loop1   ; Bucle mientras menos o igual</a:t>
            </a:r>
            <a:endParaRPr/>
          </a:p>
        </p:txBody>
      </p:sp>
      <p:sp>
        <p:nvSpPr>
          <p:cNvPr id="4242" name="Google Shape;4242;p5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243" name="Google Shape;4243;p5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7" name="Shape 4247"/>
        <p:cNvGrpSpPr/>
        <p:nvPr/>
      </p:nvGrpSpPr>
      <p:grpSpPr>
        <a:xfrm>
          <a:off x="0" y="0"/>
          <a:ext cx="0" cy="0"/>
          <a:chOff x="0" y="0"/>
          <a:chExt cx="0" cy="0"/>
        </a:xfrm>
      </p:grpSpPr>
      <p:sp>
        <p:nvSpPr>
          <p:cNvPr id="4248" name="Google Shape;4248;p5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For-Loops:</a:t>
            </a:r>
            <a:endParaRPr/>
          </a:p>
        </p:txBody>
      </p:sp>
      <p:sp>
        <p:nvSpPr>
          <p:cNvPr id="4249" name="Google Shape;4249;p539"/>
          <p:cNvSpPr txBox="1"/>
          <p:nvPr>
            <p:ph idx="1" type="body"/>
          </p:nvPr>
        </p:nvSpPr>
        <p:spPr>
          <a:xfrm>
            <a:off x="457200" y="1600201"/>
            <a:ext cx="4762872" cy="1828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000"/>
              <a:buNone/>
            </a:pPr>
            <a:r>
              <a:rPr lang="es-MX" sz="2000"/>
              <a:t>for(int x = 0; x&lt;=3; x++)</a:t>
            </a:r>
            <a:endParaRPr/>
          </a:p>
          <a:p>
            <a:pPr indent="0" lvl="0" marL="0" rtl="0" algn="l">
              <a:lnSpc>
                <a:spcPct val="100000"/>
              </a:lnSpc>
              <a:spcBef>
                <a:spcPts val="400"/>
              </a:spcBef>
              <a:spcAft>
                <a:spcPts val="0"/>
              </a:spcAft>
              <a:buClr>
                <a:schemeClr val="dk1"/>
              </a:buClr>
              <a:buSzPts val="2000"/>
              <a:buNone/>
            </a:pPr>
            <a:r>
              <a:rPr lang="es-MX" sz="2000"/>
              <a:t>{</a:t>
            </a:r>
            <a:endParaRPr/>
          </a:p>
          <a:p>
            <a:pPr indent="0" lvl="0" marL="0" rtl="0" algn="l">
              <a:lnSpc>
                <a:spcPct val="100000"/>
              </a:lnSpc>
              <a:spcBef>
                <a:spcPts val="400"/>
              </a:spcBef>
              <a:spcAft>
                <a:spcPts val="0"/>
              </a:spcAft>
              <a:buClr>
                <a:schemeClr val="dk1"/>
              </a:buClr>
              <a:buSzPts val="2000"/>
              <a:buNone/>
            </a:pPr>
            <a:r>
              <a:rPr lang="es-MX" sz="2000"/>
              <a:t>    //¡Hacer algo!</a:t>
            </a:r>
            <a:endParaRPr/>
          </a:p>
          <a:p>
            <a:pPr indent="0" lvl="0" marL="0" rtl="0" algn="l">
              <a:lnSpc>
                <a:spcPct val="100000"/>
              </a:lnSpc>
              <a:spcBef>
                <a:spcPts val="400"/>
              </a:spcBef>
              <a:spcAft>
                <a:spcPts val="0"/>
              </a:spcAft>
              <a:buClr>
                <a:schemeClr val="dk1"/>
              </a:buClr>
              <a:buSzPts val="2000"/>
              <a:buNone/>
            </a:pPr>
            <a:r>
              <a:rPr lang="es-MX" sz="2000"/>
              <a:t>}</a:t>
            </a:r>
            <a:endParaRPr sz="2000"/>
          </a:p>
        </p:txBody>
      </p:sp>
      <p:sp>
        <p:nvSpPr>
          <p:cNvPr id="4250" name="Google Shape;4250;p539"/>
          <p:cNvSpPr txBox="1"/>
          <p:nvPr>
            <p:ph idx="2" type="body"/>
          </p:nvPr>
        </p:nvSpPr>
        <p:spPr>
          <a:xfrm>
            <a:off x="457200" y="3573016"/>
            <a:ext cx="8229600" cy="2553147"/>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000"/>
              <a:buNone/>
            </a:pPr>
            <a:r>
              <a:rPr lang="es-MX" sz="2000"/>
              <a:t>           </a:t>
            </a:r>
            <a:r>
              <a:rPr lang="es-MX" sz="1700"/>
              <a:t>mov cx,4    ; 4 iteraciones</a:t>
            </a:r>
            <a:endParaRPr/>
          </a:p>
          <a:p>
            <a:pPr indent="0" lvl="0" marL="0" rtl="0" algn="l">
              <a:lnSpc>
                <a:spcPct val="100000"/>
              </a:lnSpc>
              <a:spcBef>
                <a:spcPts val="340"/>
              </a:spcBef>
              <a:spcAft>
                <a:spcPts val="0"/>
              </a:spcAft>
              <a:buClr>
                <a:schemeClr val="dk1"/>
              </a:buClr>
              <a:buSzPts val="1700"/>
              <a:buNone/>
            </a:pPr>
            <a:r>
              <a:rPr lang="es-MX" sz="1700"/>
              <a:t>loop1   nop         ; Todo lo que quieras hacer va aquí, no debes cambiar cx</a:t>
            </a:r>
            <a:endParaRPr/>
          </a:p>
          <a:p>
            <a:pPr indent="0" lvl="0" marL="0" rtl="0" algn="l">
              <a:lnSpc>
                <a:spcPct val="100000"/>
              </a:lnSpc>
              <a:spcBef>
                <a:spcPts val="340"/>
              </a:spcBef>
              <a:spcAft>
                <a:spcPts val="0"/>
              </a:spcAft>
              <a:buClr>
                <a:schemeClr val="dk1"/>
              </a:buClr>
              <a:buSzPts val="1700"/>
              <a:buNone/>
            </a:pPr>
            <a:r>
              <a:rPr lang="es-MX" sz="1700"/>
              <a:t>             loop loop1  ; la instrucción de bucle disminuye cx y salta para etiquetar si no es 0</a:t>
            </a:r>
            <a:endParaRPr/>
          </a:p>
        </p:txBody>
      </p:sp>
      <p:sp>
        <p:nvSpPr>
          <p:cNvPr id="4251" name="Google Shape;4251;p5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252" name="Google Shape;4252;p5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6" name="Shape 4256"/>
        <p:cNvGrpSpPr/>
        <p:nvPr/>
      </p:nvGrpSpPr>
      <p:grpSpPr>
        <a:xfrm>
          <a:off x="0" y="0"/>
          <a:ext cx="0" cy="0"/>
          <a:chOff x="0" y="0"/>
          <a:chExt cx="0" cy="0"/>
        </a:xfrm>
      </p:grpSpPr>
      <p:sp>
        <p:nvSpPr>
          <p:cNvPr id="4257" name="Google Shape;4257;p5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Do-while-loops</a:t>
            </a:r>
            <a:endParaRPr/>
          </a:p>
        </p:txBody>
      </p:sp>
      <p:sp>
        <p:nvSpPr>
          <p:cNvPr id="4258" name="Google Shape;4258;p540"/>
          <p:cNvSpPr txBox="1"/>
          <p:nvPr>
            <p:ph idx="1" type="body"/>
          </p:nvPr>
        </p:nvSpPr>
        <p:spPr>
          <a:xfrm>
            <a:off x="457200" y="1600201"/>
            <a:ext cx="5122912" cy="1972816"/>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lang="es-MX"/>
              <a:t>int x=1;</a:t>
            </a:r>
            <a:endParaRPr/>
          </a:p>
          <a:p>
            <a:pPr indent="0" lvl="0" marL="0" rtl="0" algn="l">
              <a:lnSpc>
                <a:spcPct val="100000"/>
              </a:lnSpc>
              <a:spcBef>
                <a:spcPts val="476"/>
              </a:spcBef>
              <a:spcAft>
                <a:spcPts val="0"/>
              </a:spcAft>
              <a:buClr>
                <a:schemeClr val="dk1"/>
              </a:buClr>
              <a:buSzPct val="100000"/>
              <a:buNone/>
            </a:pPr>
            <a:r>
              <a:rPr lang="es-MX"/>
              <a:t>do{</a:t>
            </a:r>
            <a:endParaRPr/>
          </a:p>
          <a:p>
            <a:pPr indent="0" lvl="0" marL="0" rtl="0" algn="l">
              <a:lnSpc>
                <a:spcPct val="100000"/>
              </a:lnSpc>
              <a:spcBef>
                <a:spcPts val="476"/>
              </a:spcBef>
              <a:spcAft>
                <a:spcPts val="0"/>
              </a:spcAft>
              <a:buClr>
                <a:schemeClr val="dk1"/>
              </a:buClr>
              <a:buSzPct val="100000"/>
              <a:buNone/>
            </a:pPr>
            <a:r>
              <a:rPr lang="es-MX"/>
              <a:t>    //¡Hacer algo!</a:t>
            </a:r>
            <a:endParaRPr/>
          </a:p>
          <a:p>
            <a:pPr indent="0" lvl="0" marL="0" rtl="0" algn="l">
              <a:lnSpc>
                <a:spcPct val="100000"/>
              </a:lnSpc>
              <a:spcBef>
                <a:spcPts val="476"/>
              </a:spcBef>
              <a:spcAft>
                <a:spcPts val="0"/>
              </a:spcAft>
              <a:buClr>
                <a:schemeClr val="dk1"/>
              </a:buClr>
              <a:buSzPct val="100000"/>
              <a:buNone/>
            </a:pPr>
            <a:r>
              <a:rPr lang="es-MX"/>
              <a:t>}</a:t>
            </a:r>
            <a:endParaRPr/>
          </a:p>
          <a:p>
            <a:pPr indent="0" lvl="0" marL="0" rtl="0" algn="l">
              <a:lnSpc>
                <a:spcPct val="100000"/>
              </a:lnSpc>
              <a:spcBef>
                <a:spcPts val="476"/>
              </a:spcBef>
              <a:spcAft>
                <a:spcPts val="0"/>
              </a:spcAft>
              <a:buClr>
                <a:schemeClr val="dk1"/>
              </a:buClr>
              <a:buSzPct val="100000"/>
              <a:buNone/>
            </a:pPr>
            <a:r>
              <a:rPr lang="es-MX"/>
              <a:t>while(x==1)</a:t>
            </a:r>
            <a:endParaRPr/>
          </a:p>
        </p:txBody>
      </p:sp>
      <p:sp>
        <p:nvSpPr>
          <p:cNvPr id="4259" name="Google Shape;4259;p540"/>
          <p:cNvSpPr txBox="1"/>
          <p:nvPr>
            <p:ph idx="2" type="body"/>
          </p:nvPr>
        </p:nvSpPr>
        <p:spPr>
          <a:xfrm>
            <a:off x="1835696" y="3789040"/>
            <a:ext cx="6851104" cy="233712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Clr>
                <a:schemeClr val="dk1"/>
              </a:buClr>
              <a:buSzPts val="2800"/>
              <a:buNone/>
            </a:pPr>
            <a:r>
              <a:rPr lang="es-MX"/>
              <a:t>mov ax,1</a:t>
            </a:r>
            <a:endParaRPr/>
          </a:p>
          <a:p>
            <a:pPr indent="0" lvl="0" marL="0" rtl="0" algn="l">
              <a:lnSpc>
                <a:spcPct val="100000"/>
              </a:lnSpc>
              <a:spcBef>
                <a:spcPts val="476"/>
              </a:spcBef>
              <a:spcAft>
                <a:spcPts val="0"/>
              </a:spcAft>
              <a:buClr>
                <a:schemeClr val="dk1"/>
              </a:buClr>
              <a:buSzPts val="2800"/>
              <a:buNone/>
            </a:pPr>
            <a:r>
              <a:rPr lang="es-MX"/>
              <a:t>loop1   nop         ; todo lo que quieras hacer va aquí</a:t>
            </a:r>
            <a:endParaRPr/>
          </a:p>
          <a:p>
            <a:pPr indent="0" lvl="0" marL="0" rtl="0" algn="l">
              <a:lnSpc>
                <a:spcPct val="100000"/>
              </a:lnSpc>
              <a:spcBef>
                <a:spcPts val="476"/>
              </a:spcBef>
              <a:spcAft>
                <a:spcPts val="0"/>
              </a:spcAft>
              <a:buClr>
                <a:schemeClr val="dk1"/>
              </a:buClr>
              <a:buSzPts val="2800"/>
              <a:buNone/>
            </a:pPr>
            <a:r>
              <a:rPr lang="es-MX"/>
              <a:t>        cmp ax,1    ; Compruebe si cx es 1</a:t>
            </a:r>
            <a:endParaRPr/>
          </a:p>
          <a:p>
            <a:pPr indent="0" lvl="0" marL="0" rtl="0" algn="l">
              <a:lnSpc>
                <a:spcPct val="100000"/>
              </a:lnSpc>
              <a:spcBef>
                <a:spcPts val="476"/>
              </a:spcBef>
              <a:spcAft>
                <a:spcPts val="0"/>
              </a:spcAft>
              <a:buClr>
                <a:schemeClr val="dk1"/>
              </a:buClr>
              <a:buSzPts val="2800"/>
              <a:buNone/>
            </a:pPr>
            <a:r>
              <a:rPr lang="es-MX"/>
              <a:t>        je loop1    ; Y bucle si es igual</a:t>
            </a:r>
            <a:endParaRPr/>
          </a:p>
        </p:txBody>
      </p:sp>
      <p:sp>
        <p:nvSpPr>
          <p:cNvPr id="4260" name="Google Shape;4260;p5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261" name="Google Shape;4261;p5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slides/slide5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5" name="Shape 4265"/>
        <p:cNvGrpSpPr/>
        <p:nvPr/>
      </p:nvGrpSpPr>
      <p:grpSpPr>
        <a:xfrm>
          <a:off x="0" y="0"/>
          <a:ext cx="0" cy="0"/>
          <a:chOff x="0" y="0"/>
          <a:chExt cx="0" cy="0"/>
        </a:xfrm>
      </p:grpSpPr>
      <p:sp>
        <p:nvSpPr>
          <p:cNvPr id="4266" name="Google Shape;4266;p5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s-MX"/>
              <a:t>While-loops</a:t>
            </a:r>
            <a:endParaRPr/>
          </a:p>
        </p:txBody>
      </p:sp>
      <p:sp>
        <p:nvSpPr>
          <p:cNvPr id="4267" name="Google Shape;4267;p541"/>
          <p:cNvSpPr txBox="1"/>
          <p:nvPr>
            <p:ph idx="1" type="body"/>
          </p:nvPr>
        </p:nvSpPr>
        <p:spPr>
          <a:xfrm>
            <a:off x="457200" y="1600200"/>
            <a:ext cx="4038600" cy="1540767"/>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lang="es-MX"/>
              <a:t>while(x==1){</a:t>
            </a:r>
            <a:endParaRPr/>
          </a:p>
          <a:p>
            <a:pPr indent="0" lvl="0" marL="0" rtl="0" algn="l">
              <a:lnSpc>
                <a:spcPct val="100000"/>
              </a:lnSpc>
              <a:spcBef>
                <a:spcPts val="560"/>
              </a:spcBef>
              <a:spcAft>
                <a:spcPts val="0"/>
              </a:spcAft>
              <a:buClr>
                <a:schemeClr val="dk1"/>
              </a:buClr>
              <a:buSzPts val="2800"/>
              <a:buNone/>
            </a:pPr>
            <a:r>
              <a:rPr lang="es-MX"/>
              <a:t>    //Hacer algo</a:t>
            </a:r>
            <a:endParaRPr/>
          </a:p>
          <a:p>
            <a:pPr indent="0" lvl="0" marL="0" rtl="0" algn="l">
              <a:lnSpc>
                <a:spcPct val="100000"/>
              </a:lnSpc>
              <a:spcBef>
                <a:spcPts val="560"/>
              </a:spcBef>
              <a:spcAft>
                <a:spcPts val="0"/>
              </a:spcAft>
              <a:buClr>
                <a:schemeClr val="dk1"/>
              </a:buClr>
              <a:buSzPts val="2800"/>
              <a:buNone/>
            </a:pPr>
            <a:r>
              <a:rPr lang="es-MX"/>
              <a:t>}</a:t>
            </a:r>
            <a:endParaRPr/>
          </a:p>
        </p:txBody>
      </p:sp>
      <p:sp>
        <p:nvSpPr>
          <p:cNvPr id="4268" name="Google Shape;4268;p541"/>
          <p:cNvSpPr txBox="1"/>
          <p:nvPr>
            <p:ph idx="2" type="body"/>
          </p:nvPr>
        </p:nvSpPr>
        <p:spPr>
          <a:xfrm>
            <a:off x="683568" y="3861048"/>
            <a:ext cx="8003232" cy="226511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300"/>
              <a:buNone/>
            </a:pPr>
            <a:r>
              <a:rPr lang="es-MX" sz="2300"/>
              <a:t>	  jmp loop1   ; Salta para condicionar primero</a:t>
            </a:r>
            <a:endParaRPr/>
          </a:p>
          <a:p>
            <a:pPr indent="0" lvl="0" marL="0" rtl="0" algn="l">
              <a:lnSpc>
                <a:spcPct val="100000"/>
              </a:lnSpc>
              <a:spcBef>
                <a:spcPts val="460"/>
              </a:spcBef>
              <a:spcAft>
                <a:spcPts val="0"/>
              </a:spcAft>
              <a:buClr>
                <a:schemeClr val="dk1"/>
              </a:buClr>
              <a:buSzPts val="2300"/>
              <a:buNone/>
            </a:pPr>
            <a:r>
              <a:rPr lang="es-MX" sz="2300"/>
              <a:t>cloop1  nop               ; Ejecutar el contenido del bucle.</a:t>
            </a:r>
            <a:endParaRPr/>
          </a:p>
          <a:p>
            <a:pPr indent="0" lvl="0" marL="0" rtl="0" algn="l">
              <a:lnSpc>
                <a:spcPct val="100000"/>
              </a:lnSpc>
              <a:spcBef>
                <a:spcPts val="460"/>
              </a:spcBef>
              <a:spcAft>
                <a:spcPts val="0"/>
              </a:spcAft>
              <a:buClr>
                <a:schemeClr val="dk1"/>
              </a:buClr>
              <a:buSzPts val="2300"/>
              <a:buNone/>
            </a:pPr>
            <a:r>
              <a:rPr lang="es-MX" sz="2300"/>
              <a:t>loop1    cmp ax,1     ; Comprobar la condicion</a:t>
            </a:r>
            <a:endParaRPr sz="2300"/>
          </a:p>
          <a:p>
            <a:pPr indent="0" lvl="0" marL="0" rtl="0" algn="l">
              <a:lnSpc>
                <a:spcPct val="100000"/>
              </a:lnSpc>
              <a:spcBef>
                <a:spcPts val="460"/>
              </a:spcBef>
              <a:spcAft>
                <a:spcPts val="0"/>
              </a:spcAft>
              <a:buClr>
                <a:schemeClr val="dk1"/>
              </a:buClr>
              <a:buSzPts val="2300"/>
              <a:buNone/>
            </a:pPr>
            <a:r>
              <a:rPr lang="es-MX" sz="2300"/>
              <a:t>              je cloop1     ; Saltar al contenido del bucle si se cumplen.</a:t>
            </a:r>
            <a:endParaRPr/>
          </a:p>
        </p:txBody>
      </p:sp>
      <p:sp>
        <p:nvSpPr>
          <p:cNvPr id="4269" name="Google Shape;4269;p5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MX"/>
              <a:t>Programación de Bajo Nivel, CUCEI</a:t>
            </a:r>
            <a:endParaRPr/>
          </a:p>
        </p:txBody>
      </p:sp>
      <p:sp>
        <p:nvSpPr>
          <p:cNvPr id="4270" name="Google Shape;4270;p5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s-MX"/>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